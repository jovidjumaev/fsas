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4"/>
  </p:sldMasterIdLst>
  <p:notesMasterIdLst>
    <p:notesMasterId r:id="rId25"/>
  </p:notesMasterIdLst>
  <p:handoutMasterIdLst>
    <p:handoutMasterId r:id="rId26"/>
  </p:handoutMasterIdLst>
  <p:sldIdLst>
    <p:sldId id="265" r:id="rId5"/>
    <p:sldId id="514" r:id="rId6"/>
    <p:sldId id="517" r:id="rId7"/>
    <p:sldId id="516" r:id="rId8"/>
    <p:sldId id="518" r:id="rId9"/>
    <p:sldId id="519" r:id="rId10"/>
    <p:sldId id="520" r:id="rId11"/>
    <p:sldId id="521" r:id="rId12"/>
    <p:sldId id="522" r:id="rId13"/>
    <p:sldId id="524" r:id="rId14"/>
    <p:sldId id="525" r:id="rId15"/>
    <p:sldId id="532" r:id="rId16"/>
    <p:sldId id="526" r:id="rId17"/>
    <p:sldId id="528" r:id="rId18"/>
    <p:sldId id="529" r:id="rId19"/>
    <p:sldId id="533" r:id="rId20"/>
    <p:sldId id="530" r:id="rId21"/>
    <p:sldId id="531" r:id="rId22"/>
    <p:sldId id="527" r:id="rId23"/>
    <p:sldId id="535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FF"/>
    <a:srgbClr val="5ACAD6"/>
    <a:srgbClr val="EBA9E6"/>
    <a:srgbClr val="1306BA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BE20813-7C66-4EB8-95C6-C3B648E7CE11}" v="52" dt="2023-09-12T16:48:55.364"/>
  </p1510:revLst>
</p1510:revInfo>
</file>

<file path=ppt/tableStyles.xml><?xml version="1.0" encoding="utf-8"?>
<a:tblStyleLst xmlns:a="http://schemas.openxmlformats.org/drawingml/2006/main" def="{5C22544A-7EE6-4342-B048-85BDC9FD1C3A}"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37" autoAdjust="0"/>
    <p:restoredTop sz="94660"/>
  </p:normalViewPr>
  <p:slideViewPr>
    <p:cSldViewPr snapToGrid="0" showGuides="1">
      <p:cViewPr varScale="1">
        <p:scale>
          <a:sx n="83" d="100"/>
          <a:sy n="83" d="100"/>
        </p:scale>
        <p:origin x="69" y="315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6" d="100"/>
          <a:sy n="76" d="100"/>
        </p:scale>
        <p:origin x="2412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ris Alvin" userId="1477fe7d-12c1-4dcd-b708-f1331679ff1c" providerId="ADAL" clId="{9197B0FE-E202-41DE-B305-E84024822CE5}"/>
    <pc:docChg chg="undo redo custSel addSld delSld modSld">
      <pc:chgData name="Chris Alvin" userId="1477fe7d-12c1-4dcd-b708-f1331679ff1c" providerId="ADAL" clId="{9197B0FE-E202-41DE-B305-E84024822CE5}" dt="2023-06-13T13:54:07.692" v="7549" actId="1076"/>
      <pc:docMkLst>
        <pc:docMk/>
      </pc:docMkLst>
      <pc:sldChg chg="modSp mod">
        <pc:chgData name="Chris Alvin" userId="1477fe7d-12c1-4dcd-b708-f1331679ff1c" providerId="ADAL" clId="{9197B0FE-E202-41DE-B305-E84024822CE5}" dt="2023-05-23T13:48:58.970" v="5" actId="20577"/>
        <pc:sldMkLst>
          <pc:docMk/>
          <pc:sldMk cId="923078003" sldId="265"/>
        </pc:sldMkLst>
        <pc:spChg chg="mod">
          <ac:chgData name="Chris Alvin" userId="1477fe7d-12c1-4dcd-b708-f1331679ff1c" providerId="ADAL" clId="{9197B0FE-E202-41DE-B305-E84024822CE5}" dt="2023-05-23T13:48:58.970" v="5" actId="20577"/>
          <ac:spMkLst>
            <pc:docMk/>
            <pc:sldMk cId="923078003" sldId="265"/>
            <ac:spMk id="2" creationId="{00000000-0000-0000-0000-000000000000}"/>
          </ac:spMkLst>
        </pc:spChg>
      </pc:sldChg>
      <pc:sldChg chg="addSp delSp modSp mod delAnim modAnim">
        <pc:chgData name="Chris Alvin" userId="1477fe7d-12c1-4dcd-b708-f1331679ff1c" providerId="ADAL" clId="{9197B0FE-E202-41DE-B305-E84024822CE5}" dt="2023-06-13T13:42:25.296" v="7485"/>
        <pc:sldMkLst>
          <pc:docMk/>
          <pc:sldMk cId="340332717" sldId="452"/>
        </pc:sldMkLst>
        <pc:spChg chg="add del mod">
          <ac:chgData name="Chris Alvin" userId="1477fe7d-12c1-4dcd-b708-f1331679ff1c" providerId="ADAL" clId="{9197B0FE-E202-41DE-B305-E84024822CE5}" dt="2023-05-23T13:58:16.517" v="434" actId="478"/>
          <ac:spMkLst>
            <pc:docMk/>
            <pc:sldMk cId="340332717" sldId="452"/>
            <ac:spMk id="2" creationId="{FDB09986-0F04-26D9-ABEE-4C2B7E36E49E}"/>
          </ac:spMkLst>
        </pc:spChg>
        <pc:spChg chg="add mod">
          <ac:chgData name="Chris Alvin" userId="1477fe7d-12c1-4dcd-b708-f1331679ff1c" providerId="ADAL" clId="{9197B0FE-E202-41DE-B305-E84024822CE5}" dt="2023-05-25T12:10:14.727" v="5756" actId="1076"/>
          <ac:spMkLst>
            <pc:docMk/>
            <pc:sldMk cId="340332717" sldId="452"/>
            <ac:spMk id="3" creationId="{A5161E91-435C-CDB3-9569-0458158BA417}"/>
          </ac:spMkLst>
        </pc:spChg>
        <pc:spChg chg="mod">
          <ac:chgData name="Chris Alvin" userId="1477fe7d-12c1-4dcd-b708-f1331679ff1c" providerId="ADAL" clId="{9197B0FE-E202-41DE-B305-E84024822CE5}" dt="2023-05-23T14:09:02.929" v="841" actId="20577"/>
          <ac:spMkLst>
            <pc:docMk/>
            <pc:sldMk cId="340332717" sldId="452"/>
            <ac:spMk id="4" creationId="{00000000-0000-0000-0000-000000000000}"/>
          </ac:spMkLst>
        </pc:spChg>
        <pc:spChg chg="del">
          <ac:chgData name="Chris Alvin" userId="1477fe7d-12c1-4dcd-b708-f1331679ff1c" providerId="ADAL" clId="{9197B0FE-E202-41DE-B305-E84024822CE5}" dt="2023-05-23T13:50:02.882" v="114" actId="478"/>
          <ac:spMkLst>
            <pc:docMk/>
            <pc:sldMk cId="340332717" sldId="452"/>
            <ac:spMk id="5" creationId="{04769307-9BCC-77A4-522A-3E8D23799D21}"/>
          </ac:spMkLst>
        </pc:spChg>
        <pc:spChg chg="del">
          <ac:chgData name="Chris Alvin" userId="1477fe7d-12c1-4dcd-b708-f1331679ff1c" providerId="ADAL" clId="{9197B0FE-E202-41DE-B305-E84024822CE5}" dt="2023-05-23T13:50:06.596" v="115" actId="478"/>
          <ac:spMkLst>
            <pc:docMk/>
            <pc:sldMk cId="340332717" sldId="452"/>
            <ac:spMk id="8" creationId="{5B44C12C-CA0F-0EB0-2FEB-9F8F87BF4B1E}"/>
          </ac:spMkLst>
        </pc:spChg>
        <pc:spChg chg="del">
          <ac:chgData name="Chris Alvin" userId="1477fe7d-12c1-4dcd-b708-f1331679ff1c" providerId="ADAL" clId="{9197B0FE-E202-41DE-B305-E84024822CE5}" dt="2023-05-23T13:50:06.596" v="115" actId="478"/>
          <ac:spMkLst>
            <pc:docMk/>
            <pc:sldMk cId="340332717" sldId="452"/>
            <ac:spMk id="9" creationId="{7AD29900-23E2-6D55-2477-A64BFE248907}"/>
          </ac:spMkLst>
        </pc:spChg>
        <pc:spChg chg="del">
          <ac:chgData name="Chris Alvin" userId="1477fe7d-12c1-4dcd-b708-f1331679ff1c" providerId="ADAL" clId="{9197B0FE-E202-41DE-B305-E84024822CE5}" dt="2023-05-23T13:50:06.596" v="115" actId="478"/>
          <ac:spMkLst>
            <pc:docMk/>
            <pc:sldMk cId="340332717" sldId="452"/>
            <ac:spMk id="10" creationId="{0697022F-1C5D-47DE-1B68-C20C5FD07A70}"/>
          </ac:spMkLst>
        </pc:spChg>
        <pc:spChg chg="mod">
          <ac:chgData name="Chris Alvin" userId="1477fe7d-12c1-4dcd-b708-f1331679ff1c" providerId="ADAL" clId="{9197B0FE-E202-41DE-B305-E84024822CE5}" dt="2023-06-08T14:53:51.426" v="7409" actId="20577"/>
          <ac:spMkLst>
            <pc:docMk/>
            <pc:sldMk cId="340332717" sldId="452"/>
            <ac:spMk id="11" creationId="{3CAD95AB-F41F-B85E-AD90-7721D0469EA2}"/>
          </ac:spMkLst>
        </pc:spChg>
        <pc:spChg chg="add mod">
          <ac:chgData name="Chris Alvin" userId="1477fe7d-12c1-4dcd-b708-f1331679ff1c" providerId="ADAL" clId="{9197B0FE-E202-41DE-B305-E84024822CE5}" dt="2023-06-08T14:54:40.516" v="7415" actId="164"/>
          <ac:spMkLst>
            <pc:docMk/>
            <pc:sldMk cId="340332717" sldId="452"/>
            <ac:spMk id="21" creationId="{4D465E86-7C0E-2155-9CCB-A81768018A07}"/>
          </ac:spMkLst>
        </pc:spChg>
        <pc:spChg chg="add mod">
          <ac:chgData name="Chris Alvin" userId="1477fe7d-12c1-4dcd-b708-f1331679ff1c" providerId="ADAL" clId="{9197B0FE-E202-41DE-B305-E84024822CE5}" dt="2023-06-08T14:54:40.516" v="7415" actId="164"/>
          <ac:spMkLst>
            <pc:docMk/>
            <pc:sldMk cId="340332717" sldId="452"/>
            <ac:spMk id="22" creationId="{10C942CF-9821-9FE2-1AD9-2A3510BECDAE}"/>
          </ac:spMkLst>
        </pc:spChg>
        <pc:spChg chg="add mod">
          <ac:chgData name="Chris Alvin" userId="1477fe7d-12c1-4dcd-b708-f1331679ff1c" providerId="ADAL" clId="{9197B0FE-E202-41DE-B305-E84024822CE5}" dt="2023-06-08T14:54:40.516" v="7415" actId="164"/>
          <ac:spMkLst>
            <pc:docMk/>
            <pc:sldMk cId="340332717" sldId="452"/>
            <ac:spMk id="23" creationId="{4789762B-CD70-D649-CCB4-DB83E3432B1C}"/>
          </ac:spMkLst>
        </pc:spChg>
        <pc:spChg chg="add mod">
          <ac:chgData name="Chris Alvin" userId="1477fe7d-12c1-4dcd-b708-f1331679ff1c" providerId="ADAL" clId="{9197B0FE-E202-41DE-B305-E84024822CE5}" dt="2023-06-08T14:54:40.516" v="7415" actId="164"/>
          <ac:spMkLst>
            <pc:docMk/>
            <pc:sldMk cId="340332717" sldId="452"/>
            <ac:spMk id="24" creationId="{DBE0398B-28BA-A691-8BE2-42E83CB5D1E7}"/>
          </ac:spMkLst>
        </pc:spChg>
        <pc:spChg chg="add mod">
          <ac:chgData name="Chris Alvin" userId="1477fe7d-12c1-4dcd-b708-f1331679ff1c" providerId="ADAL" clId="{9197B0FE-E202-41DE-B305-E84024822CE5}" dt="2023-06-08T14:54:40.516" v="7415" actId="164"/>
          <ac:spMkLst>
            <pc:docMk/>
            <pc:sldMk cId="340332717" sldId="452"/>
            <ac:spMk id="26" creationId="{78776883-595F-C81D-5BEE-B1E6C43C1EEC}"/>
          </ac:spMkLst>
        </pc:spChg>
        <pc:spChg chg="add mod">
          <ac:chgData name="Chris Alvin" userId="1477fe7d-12c1-4dcd-b708-f1331679ff1c" providerId="ADAL" clId="{9197B0FE-E202-41DE-B305-E84024822CE5}" dt="2023-06-08T14:54:40.516" v="7415" actId="164"/>
          <ac:spMkLst>
            <pc:docMk/>
            <pc:sldMk cId="340332717" sldId="452"/>
            <ac:spMk id="27" creationId="{102B9687-D686-0FA2-CCC3-9B0202209537}"/>
          </ac:spMkLst>
        </pc:spChg>
        <pc:spChg chg="add mod">
          <ac:chgData name="Chris Alvin" userId="1477fe7d-12c1-4dcd-b708-f1331679ff1c" providerId="ADAL" clId="{9197B0FE-E202-41DE-B305-E84024822CE5}" dt="2023-06-08T14:54:40.516" v="7415" actId="164"/>
          <ac:spMkLst>
            <pc:docMk/>
            <pc:sldMk cId="340332717" sldId="452"/>
            <ac:spMk id="28" creationId="{F0341BEA-9E4A-E30E-F739-035ECFCF35DB}"/>
          </ac:spMkLst>
        </pc:spChg>
        <pc:spChg chg="add mod">
          <ac:chgData name="Chris Alvin" userId="1477fe7d-12c1-4dcd-b708-f1331679ff1c" providerId="ADAL" clId="{9197B0FE-E202-41DE-B305-E84024822CE5}" dt="2023-06-08T14:54:40.516" v="7415" actId="164"/>
          <ac:spMkLst>
            <pc:docMk/>
            <pc:sldMk cId="340332717" sldId="452"/>
            <ac:spMk id="29" creationId="{6F12A8A1-D352-D085-1798-A20273DDAFDE}"/>
          </ac:spMkLst>
        </pc:spChg>
        <pc:spChg chg="add mod">
          <ac:chgData name="Chris Alvin" userId="1477fe7d-12c1-4dcd-b708-f1331679ff1c" providerId="ADAL" clId="{9197B0FE-E202-41DE-B305-E84024822CE5}" dt="2023-05-25T12:10:04.082" v="5755" actId="1076"/>
          <ac:spMkLst>
            <pc:docMk/>
            <pc:sldMk cId="340332717" sldId="452"/>
            <ac:spMk id="30" creationId="{86E9592F-CA16-E6FF-D162-D50A39047FE2}"/>
          </ac:spMkLst>
        </pc:spChg>
        <pc:grpChg chg="add mod">
          <ac:chgData name="Chris Alvin" userId="1477fe7d-12c1-4dcd-b708-f1331679ff1c" providerId="ADAL" clId="{9197B0FE-E202-41DE-B305-E84024822CE5}" dt="2023-06-08T14:54:40.516" v="7415" actId="164"/>
          <ac:grpSpMkLst>
            <pc:docMk/>
            <pc:sldMk cId="340332717" sldId="452"/>
            <ac:grpSpMk id="2" creationId="{DBDD9629-7F14-18FB-81C1-DD28C127511E}"/>
          </ac:grpSpMkLst>
        </pc:grpChg>
        <pc:picChg chg="del">
          <ac:chgData name="Chris Alvin" userId="1477fe7d-12c1-4dcd-b708-f1331679ff1c" providerId="ADAL" clId="{9197B0FE-E202-41DE-B305-E84024822CE5}" dt="2023-05-23T13:50:02.882" v="114" actId="478"/>
          <ac:picMkLst>
            <pc:docMk/>
            <pc:sldMk cId="340332717" sldId="452"/>
            <ac:picMk id="7" creationId="{672C8AE8-D446-1A42-43A8-3E1290C269EB}"/>
          </ac:picMkLst>
        </pc:picChg>
        <pc:cxnChg chg="add del mod">
          <ac:chgData name="Chris Alvin" userId="1477fe7d-12c1-4dcd-b708-f1331679ff1c" providerId="ADAL" clId="{9197B0FE-E202-41DE-B305-E84024822CE5}" dt="2023-05-23T13:52:08.402" v="252" actId="478"/>
          <ac:cxnSpMkLst>
            <pc:docMk/>
            <pc:sldMk cId="340332717" sldId="452"/>
            <ac:cxnSpMk id="12" creationId="{43893C4C-BDF9-B04B-50FD-71A4D0D05B65}"/>
          </ac:cxnSpMkLst>
        </pc:cxnChg>
      </pc:sldChg>
      <pc:sldChg chg="addSp delSp modSp mod addAnim delAnim modAnim">
        <pc:chgData name="Chris Alvin" userId="1477fe7d-12c1-4dcd-b708-f1331679ff1c" providerId="ADAL" clId="{9197B0FE-E202-41DE-B305-E84024822CE5}" dt="2023-06-13T13:45:43.968" v="7493" actId="6549"/>
        <pc:sldMkLst>
          <pc:docMk/>
          <pc:sldMk cId="3327285577" sldId="470"/>
        </pc:sldMkLst>
        <pc:spChg chg="del">
          <ac:chgData name="Chris Alvin" userId="1477fe7d-12c1-4dcd-b708-f1331679ff1c" providerId="ADAL" clId="{9197B0FE-E202-41DE-B305-E84024822CE5}" dt="2023-05-23T13:59:18.585" v="496" actId="478"/>
          <ac:spMkLst>
            <pc:docMk/>
            <pc:sldMk cId="3327285577" sldId="470"/>
            <ac:spMk id="2" creationId="{858A923A-81EA-0FE3-9486-E0D4AC42356A}"/>
          </ac:spMkLst>
        </pc:spChg>
        <pc:spChg chg="del">
          <ac:chgData name="Chris Alvin" userId="1477fe7d-12c1-4dcd-b708-f1331679ff1c" providerId="ADAL" clId="{9197B0FE-E202-41DE-B305-E84024822CE5}" dt="2023-05-23T13:59:15.787" v="495" actId="478"/>
          <ac:spMkLst>
            <pc:docMk/>
            <pc:sldMk cId="3327285577" sldId="470"/>
            <ac:spMk id="3" creationId="{13C02AD1-62E4-D881-73B3-DCBDE49477FC}"/>
          </ac:spMkLst>
        </pc:spChg>
        <pc:spChg chg="mod">
          <ac:chgData name="Chris Alvin" userId="1477fe7d-12c1-4dcd-b708-f1331679ff1c" providerId="ADAL" clId="{9197B0FE-E202-41DE-B305-E84024822CE5}" dt="2023-05-23T13:59:12.474" v="494" actId="20577"/>
          <ac:spMkLst>
            <pc:docMk/>
            <pc:sldMk cId="3327285577" sldId="470"/>
            <ac:spMk id="4" creationId="{00000000-0000-0000-0000-000000000000}"/>
          </ac:spMkLst>
        </pc:spChg>
        <pc:spChg chg="del">
          <ac:chgData name="Chris Alvin" userId="1477fe7d-12c1-4dcd-b708-f1331679ff1c" providerId="ADAL" clId="{9197B0FE-E202-41DE-B305-E84024822CE5}" dt="2023-05-23T13:59:18.585" v="496" actId="478"/>
          <ac:spMkLst>
            <pc:docMk/>
            <pc:sldMk cId="3327285577" sldId="470"/>
            <ac:spMk id="5" creationId="{511E6775-4AEE-98C4-6D89-64E6F1E6D1E4}"/>
          </ac:spMkLst>
        </pc:spChg>
        <pc:spChg chg="del">
          <ac:chgData name="Chris Alvin" userId="1477fe7d-12c1-4dcd-b708-f1331679ff1c" providerId="ADAL" clId="{9197B0FE-E202-41DE-B305-E84024822CE5}" dt="2023-05-23T13:59:18.585" v="496" actId="478"/>
          <ac:spMkLst>
            <pc:docMk/>
            <pc:sldMk cId="3327285577" sldId="470"/>
            <ac:spMk id="6" creationId="{797E23AE-0AA4-CAB1-87EC-A96E0DF25A32}"/>
          </ac:spMkLst>
        </pc:spChg>
        <pc:spChg chg="add mod">
          <ac:chgData name="Chris Alvin" userId="1477fe7d-12c1-4dcd-b708-f1331679ff1c" providerId="ADAL" clId="{9197B0FE-E202-41DE-B305-E84024822CE5}" dt="2023-05-25T12:16:50.554" v="5868" actId="20577"/>
          <ac:spMkLst>
            <pc:docMk/>
            <pc:sldMk cId="3327285577" sldId="470"/>
            <ac:spMk id="7" creationId="{8969C0FF-9FB3-85E8-F3AD-836025379182}"/>
          </ac:spMkLst>
        </pc:spChg>
        <pc:spChg chg="add mod">
          <ac:chgData name="Chris Alvin" userId="1477fe7d-12c1-4dcd-b708-f1331679ff1c" providerId="ADAL" clId="{9197B0FE-E202-41DE-B305-E84024822CE5}" dt="2023-05-23T14:04:26.619" v="817" actId="571"/>
          <ac:spMkLst>
            <pc:docMk/>
            <pc:sldMk cId="3327285577" sldId="470"/>
            <ac:spMk id="8" creationId="{1BA25B27-578B-2569-27B1-30833E2D3B0C}"/>
          </ac:spMkLst>
        </pc:spChg>
        <pc:spChg chg="add mod">
          <ac:chgData name="Chris Alvin" userId="1477fe7d-12c1-4dcd-b708-f1331679ff1c" providerId="ADAL" clId="{9197B0FE-E202-41DE-B305-E84024822CE5}" dt="2023-05-23T15:27:29.185" v="2878" actId="1076"/>
          <ac:spMkLst>
            <pc:docMk/>
            <pc:sldMk cId="3327285577" sldId="470"/>
            <ac:spMk id="9" creationId="{E66D535A-E353-E3B5-F8FD-894771A7BC7A}"/>
          </ac:spMkLst>
        </pc:spChg>
        <pc:spChg chg="add del mod">
          <ac:chgData name="Chris Alvin" userId="1477fe7d-12c1-4dcd-b708-f1331679ff1c" providerId="ADAL" clId="{9197B0FE-E202-41DE-B305-E84024822CE5}" dt="2023-05-23T14:27:56.863" v="1246" actId="478"/>
          <ac:spMkLst>
            <pc:docMk/>
            <pc:sldMk cId="3327285577" sldId="470"/>
            <ac:spMk id="10" creationId="{6E422990-17BF-6263-48D0-57AAF2D3CE1C}"/>
          </ac:spMkLst>
        </pc:spChg>
        <pc:spChg chg="add mod">
          <ac:chgData name="Chris Alvin" userId="1477fe7d-12c1-4dcd-b708-f1331679ff1c" providerId="ADAL" clId="{9197B0FE-E202-41DE-B305-E84024822CE5}" dt="2023-06-08T17:12:02.370" v="7448" actId="14100"/>
          <ac:spMkLst>
            <pc:docMk/>
            <pc:sldMk cId="3327285577" sldId="470"/>
            <ac:spMk id="11" creationId="{9D05E484-AFDB-7C42-1682-F03E67F87A28}"/>
          </ac:spMkLst>
        </pc:spChg>
        <pc:spChg chg="add del mod">
          <ac:chgData name="Chris Alvin" userId="1477fe7d-12c1-4dcd-b708-f1331679ff1c" providerId="ADAL" clId="{9197B0FE-E202-41DE-B305-E84024822CE5}" dt="2023-05-23T15:21:23.762" v="2757" actId="478"/>
          <ac:spMkLst>
            <pc:docMk/>
            <pc:sldMk cId="3327285577" sldId="470"/>
            <ac:spMk id="12" creationId="{78484AF2-6D4A-E465-A7E4-FE76A7915773}"/>
          </ac:spMkLst>
        </pc:spChg>
        <pc:spChg chg="add mod">
          <ac:chgData name="Chris Alvin" userId="1477fe7d-12c1-4dcd-b708-f1331679ff1c" providerId="ADAL" clId="{9197B0FE-E202-41DE-B305-E84024822CE5}" dt="2023-05-25T12:22:53.544" v="5869" actId="1076"/>
          <ac:spMkLst>
            <pc:docMk/>
            <pc:sldMk cId="3327285577" sldId="470"/>
            <ac:spMk id="13" creationId="{AE9E651A-6A2A-9644-7BD7-3F535C095435}"/>
          </ac:spMkLst>
        </pc:spChg>
        <pc:spChg chg="add del mod">
          <ac:chgData name="Chris Alvin" userId="1477fe7d-12c1-4dcd-b708-f1331679ff1c" providerId="ADAL" clId="{9197B0FE-E202-41DE-B305-E84024822CE5}" dt="2023-05-23T15:21:23.762" v="2757" actId="478"/>
          <ac:spMkLst>
            <pc:docMk/>
            <pc:sldMk cId="3327285577" sldId="470"/>
            <ac:spMk id="14" creationId="{86D16BC0-5446-3575-5C27-55A30CD940AC}"/>
          </ac:spMkLst>
        </pc:spChg>
        <pc:spChg chg="add mod">
          <ac:chgData name="Chris Alvin" userId="1477fe7d-12c1-4dcd-b708-f1331679ff1c" providerId="ADAL" clId="{9197B0FE-E202-41DE-B305-E84024822CE5}" dt="2023-05-25T12:22:53.544" v="5869" actId="1076"/>
          <ac:spMkLst>
            <pc:docMk/>
            <pc:sldMk cId="3327285577" sldId="470"/>
            <ac:spMk id="15" creationId="{F0ED1777-CC92-6483-E650-0722F6107E6B}"/>
          </ac:spMkLst>
        </pc:spChg>
        <pc:spChg chg="add mod">
          <ac:chgData name="Chris Alvin" userId="1477fe7d-12c1-4dcd-b708-f1331679ff1c" providerId="ADAL" clId="{9197B0FE-E202-41DE-B305-E84024822CE5}" dt="2023-05-25T12:23:03.192" v="5871" actId="1076"/>
          <ac:spMkLst>
            <pc:docMk/>
            <pc:sldMk cId="3327285577" sldId="470"/>
            <ac:spMk id="16" creationId="{1075E9C5-D799-6AE6-565F-F079E439F505}"/>
          </ac:spMkLst>
        </pc:spChg>
        <pc:spChg chg="add del mod">
          <ac:chgData name="Chris Alvin" userId="1477fe7d-12c1-4dcd-b708-f1331679ff1c" providerId="ADAL" clId="{9197B0FE-E202-41DE-B305-E84024822CE5}" dt="2023-05-23T15:21:23.762" v="2757" actId="478"/>
          <ac:spMkLst>
            <pc:docMk/>
            <pc:sldMk cId="3327285577" sldId="470"/>
            <ac:spMk id="17" creationId="{1E904871-E1D4-3564-D749-FAC6148E4DCC}"/>
          </ac:spMkLst>
        </pc:spChg>
        <pc:spChg chg="add del mod">
          <ac:chgData name="Chris Alvin" userId="1477fe7d-12c1-4dcd-b708-f1331679ff1c" providerId="ADAL" clId="{9197B0FE-E202-41DE-B305-E84024822CE5}" dt="2023-05-23T17:29:16.918" v="4244" actId="478"/>
          <ac:spMkLst>
            <pc:docMk/>
            <pc:sldMk cId="3327285577" sldId="470"/>
            <ac:spMk id="18" creationId="{412D31D7-A0D8-F619-C0BE-BFD2A62186AC}"/>
          </ac:spMkLst>
        </pc:spChg>
        <pc:spChg chg="add mod">
          <ac:chgData name="Chris Alvin" userId="1477fe7d-12c1-4dcd-b708-f1331679ff1c" providerId="ADAL" clId="{9197B0FE-E202-41DE-B305-E84024822CE5}" dt="2023-06-13T13:45:43.968" v="7493" actId="6549"/>
          <ac:spMkLst>
            <pc:docMk/>
            <pc:sldMk cId="3327285577" sldId="470"/>
            <ac:spMk id="19" creationId="{D6A9A3CF-8475-FEDE-70F7-68FFA976D947}"/>
          </ac:spMkLst>
        </pc:spChg>
        <pc:spChg chg="add mod">
          <ac:chgData name="Chris Alvin" userId="1477fe7d-12c1-4dcd-b708-f1331679ff1c" providerId="ADAL" clId="{9197B0FE-E202-41DE-B305-E84024822CE5}" dt="2023-05-23T15:27:32.754" v="2879" actId="1076"/>
          <ac:spMkLst>
            <pc:docMk/>
            <pc:sldMk cId="3327285577" sldId="470"/>
            <ac:spMk id="21" creationId="{237D9647-2304-26DE-6C52-03596F17E771}"/>
          </ac:spMkLst>
        </pc:spChg>
        <pc:spChg chg="add del mod">
          <ac:chgData name="Chris Alvin" userId="1477fe7d-12c1-4dcd-b708-f1331679ff1c" providerId="ADAL" clId="{9197B0FE-E202-41DE-B305-E84024822CE5}" dt="2023-05-23T15:27:46.035" v="2883" actId="1076"/>
          <ac:spMkLst>
            <pc:docMk/>
            <pc:sldMk cId="3327285577" sldId="470"/>
            <ac:spMk id="22" creationId="{E9FE2B38-71EA-D693-08C3-818ABA06AA41}"/>
          </ac:spMkLst>
        </pc:spChg>
        <pc:spChg chg="add mod">
          <ac:chgData name="Chris Alvin" userId="1477fe7d-12c1-4dcd-b708-f1331679ff1c" providerId="ADAL" clId="{9197B0FE-E202-41DE-B305-E84024822CE5}" dt="2023-05-23T15:28:02.914" v="2888" actId="20577"/>
          <ac:spMkLst>
            <pc:docMk/>
            <pc:sldMk cId="3327285577" sldId="470"/>
            <ac:spMk id="23" creationId="{9CE197C7-6ED0-0390-6106-588528B87887}"/>
          </ac:spMkLst>
        </pc:spChg>
        <pc:spChg chg="add del mod">
          <ac:chgData name="Chris Alvin" userId="1477fe7d-12c1-4dcd-b708-f1331679ff1c" providerId="ADAL" clId="{9197B0FE-E202-41DE-B305-E84024822CE5}" dt="2023-05-23T15:27:04.484" v="2875" actId="478"/>
          <ac:spMkLst>
            <pc:docMk/>
            <pc:sldMk cId="3327285577" sldId="470"/>
            <ac:spMk id="24" creationId="{A7EBE226-89D0-02D5-93CA-05EC68E35FE8}"/>
          </ac:spMkLst>
        </pc:spChg>
        <pc:spChg chg="add mod">
          <ac:chgData name="Chris Alvin" userId="1477fe7d-12c1-4dcd-b708-f1331679ff1c" providerId="ADAL" clId="{9197B0FE-E202-41DE-B305-E84024822CE5}" dt="2023-05-23T15:29:22.721" v="2920" actId="1076"/>
          <ac:spMkLst>
            <pc:docMk/>
            <pc:sldMk cId="3327285577" sldId="470"/>
            <ac:spMk id="25" creationId="{10FAADE8-16FA-0503-75B7-3D4242346267}"/>
          </ac:spMkLst>
        </pc:spChg>
        <pc:spChg chg="add mod">
          <ac:chgData name="Chris Alvin" userId="1477fe7d-12c1-4dcd-b708-f1331679ff1c" providerId="ADAL" clId="{9197B0FE-E202-41DE-B305-E84024822CE5}" dt="2023-05-23T15:29:22.721" v="2920" actId="1076"/>
          <ac:spMkLst>
            <pc:docMk/>
            <pc:sldMk cId="3327285577" sldId="470"/>
            <ac:spMk id="26" creationId="{97633C09-4EFC-D7FC-C861-678F1B17FA59}"/>
          </ac:spMkLst>
        </pc:spChg>
      </pc:sldChg>
      <pc:sldChg chg="addSp delSp modSp mod modAnim">
        <pc:chgData name="Chris Alvin" userId="1477fe7d-12c1-4dcd-b708-f1331679ff1c" providerId="ADAL" clId="{9197B0FE-E202-41DE-B305-E84024822CE5}" dt="2023-06-08T17:16:04.613" v="7453"/>
        <pc:sldMkLst>
          <pc:docMk/>
          <pc:sldMk cId="3301625856" sldId="474"/>
        </pc:sldMkLst>
        <pc:spChg chg="del">
          <ac:chgData name="Chris Alvin" userId="1477fe7d-12c1-4dcd-b708-f1331679ff1c" providerId="ADAL" clId="{9197B0FE-E202-41DE-B305-E84024822CE5}" dt="2023-05-23T16:09:32.010" v="3020" actId="478"/>
          <ac:spMkLst>
            <pc:docMk/>
            <pc:sldMk cId="3301625856" sldId="474"/>
            <ac:spMk id="2" creationId="{DDC45A33-9306-12CF-93AA-A6DD67072AD9}"/>
          </ac:spMkLst>
        </pc:spChg>
        <pc:spChg chg="del">
          <ac:chgData name="Chris Alvin" userId="1477fe7d-12c1-4dcd-b708-f1331679ff1c" providerId="ADAL" clId="{9197B0FE-E202-41DE-B305-E84024822CE5}" dt="2023-05-23T16:09:32.010" v="3020" actId="478"/>
          <ac:spMkLst>
            <pc:docMk/>
            <pc:sldMk cId="3301625856" sldId="474"/>
            <ac:spMk id="3" creationId="{DDE0F52A-34A2-04D3-60D3-E2FD7F72F05A}"/>
          </ac:spMkLst>
        </pc:spChg>
        <pc:spChg chg="mod">
          <ac:chgData name="Chris Alvin" userId="1477fe7d-12c1-4dcd-b708-f1331679ff1c" providerId="ADAL" clId="{9197B0FE-E202-41DE-B305-E84024822CE5}" dt="2023-05-23T15:40:50.608" v="3019" actId="6549"/>
          <ac:spMkLst>
            <pc:docMk/>
            <pc:sldMk cId="3301625856" sldId="474"/>
            <ac:spMk id="4" creationId="{00000000-0000-0000-0000-000000000000}"/>
          </ac:spMkLst>
        </pc:spChg>
        <pc:spChg chg="del">
          <ac:chgData name="Chris Alvin" userId="1477fe7d-12c1-4dcd-b708-f1331679ff1c" providerId="ADAL" clId="{9197B0FE-E202-41DE-B305-E84024822CE5}" dt="2023-05-23T16:09:32.010" v="3020" actId="478"/>
          <ac:spMkLst>
            <pc:docMk/>
            <pc:sldMk cId="3301625856" sldId="474"/>
            <ac:spMk id="5" creationId="{B750D707-8A77-4901-3BEA-8B3C9E0AD894}"/>
          </ac:spMkLst>
        </pc:spChg>
        <pc:spChg chg="del">
          <ac:chgData name="Chris Alvin" userId="1477fe7d-12c1-4dcd-b708-f1331679ff1c" providerId="ADAL" clId="{9197B0FE-E202-41DE-B305-E84024822CE5}" dt="2023-05-23T16:09:32.010" v="3020" actId="478"/>
          <ac:spMkLst>
            <pc:docMk/>
            <pc:sldMk cId="3301625856" sldId="474"/>
            <ac:spMk id="6" creationId="{88BE2FA1-2010-E668-BCF7-EADDE9417FF4}"/>
          </ac:spMkLst>
        </pc:spChg>
        <pc:spChg chg="del">
          <ac:chgData name="Chris Alvin" userId="1477fe7d-12c1-4dcd-b708-f1331679ff1c" providerId="ADAL" clId="{9197B0FE-E202-41DE-B305-E84024822CE5}" dt="2023-05-23T16:09:32.010" v="3020" actId="478"/>
          <ac:spMkLst>
            <pc:docMk/>
            <pc:sldMk cId="3301625856" sldId="474"/>
            <ac:spMk id="7" creationId="{DDCBBD03-F8F4-61CD-32A1-9B53F7DF7D25}"/>
          </ac:spMkLst>
        </pc:spChg>
        <pc:spChg chg="del">
          <ac:chgData name="Chris Alvin" userId="1477fe7d-12c1-4dcd-b708-f1331679ff1c" providerId="ADAL" clId="{9197B0FE-E202-41DE-B305-E84024822CE5}" dt="2023-05-23T16:09:32.010" v="3020" actId="478"/>
          <ac:spMkLst>
            <pc:docMk/>
            <pc:sldMk cId="3301625856" sldId="474"/>
            <ac:spMk id="8" creationId="{CFEDD08C-974B-96B4-B3BB-8C78626B0223}"/>
          </ac:spMkLst>
        </pc:spChg>
        <pc:spChg chg="del">
          <ac:chgData name="Chris Alvin" userId="1477fe7d-12c1-4dcd-b708-f1331679ff1c" providerId="ADAL" clId="{9197B0FE-E202-41DE-B305-E84024822CE5}" dt="2023-05-23T16:09:32.010" v="3020" actId="478"/>
          <ac:spMkLst>
            <pc:docMk/>
            <pc:sldMk cId="3301625856" sldId="474"/>
            <ac:spMk id="9" creationId="{4930CE8C-FB89-CF0F-AAD5-71F6921693AB}"/>
          </ac:spMkLst>
        </pc:spChg>
        <pc:spChg chg="del">
          <ac:chgData name="Chris Alvin" userId="1477fe7d-12c1-4dcd-b708-f1331679ff1c" providerId="ADAL" clId="{9197B0FE-E202-41DE-B305-E84024822CE5}" dt="2023-05-23T16:09:32.010" v="3020" actId="478"/>
          <ac:spMkLst>
            <pc:docMk/>
            <pc:sldMk cId="3301625856" sldId="474"/>
            <ac:spMk id="10" creationId="{7F2FAF44-6EF6-031E-F933-C548C235371F}"/>
          </ac:spMkLst>
        </pc:spChg>
        <pc:spChg chg="del">
          <ac:chgData name="Chris Alvin" userId="1477fe7d-12c1-4dcd-b708-f1331679ff1c" providerId="ADAL" clId="{9197B0FE-E202-41DE-B305-E84024822CE5}" dt="2023-05-23T16:09:32.010" v="3020" actId="478"/>
          <ac:spMkLst>
            <pc:docMk/>
            <pc:sldMk cId="3301625856" sldId="474"/>
            <ac:spMk id="11" creationId="{24BF18A0-6F75-3E44-92B9-8A766FF4FC39}"/>
          </ac:spMkLst>
        </pc:spChg>
        <pc:spChg chg="add mod">
          <ac:chgData name="Chris Alvin" userId="1477fe7d-12c1-4dcd-b708-f1331679ff1c" providerId="ADAL" clId="{9197B0FE-E202-41DE-B305-E84024822CE5}" dt="2023-05-23T16:13:29.008" v="3330" actId="6549"/>
          <ac:spMkLst>
            <pc:docMk/>
            <pc:sldMk cId="3301625856" sldId="474"/>
            <ac:spMk id="13" creationId="{136258E7-B37C-35E9-4B57-42939BDE1092}"/>
          </ac:spMkLst>
        </pc:spChg>
        <pc:spChg chg="add mod">
          <ac:chgData name="Chris Alvin" userId="1477fe7d-12c1-4dcd-b708-f1331679ff1c" providerId="ADAL" clId="{9197B0FE-E202-41DE-B305-E84024822CE5}" dt="2023-05-23T16:11:55.571" v="3170" actId="20577"/>
          <ac:spMkLst>
            <pc:docMk/>
            <pc:sldMk cId="3301625856" sldId="474"/>
            <ac:spMk id="14" creationId="{AD83C77E-E964-E538-B52E-31C6B4388215}"/>
          </ac:spMkLst>
        </pc:spChg>
        <pc:spChg chg="add mod">
          <ac:chgData name="Chris Alvin" userId="1477fe7d-12c1-4dcd-b708-f1331679ff1c" providerId="ADAL" clId="{9197B0FE-E202-41DE-B305-E84024822CE5}" dt="2023-05-23T16:13:24.214" v="3328" actId="1076"/>
          <ac:spMkLst>
            <pc:docMk/>
            <pc:sldMk cId="3301625856" sldId="474"/>
            <ac:spMk id="15" creationId="{699F92E0-F7D9-9D90-D06E-F192BEDD230E}"/>
          </ac:spMkLst>
        </pc:spChg>
        <pc:spChg chg="add mod">
          <ac:chgData name="Chris Alvin" userId="1477fe7d-12c1-4dcd-b708-f1331679ff1c" providerId="ADAL" clId="{9197B0FE-E202-41DE-B305-E84024822CE5}" dt="2023-05-25T12:25:10.792" v="5872" actId="2085"/>
          <ac:spMkLst>
            <pc:docMk/>
            <pc:sldMk cId="3301625856" sldId="474"/>
            <ac:spMk id="17" creationId="{D840F8EA-34BF-38A5-32A6-83831DE4D1FB}"/>
          </ac:spMkLst>
        </pc:spChg>
        <pc:picChg chg="add mod">
          <ac:chgData name="Chris Alvin" userId="1477fe7d-12c1-4dcd-b708-f1331679ff1c" providerId="ADAL" clId="{9197B0FE-E202-41DE-B305-E84024822CE5}" dt="2023-05-23T16:14:57.161" v="3384" actId="1076"/>
          <ac:picMkLst>
            <pc:docMk/>
            <pc:sldMk cId="3301625856" sldId="474"/>
            <ac:picMk id="19" creationId="{2E23585E-F3EC-3B24-115E-A3331EB4D6AC}"/>
          </ac:picMkLst>
        </pc:picChg>
      </pc:sldChg>
      <pc:sldChg chg="del">
        <pc:chgData name="Chris Alvin" userId="1477fe7d-12c1-4dcd-b708-f1331679ff1c" providerId="ADAL" clId="{9197B0FE-E202-41DE-B305-E84024822CE5}" dt="2023-05-23T13:59:01.595" v="462" actId="47"/>
        <pc:sldMkLst>
          <pc:docMk/>
          <pc:sldMk cId="3991553324" sldId="502"/>
        </pc:sldMkLst>
      </pc:sldChg>
      <pc:sldChg chg="del">
        <pc:chgData name="Chris Alvin" userId="1477fe7d-12c1-4dcd-b708-f1331679ff1c" providerId="ADAL" clId="{9197B0FE-E202-41DE-B305-E84024822CE5}" dt="2023-05-23T13:59:03.544" v="463" actId="47"/>
        <pc:sldMkLst>
          <pc:docMk/>
          <pc:sldMk cId="380307949" sldId="503"/>
        </pc:sldMkLst>
      </pc:sldChg>
      <pc:sldChg chg="delSp modSp del mod">
        <pc:chgData name="Chris Alvin" userId="1477fe7d-12c1-4dcd-b708-f1331679ff1c" providerId="ADAL" clId="{9197B0FE-E202-41DE-B305-E84024822CE5}" dt="2023-05-23T16:20:17.025" v="3587" actId="47"/>
        <pc:sldMkLst>
          <pc:docMk/>
          <pc:sldMk cId="3345890663" sldId="504"/>
        </pc:sldMkLst>
        <pc:spChg chg="del">
          <ac:chgData name="Chris Alvin" userId="1477fe7d-12c1-4dcd-b708-f1331679ff1c" providerId="ADAL" clId="{9197B0FE-E202-41DE-B305-E84024822CE5}" dt="2023-05-23T16:16:04.923" v="3401" actId="478"/>
          <ac:spMkLst>
            <pc:docMk/>
            <pc:sldMk cId="3345890663" sldId="504"/>
            <ac:spMk id="3" creationId="{DDE0F52A-34A2-04D3-60D3-E2FD7F72F05A}"/>
          </ac:spMkLst>
        </pc:spChg>
        <pc:spChg chg="mod">
          <ac:chgData name="Chris Alvin" userId="1477fe7d-12c1-4dcd-b708-f1331679ff1c" providerId="ADAL" clId="{9197B0FE-E202-41DE-B305-E84024822CE5}" dt="2023-05-23T16:16:16.109" v="3411" actId="6549"/>
          <ac:spMkLst>
            <pc:docMk/>
            <pc:sldMk cId="3345890663" sldId="504"/>
            <ac:spMk id="4" creationId="{00000000-0000-0000-0000-000000000000}"/>
          </ac:spMkLst>
        </pc:spChg>
        <pc:spChg chg="del">
          <ac:chgData name="Chris Alvin" userId="1477fe7d-12c1-4dcd-b708-f1331679ff1c" providerId="ADAL" clId="{9197B0FE-E202-41DE-B305-E84024822CE5}" dt="2023-05-23T16:16:04.923" v="3401" actId="478"/>
          <ac:spMkLst>
            <pc:docMk/>
            <pc:sldMk cId="3345890663" sldId="504"/>
            <ac:spMk id="6" creationId="{88BE2FA1-2010-E668-BCF7-EADDE9417FF4}"/>
          </ac:spMkLst>
        </pc:spChg>
        <pc:spChg chg="del">
          <ac:chgData name="Chris Alvin" userId="1477fe7d-12c1-4dcd-b708-f1331679ff1c" providerId="ADAL" clId="{9197B0FE-E202-41DE-B305-E84024822CE5}" dt="2023-05-23T16:16:04.923" v="3401" actId="478"/>
          <ac:spMkLst>
            <pc:docMk/>
            <pc:sldMk cId="3345890663" sldId="504"/>
            <ac:spMk id="7" creationId="{DDCBBD03-F8F4-61CD-32A1-9B53F7DF7D25}"/>
          </ac:spMkLst>
        </pc:spChg>
        <pc:spChg chg="del">
          <ac:chgData name="Chris Alvin" userId="1477fe7d-12c1-4dcd-b708-f1331679ff1c" providerId="ADAL" clId="{9197B0FE-E202-41DE-B305-E84024822CE5}" dt="2023-05-23T16:16:04.923" v="3401" actId="478"/>
          <ac:spMkLst>
            <pc:docMk/>
            <pc:sldMk cId="3345890663" sldId="504"/>
            <ac:spMk id="12" creationId="{B914D875-3DDD-A2C3-364D-073D4455650D}"/>
          </ac:spMkLst>
        </pc:spChg>
        <pc:spChg chg="del">
          <ac:chgData name="Chris Alvin" userId="1477fe7d-12c1-4dcd-b708-f1331679ff1c" providerId="ADAL" clId="{9197B0FE-E202-41DE-B305-E84024822CE5}" dt="2023-05-23T16:16:04.923" v="3401" actId="478"/>
          <ac:spMkLst>
            <pc:docMk/>
            <pc:sldMk cId="3345890663" sldId="504"/>
            <ac:spMk id="13" creationId="{B2BFD40B-5E16-E1B6-CB7E-B973F8FA5186}"/>
          </ac:spMkLst>
        </pc:spChg>
        <pc:spChg chg="del">
          <ac:chgData name="Chris Alvin" userId="1477fe7d-12c1-4dcd-b708-f1331679ff1c" providerId="ADAL" clId="{9197B0FE-E202-41DE-B305-E84024822CE5}" dt="2023-05-23T16:16:04.923" v="3401" actId="478"/>
          <ac:spMkLst>
            <pc:docMk/>
            <pc:sldMk cId="3345890663" sldId="504"/>
            <ac:spMk id="14" creationId="{856A1FC2-D0AA-535E-20BC-8AECAC80FB31}"/>
          </ac:spMkLst>
        </pc:spChg>
        <pc:spChg chg="del">
          <ac:chgData name="Chris Alvin" userId="1477fe7d-12c1-4dcd-b708-f1331679ff1c" providerId="ADAL" clId="{9197B0FE-E202-41DE-B305-E84024822CE5}" dt="2023-05-23T16:16:04.923" v="3401" actId="478"/>
          <ac:spMkLst>
            <pc:docMk/>
            <pc:sldMk cId="3345890663" sldId="504"/>
            <ac:spMk id="15" creationId="{695E2597-DCEF-8DC1-ED87-BAB34EAEC680}"/>
          </ac:spMkLst>
        </pc:spChg>
        <pc:spChg chg="del">
          <ac:chgData name="Chris Alvin" userId="1477fe7d-12c1-4dcd-b708-f1331679ff1c" providerId="ADAL" clId="{9197B0FE-E202-41DE-B305-E84024822CE5}" dt="2023-05-23T16:16:04.923" v="3401" actId="478"/>
          <ac:spMkLst>
            <pc:docMk/>
            <pc:sldMk cId="3345890663" sldId="504"/>
            <ac:spMk id="17" creationId="{D52CDFE1-2C40-B0DC-BEC4-6EEE6E50CA67}"/>
          </ac:spMkLst>
        </pc:spChg>
        <pc:spChg chg="del">
          <ac:chgData name="Chris Alvin" userId="1477fe7d-12c1-4dcd-b708-f1331679ff1c" providerId="ADAL" clId="{9197B0FE-E202-41DE-B305-E84024822CE5}" dt="2023-05-23T16:16:04.923" v="3401" actId="478"/>
          <ac:spMkLst>
            <pc:docMk/>
            <pc:sldMk cId="3345890663" sldId="504"/>
            <ac:spMk id="18" creationId="{142EE6B6-540B-A6B8-5EC2-0937CC017FBE}"/>
          </ac:spMkLst>
        </pc:spChg>
        <pc:spChg chg="del">
          <ac:chgData name="Chris Alvin" userId="1477fe7d-12c1-4dcd-b708-f1331679ff1c" providerId="ADAL" clId="{9197B0FE-E202-41DE-B305-E84024822CE5}" dt="2023-05-23T16:16:04.923" v="3401" actId="478"/>
          <ac:spMkLst>
            <pc:docMk/>
            <pc:sldMk cId="3345890663" sldId="504"/>
            <ac:spMk id="19" creationId="{D423ACD7-0A3A-04E5-CF9A-DDD3D0D76DAB}"/>
          </ac:spMkLst>
        </pc:spChg>
        <pc:spChg chg="del">
          <ac:chgData name="Chris Alvin" userId="1477fe7d-12c1-4dcd-b708-f1331679ff1c" providerId="ADAL" clId="{9197B0FE-E202-41DE-B305-E84024822CE5}" dt="2023-05-23T16:16:04.923" v="3401" actId="478"/>
          <ac:spMkLst>
            <pc:docMk/>
            <pc:sldMk cId="3345890663" sldId="504"/>
            <ac:spMk id="20" creationId="{0B4B03C7-F92C-F7B8-F854-FE4B3136E363}"/>
          </ac:spMkLst>
        </pc:spChg>
      </pc:sldChg>
      <pc:sldChg chg="del">
        <pc:chgData name="Chris Alvin" userId="1477fe7d-12c1-4dcd-b708-f1331679ff1c" providerId="ADAL" clId="{9197B0FE-E202-41DE-B305-E84024822CE5}" dt="2023-05-23T17:28:47.733" v="4238" actId="47"/>
        <pc:sldMkLst>
          <pc:docMk/>
          <pc:sldMk cId="706563196" sldId="505"/>
        </pc:sldMkLst>
      </pc:sldChg>
      <pc:sldChg chg="del">
        <pc:chgData name="Chris Alvin" userId="1477fe7d-12c1-4dcd-b708-f1331679ff1c" providerId="ADAL" clId="{9197B0FE-E202-41DE-B305-E84024822CE5}" dt="2023-05-23T17:28:50.200" v="4239" actId="47"/>
        <pc:sldMkLst>
          <pc:docMk/>
          <pc:sldMk cId="2273767317" sldId="507"/>
        </pc:sldMkLst>
      </pc:sldChg>
      <pc:sldChg chg="addSp delSp modSp add mod addAnim delAnim modAnim">
        <pc:chgData name="Chris Alvin" userId="1477fe7d-12c1-4dcd-b708-f1331679ff1c" providerId="ADAL" clId="{9197B0FE-E202-41DE-B305-E84024822CE5}" dt="2023-06-08T14:55:46.103" v="7426"/>
        <pc:sldMkLst>
          <pc:docMk/>
          <pc:sldMk cId="1759180496" sldId="508"/>
        </pc:sldMkLst>
        <pc:spChg chg="add mod">
          <ac:chgData name="Chris Alvin" userId="1477fe7d-12c1-4dcd-b708-f1331679ff1c" providerId="ADAL" clId="{9197B0FE-E202-41DE-B305-E84024822CE5}" dt="2023-05-23T14:15:12.639" v="1051" actId="114"/>
          <ac:spMkLst>
            <pc:docMk/>
            <pc:sldMk cId="1759180496" sldId="508"/>
            <ac:spMk id="2" creationId="{F097AD85-D4FA-220D-3AE4-6507A6F4CE2A}"/>
          </ac:spMkLst>
        </pc:spChg>
        <pc:spChg chg="del">
          <ac:chgData name="Chris Alvin" userId="1477fe7d-12c1-4dcd-b708-f1331679ff1c" providerId="ADAL" clId="{9197B0FE-E202-41DE-B305-E84024822CE5}" dt="2023-05-23T14:14:45.698" v="990" actId="478"/>
          <ac:spMkLst>
            <pc:docMk/>
            <pc:sldMk cId="1759180496" sldId="508"/>
            <ac:spMk id="3" creationId="{A5161E91-435C-CDB3-9569-0458158BA417}"/>
          </ac:spMkLst>
        </pc:spChg>
        <pc:spChg chg="mod">
          <ac:chgData name="Chris Alvin" userId="1477fe7d-12c1-4dcd-b708-f1331679ff1c" providerId="ADAL" clId="{9197B0FE-E202-41DE-B305-E84024822CE5}" dt="2023-05-23T14:09:45.017" v="906" actId="20577"/>
          <ac:spMkLst>
            <pc:docMk/>
            <pc:sldMk cId="1759180496" sldId="508"/>
            <ac:spMk id="4" creationId="{00000000-0000-0000-0000-000000000000}"/>
          </ac:spMkLst>
        </pc:spChg>
        <pc:spChg chg="add mod">
          <ac:chgData name="Chris Alvin" userId="1477fe7d-12c1-4dcd-b708-f1331679ff1c" providerId="ADAL" clId="{9197B0FE-E202-41DE-B305-E84024822CE5}" dt="2023-05-23T14:15:16.503" v="1052" actId="114"/>
          <ac:spMkLst>
            <pc:docMk/>
            <pc:sldMk cId="1759180496" sldId="508"/>
            <ac:spMk id="5" creationId="{7AEEC84B-9C5D-7580-2EDD-62C503091443}"/>
          </ac:spMkLst>
        </pc:spChg>
        <pc:spChg chg="add mod">
          <ac:chgData name="Chris Alvin" userId="1477fe7d-12c1-4dcd-b708-f1331679ff1c" providerId="ADAL" clId="{9197B0FE-E202-41DE-B305-E84024822CE5}" dt="2023-05-23T14:22:24.091" v="1242" actId="1076"/>
          <ac:spMkLst>
            <pc:docMk/>
            <pc:sldMk cId="1759180496" sldId="508"/>
            <ac:spMk id="6" creationId="{DCF8CFF5-7925-1842-5321-B67110BBB13B}"/>
          </ac:spMkLst>
        </pc:spChg>
        <pc:spChg chg="add mod">
          <ac:chgData name="Chris Alvin" userId="1477fe7d-12c1-4dcd-b708-f1331679ff1c" providerId="ADAL" clId="{9197B0FE-E202-41DE-B305-E84024822CE5}" dt="2023-05-23T14:22:42.607" v="1245" actId="1076"/>
          <ac:spMkLst>
            <pc:docMk/>
            <pc:sldMk cId="1759180496" sldId="508"/>
            <ac:spMk id="7" creationId="{6E4DEE87-A8FA-B66D-1735-166A94F6715B}"/>
          </ac:spMkLst>
        </pc:spChg>
        <pc:spChg chg="add mod">
          <ac:chgData name="Chris Alvin" userId="1477fe7d-12c1-4dcd-b708-f1331679ff1c" providerId="ADAL" clId="{9197B0FE-E202-41DE-B305-E84024822CE5}" dt="2023-05-23T15:14:55.344" v="2539" actId="1076"/>
          <ac:spMkLst>
            <pc:docMk/>
            <pc:sldMk cId="1759180496" sldId="508"/>
            <ac:spMk id="8" creationId="{1C855720-257C-25AD-3590-288389DDEDD0}"/>
          </ac:spMkLst>
        </pc:spChg>
        <pc:spChg chg="add mod">
          <ac:chgData name="Chris Alvin" userId="1477fe7d-12c1-4dcd-b708-f1331679ff1c" providerId="ADAL" clId="{9197B0FE-E202-41DE-B305-E84024822CE5}" dt="2023-05-23T14:15:46.581" v="1084" actId="571"/>
          <ac:spMkLst>
            <pc:docMk/>
            <pc:sldMk cId="1759180496" sldId="508"/>
            <ac:spMk id="9" creationId="{59388D0A-15A5-F322-E154-D78D3881C8E5}"/>
          </ac:spMkLst>
        </pc:spChg>
        <pc:spChg chg="add mod">
          <ac:chgData name="Chris Alvin" userId="1477fe7d-12c1-4dcd-b708-f1331679ff1c" providerId="ADAL" clId="{9197B0FE-E202-41DE-B305-E84024822CE5}" dt="2023-05-23T14:15:46.581" v="1084" actId="571"/>
          <ac:spMkLst>
            <pc:docMk/>
            <pc:sldMk cId="1759180496" sldId="508"/>
            <ac:spMk id="10" creationId="{F38AE702-5711-FD7A-3A69-D525C73D0526}"/>
          </ac:spMkLst>
        </pc:spChg>
        <pc:spChg chg="del">
          <ac:chgData name="Chris Alvin" userId="1477fe7d-12c1-4dcd-b708-f1331679ff1c" providerId="ADAL" clId="{9197B0FE-E202-41DE-B305-E84024822CE5}" dt="2023-05-23T14:09:48.338" v="907" actId="478"/>
          <ac:spMkLst>
            <pc:docMk/>
            <pc:sldMk cId="1759180496" sldId="508"/>
            <ac:spMk id="11" creationId="{3CAD95AB-F41F-B85E-AD90-7721D0469EA2}"/>
          </ac:spMkLst>
        </pc:spChg>
        <pc:spChg chg="add mod">
          <ac:chgData name="Chris Alvin" userId="1477fe7d-12c1-4dcd-b708-f1331679ff1c" providerId="ADAL" clId="{9197B0FE-E202-41DE-B305-E84024822CE5}" dt="2023-05-23T15:15:04.489" v="2541" actId="1076"/>
          <ac:spMkLst>
            <pc:docMk/>
            <pc:sldMk cId="1759180496" sldId="508"/>
            <ac:spMk id="12" creationId="{6FFEA5CE-8753-86E8-4616-A5D03A06EC6F}"/>
          </ac:spMkLst>
        </pc:spChg>
        <pc:spChg chg="add mod">
          <ac:chgData name="Chris Alvin" userId="1477fe7d-12c1-4dcd-b708-f1331679ff1c" providerId="ADAL" clId="{9197B0FE-E202-41DE-B305-E84024822CE5}" dt="2023-05-23T14:22:35.212" v="1244" actId="1076"/>
          <ac:spMkLst>
            <pc:docMk/>
            <pc:sldMk cId="1759180496" sldId="508"/>
            <ac:spMk id="13" creationId="{5DA4516E-407A-0D3E-3C53-11FE89CB9969}"/>
          </ac:spMkLst>
        </pc:spChg>
        <pc:spChg chg="add mod">
          <ac:chgData name="Chris Alvin" userId="1477fe7d-12c1-4dcd-b708-f1331679ff1c" providerId="ADAL" clId="{9197B0FE-E202-41DE-B305-E84024822CE5}" dt="2023-05-23T14:22:42.607" v="1245" actId="1076"/>
          <ac:spMkLst>
            <pc:docMk/>
            <pc:sldMk cId="1759180496" sldId="508"/>
            <ac:spMk id="14" creationId="{3EF88231-DA2C-FFB6-E5A0-47B172BF17CD}"/>
          </ac:spMkLst>
        </pc:spChg>
        <pc:spChg chg="del">
          <ac:chgData name="Chris Alvin" userId="1477fe7d-12c1-4dcd-b708-f1331679ff1c" providerId="ADAL" clId="{9197B0FE-E202-41DE-B305-E84024822CE5}" dt="2023-05-23T14:14:42.945" v="989" actId="478"/>
          <ac:spMkLst>
            <pc:docMk/>
            <pc:sldMk cId="1759180496" sldId="508"/>
            <ac:spMk id="21" creationId="{4D465E86-7C0E-2155-9CCB-A81768018A07}"/>
          </ac:spMkLst>
        </pc:spChg>
        <pc:spChg chg="del">
          <ac:chgData name="Chris Alvin" userId="1477fe7d-12c1-4dcd-b708-f1331679ff1c" providerId="ADAL" clId="{9197B0FE-E202-41DE-B305-E84024822CE5}" dt="2023-05-23T14:14:42.945" v="989" actId="478"/>
          <ac:spMkLst>
            <pc:docMk/>
            <pc:sldMk cId="1759180496" sldId="508"/>
            <ac:spMk id="22" creationId="{10C942CF-9821-9FE2-1AD9-2A3510BECDAE}"/>
          </ac:spMkLst>
        </pc:spChg>
        <pc:spChg chg="del">
          <ac:chgData name="Chris Alvin" userId="1477fe7d-12c1-4dcd-b708-f1331679ff1c" providerId="ADAL" clId="{9197B0FE-E202-41DE-B305-E84024822CE5}" dt="2023-05-23T14:14:42.945" v="989" actId="478"/>
          <ac:spMkLst>
            <pc:docMk/>
            <pc:sldMk cId="1759180496" sldId="508"/>
            <ac:spMk id="23" creationId="{4789762B-CD70-D649-CCB4-DB83E3432B1C}"/>
          </ac:spMkLst>
        </pc:spChg>
        <pc:spChg chg="del">
          <ac:chgData name="Chris Alvin" userId="1477fe7d-12c1-4dcd-b708-f1331679ff1c" providerId="ADAL" clId="{9197B0FE-E202-41DE-B305-E84024822CE5}" dt="2023-05-23T14:14:42.945" v="989" actId="478"/>
          <ac:spMkLst>
            <pc:docMk/>
            <pc:sldMk cId="1759180496" sldId="508"/>
            <ac:spMk id="24" creationId="{DBE0398B-28BA-A691-8BE2-42E83CB5D1E7}"/>
          </ac:spMkLst>
        </pc:spChg>
        <pc:spChg chg="del">
          <ac:chgData name="Chris Alvin" userId="1477fe7d-12c1-4dcd-b708-f1331679ff1c" providerId="ADAL" clId="{9197B0FE-E202-41DE-B305-E84024822CE5}" dt="2023-05-23T14:14:42.945" v="989" actId="478"/>
          <ac:spMkLst>
            <pc:docMk/>
            <pc:sldMk cId="1759180496" sldId="508"/>
            <ac:spMk id="26" creationId="{78776883-595F-C81D-5BEE-B1E6C43C1EEC}"/>
          </ac:spMkLst>
        </pc:spChg>
        <pc:spChg chg="del">
          <ac:chgData name="Chris Alvin" userId="1477fe7d-12c1-4dcd-b708-f1331679ff1c" providerId="ADAL" clId="{9197B0FE-E202-41DE-B305-E84024822CE5}" dt="2023-05-23T14:14:42.945" v="989" actId="478"/>
          <ac:spMkLst>
            <pc:docMk/>
            <pc:sldMk cId="1759180496" sldId="508"/>
            <ac:spMk id="27" creationId="{102B9687-D686-0FA2-CCC3-9B0202209537}"/>
          </ac:spMkLst>
        </pc:spChg>
        <pc:spChg chg="del">
          <ac:chgData name="Chris Alvin" userId="1477fe7d-12c1-4dcd-b708-f1331679ff1c" providerId="ADAL" clId="{9197B0FE-E202-41DE-B305-E84024822CE5}" dt="2023-05-23T14:14:42.945" v="989" actId="478"/>
          <ac:spMkLst>
            <pc:docMk/>
            <pc:sldMk cId="1759180496" sldId="508"/>
            <ac:spMk id="28" creationId="{F0341BEA-9E4A-E30E-F739-035ECFCF35DB}"/>
          </ac:spMkLst>
        </pc:spChg>
        <pc:spChg chg="del">
          <ac:chgData name="Chris Alvin" userId="1477fe7d-12c1-4dcd-b708-f1331679ff1c" providerId="ADAL" clId="{9197B0FE-E202-41DE-B305-E84024822CE5}" dt="2023-05-23T14:14:42.945" v="989" actId="478"/>
          <ac:spMkLst>
            <pc:docMk/>
            <pc:sldMk cId="1759180496" sldId="508"/>
            <ac:spMk id="29" creationId="{6F12A8A1-D352-D085-1798-A20273DDAFDE}"/>
          </ac:spMkLst>
        </pc:spChg>
        <pc:spChg chg="del">
          <ac:chgData name="Chris Alvin" userId="1477fe7d-12c1-4dcd-b708-f1331679ff1c" providerId="ADAL" clId="{9197B0FE-E202-41DE-B305-E84024822CE5}" dt="2023-05-23T14:21:47.696" v="1235" actId="478"/>
          <ac:spMkLst>
            <pc:docMk/>
            <pc:sldMk cId="1759180496" sldId="508"/>
            <ac:spMk id="30" creationId="{86E9592F-CA16-E6FF-D162-D50A39047FE2}"/>
          </ac:spMkLst>
        </pc:spChg>
      </pc:sldChg>
      <pc:sldChg chg="addSp delSp modSp add mod delAnim modAnim">
        <pc:chgData name="Chris Alvin" userId="1477fe7d-12c1-4dcd-b708-f1331679ff1c" providerId="ADAL" clId="{9197B0FE-E202-41DE-B305-E84024822CE5}" dt="2023-06-08T15:01:19.496" v="7433"/>
        <pc:sldMkLst>
          <pc:docMk/>
          <pc:sldMk cId="828532228" sldId="509"/>
        </pc:sldMkLst>
        <pc:spChg chg="mod">
          <ac:chgData name="Chris Alvin" userId="1477fe7d-12c1-4dcd-b708-f1331679ff1c" providerId="ADAL" clId="{9197B0FE-E202-41DE-B305-E84024822CE5}" dt="2023-06-08T14:56:09.582" v="7427" actId="20577"/>
          <ac:spMkLst>
            <pc:docMk/>
            <pc:sldMk cId="828532228" sldId="509"/>
            <ac:spMk id="4" creationId="{00000000-0000-0000-0000-000000000000}"/>
          </ac:spMkLst>
        </pc:spChg>
        <pc:spChg chg="mod">
          <ac:chgData name="Chris Alvin" userId="1477fe7d-12c1-4dcd-b708-f1331679ff1c" providerId="ADAL" clId="{9197B0FE-E202-41DE-B305-E84024822CE5}" dt="2023-05-23T15:04:08.923" v="2227" actId="255"/>
          <ac:spMkLst>
            <pc:docMk/>
            <pc:sldMk cId="828532228" sldId="509"/>
            <ac:spMk id="7" creationId="{8969C0FF-9FB3-85E8-F3AD-836025379182}"/>
          </ac:spMkLst>
        </pc:spChg>
        <pc:spChg chg="add del mod">
          <ac:chgData name="Chris Alvin" userId="1477fe7d-12c1-4dcd-b708-f1331679ff1c" providerId="ADAL" clId="{9197B0FE-E202-41DE-B305-E84024822CE5}" dt="2023-05-23T14:55:07.216" v="1812" actId="478"/>
          <ac:spMkLst>
            <pc:docMk/>
            <pc:sldMk cId="828532228" sldId="509"/>
            <ac:spMk id="8" creationId="{F3DD1453-9680-1503-5F34-F674A87C863B}"/>
          </ac:spMkLst>
        </pc:spChg>
        <pc:spChg chg="del">
          <ac:chgData name="Chris Alvin" userId="1477fe7d-12c1-4dcd-b708-f1331679ff1c" providerId="ADAL" clId="{9197B0FE-E202-41DE-B305-E84024822CE5}" dt="2023-05-23T14:38:08.967" v="1543" actId="478"/>
          <ac:spMkLst>
            <pc:docMk/>
            <pc:sldMk cId="828532228" sldId="509"/>
            <ac:spMk id="9" creationId="{E66D535A-E353-E3B5-F8FD-894771A7BC7A}"/>
          </ac:spMkLst>
        </pc:spChg>
        <pc:spChg chg="add del mod">
          <ac:chgData name="Chris Alvin" userId="1477fe7d-12c1-4dcd-b708-f1331679ff1c" providerId="ADAL" clId="{9197B0FE-E202-41DE-B305-E84024822CE5}" dt="2023-05-23T14:55:04.845" v="1811" actId="478"/>
          <ac:spMkLst>
            <pc:docMk/>
            <pc:sldMk cId="828532228" sldId="509"/>
            <ac:spMk id="10" creationId="{EA9BF38E-85AD-896A-C1D7-8B1F174EB072}"/>
          </ac:spMkLst>
        </pc:spChg>
        <pc:spChg chg="del">
          <ac:chgData name="Chris Alvin" userId="1477fe7d-12c1-4dcd-b708-f1331679ff1c" providerId="ADAL" clId="{9197B0FE-E202-41DE-B305-E84024822CE5}" dt="2023-05-23T14:38:08.967" v="1543" actId="478"/>
          <ac:spMkLst>
            <pc:docMk/>
            <pc:sldMk cId="828532228" sldId="509"/>
            <ac:spMk id="11" creationId="{9D05E484-AFDB-7C42-1682-F03E67F87A28}"/>
          </ac:spMkLst>
        </pc:spChg>
        <pc:spChg chg="del">
          <ac:chgData name="Chris Alvin" userId="1477fe7d-12c1-4dcd-b708-f1331679ff1c" providerId="ADAL" clId="{9197B0FE-E202-41DE-B305-E84024822CE5}" dt="2023-05-23T14:38:08.967" v="1543" actId="478"/>
          <ac:spMkLst>
            <pc:docMk/>
            <pc:sldMk cId="828532228" sldId="509"/>
            <ac:spMk id="12" creationId="{78484AF2-6D4A-E465-A7E4-FE76A7915773}"/>
          </ac:spMkLst>
        </pc:spChg>
        <pc:spChg chg="del">
          <ac:chgData name="Chris Alvin" userId="1477fe7d-12c1-4dcd-b708-f1331679ff1c" providerId="ADAL" clId="{9197B0FE-E202-41DE-B305-E84024822CE5}" dt="2023-05-23T14:38:12.855" v="1544" actId="478"/>
          <ac:spMkLst>
            <pc:docMk/>
            <pc:sldMk cId="828532228" sldId="509"/>
            <ac:spMk id="13" creationId="{AE9E651A-6A2A-9644-7BD7-3F535C095435}"/>
          </ac:spMkLst>
        </pc:spChg>
        <pc:spChg chg="del">
          <ac:chgData name="Chris Alvin" userId="1477fe7d-12c1-4dcd-b708-f1331679ff1c" providerId="ADAL" clId="{9197B0FE-E202-41DE-B305-E84024822CE5}" dt="2023-05-23T14:38:17.543" v="1546" actId="478"/>
          <ac:spMkLst>
            <pc:docMk/>
            <pc:sldMk cId="828532228" sldId="509"/>
            <ac:spMk id="14" creationId="{86D16BC0-5446-3575-5C27-55A30CD940AC}"/>
          </ac:spMkLst>
        </pc:spChg>
        <pc:spChg chg="del">
          <ac:chgData name="Chris Alvin" userId="1477fe7d-12c1-4dcd-b708-f1331679ff1c" providerId="ADAL" clId="{9197B0FE-E202-41DE-B305-E84024822CE5}" dt="2023-05-23T14:38:12.855" v="1544" actId="478"/>
          <ac:spMkLst>
            <pc:docMk/>
            <pc:sldMk cId="828532228" sldId="509"/>
            <ac:spMk id="15" creationId="{F0ED1777-CC92-6483-E650-0722F6107E6B}"/>
          </ac:spMkLst>
        </pc:spChg>
        <pc:spChg chg="del">
          <ac:chgData name="Chris Alvin" userId="1477fe7d-12c1-4dcd-b708-f1331679ff1c" providerId="ADAL" clId="{9197B0FE-E202-41DE-B305-E84024822CE5}" dt="2023-05-23T14:38:12.855" v="1544" actId="478"/>
          <ac:spMkLst>
            <pc:docMk/>
            <pc:sldMk cId="828532228" sldId="509"/>
            <ac:spMk id="16" creationId="{1075E9C5-D799-6AE6-565F-F079E439F505}"/>
          </ac:spMkLst>
        </pc:spChg>
        <pc:spChg chg="del">
          <ac:chgData name="Chris Alvin" userId="1477fe7d-12c1-4dcd-b708-f1331679ff1c" providerId="ADAL" clId="{9197B0FE-E202-41DE-B305-E84024822CE5}" dt="2023-05-23T14:38:12.855" v="1544" actId="478"/>
          <ac:spMkLst>
            <pc:docMk/>
            <pc:sldMk cId="828532228" sldId="509"/>
            <ac:spMk id="17" creationId="{1E904871-E1D4-3564-D749-FAC6148E4DCC}"/>
          </ac:spMkLst>
        </pc:spChg>
        <pc:spChg chg="del">
          <ac:chgData name="Chris Alvin" userId="1477fe7d-12c1-4dcd-b708-f1331679ff1c" providerId="ADAL" clId="{9197B0FE-E202-41DE-B305-E84024822CE5}" dt="2023-05-23T14:38:17.543" v="1546" actId="478"/>
          <ac:spMkLst>
            <pc:docMk/>
            <pc:sldMk cId="828532228" sldId="509"/>
            <ac:spMk id="18" creationId="{412D31D7-A0D8-F619-C0BE-BFD2A62186AC}"/>
          </ac:spMkLst>
        </pc:spChg>
        <pc:spChg chg="add del mod">
          <ac:chgData name="Chris Alvin" userId="1477fe7d-12c1-4dcd-b708-f1331679ff1c" providerId="ADAL" clId="{9197B0FE-E202-41DE-B305-E84024822CE5}" dt="2023-05-23T14:55:04.845" v="1811" actId="478"/>
          <ac:spMkLst>
            <pc:docMk/>
            <pc:sldMk cId="828532228" sldId="509"/>
            <ac:spMk id="19" creationId="{CAB086CF-34D4-44C8-477A-17C8F8873153}"/>
          </ac:spMkLst>
        </pc:spChg>
        <pc:spChg chg="add mod">
          <ac:chgData name="Chris Alvin" userId="1477fe7d-12c1-4dcd-b708-f1331679ff1c" providerId="ADAL" clId="{9197B0FE-E202-41DE-B305-E84024822CE5}" dt="2023-05-23T15:03:54.271" v="2224" actId="164"/>
          <ac:spMkLst>
            <pc:docMk/>
            <pc:sldMk cId="828532228" sldId="509"/>
            <ac:spMk id="20" creationId="{D5B829FF-31DD-2FE8-1CAF-9A81C5834400}"/>
          </ac:spMkLst>
        </pc:spChg>
        <pc:spChg chg="add del mod">
          <ac:chgData name="Chris Alvin" userId="1477fe7d-12c1-4dcd-b708-f1331679ff1c" providerId="ADAL" clId="{9197B0FE-E202-41DE-B305-E84024822CE5}" dt="2023-05-23T14:55:04.845" v="1811" actId="478"/>
          <ac:spMkLst>
            <pc:docMk/>
            <pc:sldMk cId="828532228" sldId="509"/>
            <ac:spMk id="23" creationId="{5885E26A-5966-B427-E9FC-D4F030089E9B}"/>
          </ac:spMkLst>
        </pc:spChg>
        <pc:spChg chg="add mod">
          <ac:chgData name="Chris Alvin" userId="1477fe7d-12c1-4dcd-b708-f1331679ff1c" providerId="ADAL" clId="{9197B0FE-E202-41DE-B305-E84024822CE5}" dt="2023-05-23T15:03:54.271" v="2224" actId="164"/>
          <ac:spMkLst>
            <pc:docMk/>
            <pc:sldMk cId="828532228" sldId="509"/>
            <ac:spMk id="24" creationId="{5A02D43A-5F32-B8FD-6E53-EB6DE83E1468}"/>
          </ac:spMkLst>
        </pc:spChg>
        <pc:spChg chg="add mod">
          <ac:chgData name="Chris Alvin" userId="1477fe7d-12c1-4dcd-b708-f1331679ff1c" providerId="ADAL" clId="{9197B0FE-E202-41DE-B305-E84024822CE5}" dt="2023-05-23T15:04:13.401" v="2228" actId="1076"/>
          <ac:spMkLst>
            <pc:docMk/>
            <pc:sldMk cId="828532228" sldId="509"/>
            <ac:spMk id="27" creationId="{F79CEB9D-07A6-94E4-5E9B-2123205144D8}"/>
          </ac:spMkLst>
        </pc:spChg>
        <pc:spChg chg="add mod">
          <ac:chgData name="Chris Alvin" userId="1477fe7d-12c1-4dcd-b708-f1331679ff1c" providerId="ADAL" clId="{9197B0FE-E202-41DE-B305-E84024822CE5}" dt="2023-05-23T15:03:54.271" v="2224" actId="164"/>
          <ac:spMkLst>
            <pc:docMk/>
            <pc:sldMk cId="828532228" sldId="509"/>
            <ac:spMk id="40" creationId="{7DF0606C-5390-C260-155D-6A81D4BA144F}"/>
          </ac:spMkLst>
        </pc:spChg>
        <pc:spChg chg="add mod">
          <ac:chgData name="Chris Alvin" userId="1477fe7d-12c1-4dcd-b708-f1331679ff1c" providerId="ADAL" clId="{9197B0FE-E202-41DE-B305-E84024822CE5}" dt="2023-05-23T15:03:54.271" v="2224" actId="164"/>
          <ac:spMkLst>
            <pc:docMk/>
            <pc:sldMk cId="828532228" sldId="509"/>
            <ac:spMk id="41" creationId="{7F9B8335-0ADB-C245-D99F-EB0892B01E5F}"/>
          </ac:spMkLst>
        </pc:spChg>
        <pc:spChg chg="add mod">
          <ac:chgData name="Chris Alvin" userId="1477fe7d-12c1-4dcd-b708-f1331679ff1c" providerId="ADAL" clId="{9197B0FE-E202-41DE-B305-E84024822CE5}" dt="2023-05-23T15:03:54.271" v="2224" actId="164"/>
          <ac:spMkLst>
            <pc:docMk/>
            <pc:sldMk cId="828532228" sldId="509"/>
            <ac:spMk id="42" creationId="{906CAF0E-FB92-6860-3161-A957E4BEF785}"/>
          </ac:spMkLst>
        </pc:spChg>
        <pc:spChg chg="add mod">
          <ac:chgData name="Chris Alvin" userId="1477fe7d-12c1-4dcd-b708-f1331679ff1c" providerId="ADAL" clId="{9197B0FE-E202-41DE-B305-E84024822CE5}" dt="2023-05-23T15:03:54.271" v="2224" actId="164"/>
          <ac:spMkLst>
            <pc:docMk/>
            <pc:sldMk cId="828532228" sldId="509"/>
            <ac:spMk id="43" creationId="{42FB5396-FD8C-B7E5-C619-04BF264D9F07}"/>
          </ac:spMkLst>
        </pc:spChg>
        <pc:spChg chg="add mod">
          <ac:chgData name="Chris Alvin" userId="1477fe7d-12c1-4dcd-b708-f1331679ff1c" providerId="ADAL" clId="{9197B0FE-E202-41DE-B305-E84024822CE5}" dt="2023-05-23T15:03:54.271" v="2224" actId="164"/>
          <ac:spMkLst>
            <pc:docMk/>
            <pc:sldMk cId="828532228" sldId="509"/>
            <ac:spMk id="44" creationId="{01021695-C9FE-304D-0D52-74363F42578A}"/>
          </ac:spMkLst>
        </pc:spChg>
        <pc:spChg chg="add mod">
          <ac:chgData name="Chris Alvin" userId="1477fe7d-12c1-4dcd-b708-f1331679ff1c" providerId="ADAL" clId="{9197B0FE-E202-41DE-B305-E84024822CE5}" dt="2023-05-23T15:03:54.271" v="2224" actId="164"/>
          <ac:spMkLst>
            <pc:docMk/>
            <pc:sldMk cId="828532228" sldId="509"/>
            <ac:spMk id="45" creationId="{1B37D05B-2BC9-E851-3AD0-6AAFC502101D}"/>
          </ac:spMkLst>
        </pc:spChg>
        <pc:spChg chg="add mod">
          <ac:chgData name="Chris Alvin" userId="1477fe7d-12c1-4dcd-b708-f1331679ff1c" providerId="ADAL" clId="{9197B0FE-E202-41DE-B305-E84024822CE5}" dt="2023-05-23T15:03:54.271" v="2224" actId="164"/>
          <ac:spMkLst>
            <pc:docMk/>
            <pc:sldMk cId="828532228" sldId="509"/>
            <ac:spMk id="46" creationId="{DA923296-8C68-A7B3-5791-FA83C0E39525}"/>
          </ac:spMkLst>
        </pc:spChg>
        <pc:spChg chg="add mod">
          <ac:chgData name="Chris Alvin" userId="1477fe7d-12c1-4dcd-b708-f1331679ff1c" providerId="ADAL" clId="{9197B0FE-E202-41DE-B305-E84024822CE5}" dt="2023-05-23T15:03:54.271" v="2224" actId="164"/>
          <ac:spMkLst>
            <pc:docMk/>
            <pc:sldMk cId="828532228" sldId="509"/>
            <ac:spMk id="47" creationId="{1B28962D-9E78-15D5-CF65-2F58DDD88AFD}"/>
          </ac:spMkLst>
        </pc:spChg>
        <pc:spChg chg="add mod">
          <ac:chgData name="Chris Alvin" userId="1477fe7d-12c1-4dcd-b708-f1331679ff1c" providerId="ADAL" clId="{9197B0FE-E202-41DE-B305-E84024822CE5}" dt="2023-05-23T15:03:54.271" v="2224" actId="164"/>
          <ac:spMkLst>
            <pc:docMk/>
            <pc:sldMk cId="828532228" sldId="509"/>
            <ac:spMk id="48" creationId="{817A462C-8B34-28EC-E2C7-FBC8910DFA35}"/>
          </ac:spMkLst>
        </pc:spChg>
        <pc:spChg chg="add mod">
          <ac:chgData name="Chris Alvin" userId="1477fe7d-12c1-4dcd-b708-f1331679ff1c" providerId="ADAL" clId="{9197B0FE-E202-41DE-B305-E84024822CE5}" dt="2023-05-23T15:03:54.271" v="2224" actId="164"/>
          <ac:spMkLst>
            <pc:docMk/>
            <pc:sldMk cId="828532228" sldId="509"/>
            <ac:spMk id="57" creationId="{D4315C96-D3A7-ACC0-89EC-2BAC776E7568}"/>
          </ac:spMkLst>
        </pc:spChg>
        <pc:spChg chg="add mod">
          <ac:chgData name="Chris Alvin" userId="1477fe7d-12c1-4dcd-b708-f1331679ff1c" providerId="ADAL" clId="{9197B0FE-E202-41DE-B305-E84024822CE5}" dt="2023-05-23T15:03:54.271" v="2224" actId="164"/>
          <ac:spMkLst>
            <pc:docMk/>
            <pc:sldMk cId="828532228" sldId="509"/>
            <ac:spMk id="58" creationId="{1AF919A3-651A-E4FD-2818-7945F33C4747}"/>
          </ac:spMkLst>
        </pc:spChg>
        <pc:spChg chg="add del mod">
          <ac:chgData name="Chris Alvin" userId="1477fe7d-12c1-4dcd-b708-f1331679ff1c" providerId="ADAL" clId="{9197B0FE-E202-41DE-B305-E84024822CE5}" dt="2023-05-23T14:57:59.015" v="1965"/>
          <ac:spMkLst>
            <pc:docMk/>
            <pc:sldMk cId="828532228" sldId="509"/>
            <ac:spMk id="59" creationId="{6B7CEE23-45AB-4F34-C659-11864DE81FF8}"/>
          </ac:spMkLst>
        </pc:spChg>
        <pc:spChg chg="add mod">
          <ac:chgData name="Chris Alvin" userId="1477fe7d-12c1-4dcd-b708-f1331679ff1c" providerId="ADAL" clId="{9197B0FE-E202-41DE-B305-E84024822CE5}" dt="2023-05-25T12:15:36.079" v="5812" actId="6549"/>
          <ac:spMkLst>
            <pc:docMk/>
            <pc:sldMk cId="828532228" sldId="509"/>
            <ac:spMk id="60" creationId="{E608F612-17C6-F9B2-063C-CFAFC65F012C}"/>
          </ac:spMkLst>
        </pc:spChg>
        <pc:spChg chg="add mod">
          <ac:chgData name="Chris Alvin" userId="1477fe7d-12c1-4dcd-b708-f1331679ff1c" providerId="ADAL" clId="{9197B0FE-E202-41DE-B305-E84024822CE5}" dt="2023-05-23T15:04:29.138" v="2230" actId="1076"/>
          <ac:spMkLst>
            <pc:docMk/>
            <pc:sldMk cId="828532228" sldId="509"/>
            <ac:spMk id="61" creationId="{01215494-D337-6160-0A75-A92F7E3709F5}"/>
          </ac:spMkLst>
        </pc:spChg>
        <pc:spChg chg="add mod">
          <ac:chgData name="Chris Alvin" userId="1477fe7d-12c1-4dcd-b708-f1331679ff1c" providerId="ADAL" clId="{9197B0FE-E202-41DE-B305-E84024822CE5}" dt="2023-05-23T15:06:14.920" v="2293" actId="1076"/>
          <ac:spMkLst>
            <pc:docMk/>
            <pc:sldMk cId="828532228" sldId="509"/>
            <ac:spMk id="62" creationId="{9ED62430-4C79-4F29-D452-2383376B5344}"/>
          </ac:spMkLst>
        </pc:spChg>
        <pc:spChg chg="add mod">
          <ac:chgData name="Chris Alvin" userId="1477fe7d-12c1-4dcd-b708-f1331679ff1c" providerId="ADAL" clId="{9197B0FE-E202-41DE-B305-E84024822CE5}" dt="2023-05-25T12:15:52.008" v="5817" actId="1076"/>
          <ac:spMkLst>
            <pc:docMk/>
            <pc:sldMk cId="828532228" sldId="509"/>
            <ac:spMk id="63" creationId="{732D4FD8-07F7-B8DE-1D1E-B6A6AD8050C6}"/>
          </ac:spMkLst>
        </pc:spChg>
        <pc:spChg chg="add mod">
          <ac:chgData name="Chris Alvin" userId="1477fe7d-12c1-4dcd-b708-f1331679ff1c" providerId="ADAL" clId="{9197B0FE-E202-41DE-B305-E84024822CE5}" dt="2023-05-25T12:15:15.711" v="5760" actId="1076"/>
          <ac:spMkLst>
            <pc:docMk/>
            <pc:sldMk cId="828532228" sldId="509"/>
            <ac:spMk id="65" creationId="{C4BD181C-0B6F-4F1F-DA6D-26DF4C4579A6}"/>
          </ac:spMkLst>
        </pc:spChg>
        <pc:spChg chg="add mod">
          <ac:chgData name="Chris Alvin" userId="1477fe7d-12c1-4dcd-b708-f1331679ff1c" providerId="ADAL" clId="{9197B0FE-E202-41DE-B305-E84024822CE5}" dt="2023-05-25T12:16:39.018" v="5858" actId="20577"/>
          <ac:spMkLst>
            <pc:docMk/>
            <pc:sldMk cId="828532228" sldId="509"/>
            <ac:spMk id="66" creationId="{FF94AB54-6A04-DEA2-0A47-90A3C14530C4}"/>
          </ac:spMkLst>
        </pc:spChg>
        <pc:grpChg chg="add mod">
          <ac:chgData name="Chris Alvin" userId="1477fe7d-12c1-4dcd-b708-f1331679ff1c" providerId="ADAL" clId="{9197B0FE-E202-41DE-B305-E84024822CE5}" dt="2023-05-23T15:03:57.976" v="2225" actId="1076"/>
          <ac:grpSpMkLst>
            <pc:docMk/>
            <pc:sldMk cId="828532228" sldId="509"/>
            <ac:grpSpMk id="67" creationId="{1C4E06B7-B998-CDE2-9685-DFF2DAE21D19}"/>
          </ac:grpSpMkLst>
        </pc:grpChg>
        <pc:picChg chg="add mod ord">
          <ac:chgData name="Chris Alvin" userId="1477fe7d-12c1-4dcd-b708-f1331679ff1c" providerId="ADAL" clId="{9197B0FE-E202-41DE-B305-E84024822CE5}" dt="2023-05-23T15:03:54.271" v="2224" actId="164"/>
          <ac:picMkLst>
            <pc:docMk/>
            <pc:sldMk cId="828532228" sldId="509"/>
            <ac:picMk id="29" creationId="{3306BBB7-6F8B-0128-5349-705F8812FAAD}"/>
          </ac:picMkLst>
        </pc:picChg>
        <pc:cxnChg chg="add mod">
          <ac:chgData name="Chris Alvin" userId="1477fe7d-12c1-4dcd-b708-f1331679ff1c" providerId="ADAL" clId="{9197B0FE-E202-41DE-B305-E84024822CE5}" dt="2023-05-23T15:03:54.271" v="2224" actId="164"/>
          <ac:cxnSpMkLst>
            <pc:docMk/>
            <pc:sldMk cId="828532228" sldId="509"/>
            <ac:cxnSpMk id="2" creationId="{5CA9D704-367E-68E1-ED2D-E2C2F269A311}"/>
          </ac:cxnSpMkLst>
        </pc:cxnChg>
        <pc:cxnChg chg="add mod ord">
          <ac:chgData name="Chris Alvin" userId="1477fe7d-12c1-4dcd-b708-f1331679ff1c" providerId="ADAL" clId="{9197B0FE-E202-41DE-B305-E84024822CE5}" dt="2023-05-23T15:03:54.271" v="2224" actId="164"/>
          <ac:cxnSpMkLst>
            <pc:docMk/>
            <pc:sldMk cId="828532228" sldId="509"/>
            <ac:cxnSpMk id="3" creationId="{71082248-6649-3C41-CFCB-2A7A2F651C6B}"/>
          </ac:cxnSpMkLst>
        </pc:cxnChg>
        <pc:cxnChg chg="add del mod">
          <ac:chgData name="Chris Alvin" userId="1477fe7d-12c1-4dcd-b708-f1331679ff1c" providerId="ADAL" clId="{9197B0FE-E202-41DE-B305-E84024822CE5}" dt="2023-05-23T14:55:04.845" v="1811" actId="478"/>
          <ac:cxnSpMkLst>
            <pc:docMk/>
            <pc:sldMk cId="828532228" sldId="509"/>
            <ac:cxnSpMk id="5" creationId="{1F8233F9-806A-F38F-F69A-1CF07DFF3FE7}"/>
          </ac:cxnSpMkLst>
        </pc:cxnChg>
        <pc:cxnChg chg="add mod">
          <ac:chgData name="Chris Alvin" userId="1477fe7d-12c1-4dcd-b708-f1331679ff1c" providerId="ADAL" clId="{9197B0FE-E202-41DE-B305-E84024822CE5}" dt="2023-05-23T15:03:54.271" v="2224" actId="164"/>
          <ac:cxnSpMkLst>
            <pc:docMk/>
            <pc:sldMk cId="828532228" sldId="509"/>
            <ac:cxnSpMk id="6" creationId="{9E85AD48-06F1-1F21-2640-4EE21A61CCF9}"/>
          </ac:cxnSpMkLst>
        </pc:cxnChg>
        <pc:cxnChg chg="add del mod">
          <ac:chgData name="Chris Alvin" userId="1477fe7d-12c1-4dcd-b708-f1331679ff1c" providerId="ADAL" clId="{9197B0FE-E202-41DE-B305-E84024822CE5}" dt="2023-05-23T14:55:04.845" v="1811" actId="478"/>
          <ac:cxnSpMkLst>
            <pc:docMk/>
            <pc:sldMk cId="828532228" sldId="509"/>
            <ac:cxnSpMk id="21" creationId="{A9948DEC-B01C-C563-2593-5C98DFB8C5BD}"/>
          </ac:cxnSpMkLst>
        </pc:cxnChg>
        <pc:cxnChg chg="add del mod">
          <ac:chgData name="Chris Alvin" userId="1477fe7d-12c1-4dcd-b708-f1331679ff1c" providerId="ADAL" clId="{9197B0FE-E202-41DE-B305-E84024822CE5}" dt="2023-05-23T14:55:04.845" v="1811" actId="478"/>
          <ac:cxnSpMkLst>
            <pc:docMk/>
            <pc:sldMk cId="828532228" sldId="509"/>
            <ac:cxnSpMk id="22" creationId="{0733FE1E-E917-F1DD-5053-B3079F323079}"/>
          </ac:cxnSpMkLst>
        </pc:cxnChg>
        <pc:cxnChg chg="add del mod">
          <ac:chgData name="Chris Alvin" userId="1477fe7d-12c1-4dcd-b708-f1331679ff1c" providerId="ADAL" clId="{9197B0FE-E202-41DE-B305-E84024822CE5}" dt="2023-05-23T14:55:04.845" v="1811" actId="478"/>
          <ac:cxnSpMkLst>
            <pc:docMk/>
            <pc:sldMk cId="828532228" sldId="509"/>
            <ac:cxnSpMk id="25" creationId="{79F2A604-6520-9AE8-3521-052F83340463}"/>
          </ac:cxnSpMkLst>
        </pc:cxnChg>
        <pc:cxnChg chg="add del mod">
          <ac:chgData name="Chris Alvin" userId="1477fe7d-12c1-4dcd-b708-f1331679ff1c" providerId="ADAL" clId="{9197B0FE-E202-41DE-B305-E84024822CE5}" dt="2023-05-23T14:55:04.845" v="1811" actId="478"/>
          <ac:cxnSpMkLst>
            <pc:docMk/>
            <pc:sldMk cId="828532228" sldId="509"/>
            <ac:cxnSpMk id="26" creationId="{27DED1D7-49C6-5F56-19E9-4F9D4B14D3F7}"/>
          </ac:cxnSpMkLst>
        </pc:cxnChg>
        <pc:cxnChg chg="add mod">
          <ac:chgData name="Chris Alvin" userId="1477fe7d-12c1-4dcd-b708-f1331679ff1c" providerId="ADAL" clId="{9197B0FE-E202-41DE-B305-E84024822CE5}" dt="2023-05-23T15:03:54.271" v="2224" actId="164"/>
          <ac:cxnSpMkLst>
            <pc:docMk/>
            <pc:sldMk cId="828532228" sldId="509"/>
            <ac:cxnSpMk id="52" creationId="{F606CC57-FE3E-DEDC-06AC-A6D4BB714D10}"/>
          </ac:cxnSpMkLst>
        </pc:cxnChg>
      </pc:sldChg>
      <pc:sldChg chg="addSp delSp modSp add mod delAnim modAnim">
        <pc:chgData name="Chris Alvin" userId="1477fe7d-12c1-4dcd-b708-f1331679ff1c" providerId="ADAL" clId="{9197B0FE-E202-41DE-B305-E84024822CE5}" dt="2023-06-13T13:47:27.412" v="7499" actId="1076"/>
        <pc:sldMkLst>
          <pc:docMk/>
          <pc:sldMk cId="130630021" sldId="510"/>
        </pc:sldMkLst>
        <pc:spChg chg="mod">
          <ac:chgData name="Chris Alvin" userId="1477fe7d-12c1-4dcd-b708-f1331679ff1c" providerId="ADAL" clId="{9197B0FE-E202-41DE-B305-E84024822CE5}" dt="2023-05-23T16:20:14.609" v="3586" actId="20577"/>
          <ac:spMkLst>
            <pc:docMk/>
            <pc:sldMk cId="130630021" sldId="510"/>
            <ac:spMk id="4" creationId="{00000000-0000-0000-0000-000000000000}"/>
          </ac:spMkLst>
        </pc:spChg>
        <pc:spChg chg="add mod">
          <ac:chgData name="Chris Alvin" userId="1477fe7d-12c1-4dcd-b708-f1331679ff1c" providerId="ADAL" clId="{9197B0FE-E202-41DE-B305-E84024822CE5}" dt="2023-06-13T13:47:27.412" v="7499" actId="1076"/>
          <ac:spMkLst>
            <pc:docMk/>
            <pc:sldMk cId="130630021" sldId="510"/>
            <ac:spMk id="5" creationId="{2B9F7926-5865-724E-6A92-65A0089D0EED}"/>
          </ac:spMkLst>
        </pc:spChg>
        <pc:spChg chg="mod">
          <ac:chgData name="Chris Alvin" userId="1477fe7d-12c1-4dcd-b708-f1331679ff1c" providerId="ADAL" clId="{9197B0FE-E202-41DE-B305-E84024822CE5}" dt="2023-05-23T17:24:51.591" v="4128" actId="20577"/>
          <ac:spMkLst>
            <pc:docMk/>
            <pc:sldMk cId="130630021" sldId="510"/>
            <ac:spMk id="7" creationId="{8969C0FF-9FB3-85E8-F3AD-836025379182}"/>
          </ac:spMkLst>
        </pc:spChg>
        <pc:spChg chg="add mod">
          <ac:chgData name="Chris Alvin" userId="1477fe7d-12c1-4dcd-b708-f1331679ff1c" providerId="ADAL" clId="{9197B0FE-E202-41DE-B305-E84024822CE5}" dt="2023-05-23T17:25:13.135" v="4132" actId="164"/>
          <ac:spMkLst>
            <pc:docMk/>
            <pc:sldMk cId="130630021" sldId="510"/>
            <ac:spMk id="15" creationId="{CB30037E-E0BE-CD97-C28E-86A50BC03874}"/>
          </ac:spMkLst>
        </pc:spChg>
        <pc:spChg chg="add mod">
          <ac:chgData name="Chris Alvin" userId="1477fe7d-12c1-4dcd-b708-f1331679ff1c" providerId="ADAL" clId="{9197B0FE-E202-41DE-B305-E84024822CE5}" dt="2023-05-23T17:25:13.135" v="4132" actId="164"/>
          <ac:spMkLst>
            <pc:docMk/>
            <pc:sldMk cId="130630021" sldId="510"/>
            <ac:spMk id="16" creationId="{ADAA2065-67C7-7776-1B95-663204262461}"/>
          </ac:spMkLst>
        </pc:spChg>
        <pc:spChg chg="mod topLvl">
          <ac:chgData name="Chris Alvin" userId="1477fe7d-12c1-4dcd-b708-f1331679ff1c" providerId="ADAL" clId="{9197B0FE-E202-41DE-B305-E84024822CE5}" dt="2023-05-23T17:25:13.135" v="4132" actId="164"/>
          <ac:spMkLst>
            <pc:docMk/>
            <pc:sldMk cId="130630021" sldId="510"/>
            <ac:spMk id="20" creationId="{D5B829FF-31DD-2FE8-1CAF-9A81C5834400}"/>
          </ac:spMkLst>
        </pc:spChg>
        <pc:spChg chg="mod topLvl">
          <ac:chgData name="Chris Alvin" userId="1477fe7d-12c1-4dcd-b708-f1331679ff1c" providerId="ADAL" clId="{9197B0FE-E202-41DE-B305-E84024822CE5}" dt="2023-05-23T17:25:13.135" v="4132" actId="164"/>
          <ac:spMkLst>
            <pc:docMk/>
            <pc:sldMk cId="130630021" sldId="510"/>
            <ac:spMk id="24" creationId="{5A02D43A-5F32-B8FD-6E53-EB6DE83E1468}"/>
          </ac:spMkLst>
        </pc:spChg>
        <pc:spChg chg="mod">
          <ac:chgData name="Chris Alvin" userId="1477fe7d-12c1-4dcd-b708-f1331679ff1c" providerId="ADAL" clId="{9197B0FE-E202-41DE-B305-E84024822CE5}" dt="2023-05-25T12:26:18.368" v="5883" actId="6549"/>
          <ac:spMkLst>
            <pc:docMk/>
            <pc:sldMk cId="130630021" sldId="510"/>
            <ac:spMk id="27" creationId="{F79CEB9D-07A6-94E4-5E9B-2123205144D8}"/>
          </ac:spMkLst>
        </pc:spChg>
        <pc:spChg chg="add del mod">
          <ac:chgData name="Chris Alvin" userId="1477fe7d-12c1-4dcd-b708-f1331679ff1c" providerId="ADAL" clId="{9197B0FE-E202-41DE-B305-E84024822CE5}" dt="2023-05-23T17:20:36.661" v="4040" actId="478"/>
          <ac:spMkLst>
            <pc:docMk/>
            <pc:sldMk cId="130630021" sldId="510"/>
            <ac:spMk id="28" creationId="{3EE31245-C1FB-16A5-94BE-4DA7B9A79471}"/>
          </ac:spMkLst>
        </pc:spChg>
        <pc:spChg chg="add mod">
          <ac:chgData name="Chris Alvin" userId="1477fe7d-12c1-4dcd-b708-f1331679ff1c" providerId="ADAL" clId="{9197B0FE-E202-41DE-B305-E84024822CE5}" dt="2023-05-23T17:25:13.135" v="4132" actId="164"/>
          <ac:spMkLst>
            <pc:docMk/>
            <pc:sldMk cId="130630021" sldId="510"/>
            <ac:spMk id="31" creationId="{2AE93294-3E94-0C08-8525-35682C1CE7E7}"/>
          </ac:spMkLst>
        </pc:spChg>
        <pc:spChg chg="add mod">
          <ac:chgData name="Chris Alvin" userId="1477fe7d-12c1-4dcd-b708-f1331679ff1c" providerId="ADAL" clId="{9197B0FE-E202-41DE-B305-E84024822CE5}" dt="2023-05-23T17:25:13.135" v="4132" actId="164"/>
          <ac:spMkLst>
            <pc:docMk/>
            <pc:sldMk cId="130630021" sldId="510"/>
            <ac:spMk id="33" creationId="{A26DE12A-B586-7187-68D7-89A748AB4309}"/>
          </ac:spMkLst>
        </pc:spChg>
        <pc:spChg chg="add del mod">
          <ac:chgData name="Chris Alvin" userId="1477fe7d-12c1-4dcd-b708-f1331679ff1c" providerId="ADAL" clId="{9197B0FE-E202-41DE-B305-E84024822CE5}" dt="2023-05-23T17:25:13.135" v="4132" actId="164"/>
          <ac:spMkLst>
            <pc:docMk/>
            <pc:sldMk cId="130630021" sldId="510"/>
            <ac:spMk id="35" creationId="{28419DBE-2941-836B-6A95-D452D97D1471}"/>
          </ac:spMkLst>
        </pc:spChg>
        <pc:spChg chg="mod topLvl">
          <ac:chgData name="Chris Alvin" userId="1477fe7d-12c1-4dcd-b708-f1331679ff1c" providerId="ADAL" clId="{9197B0FE-E202-41DE-B305-E84024822CE5}" dt="2023-05-23T17:25:13.135" v="4132" actId="164"/>
          <ac:spMkLst>
            <pc:docMk/>
            <pc:sldMk cId="130630021" sldId="510"/>
            <ac:spMk id="40" creationId="{7DF0606C-5390-C260-155D-6A81D4BA144F}"/>
          </ac:spMkLst>
        </pc:spChg>
        <pc:spChg chg="mod topLvl">
          <ac:chgData name="Chris Alvin" userId="1477fe7d-12c1-4dcd-b708-f1331679ff1c" providerId="ADAL" clId="{9197B0FE-E202-41DE-B305-E84024822CE5}" dt="2023-05-23T17:25:13.135" v="4132" actId="164"/>
          <ac:spMkLst>
            <pc:docMk/>
            <pc:sldMk cId="130630021" sldId="510"/>
            <ac:spMk id="41" creationId="{7F9B8335-0ADB-C245-D99F-EB0892B01E5F}"/>
          </ac:spMkLst>
        </pc:spChg>
        <pc:spChg chg="mod topLvl">
          <ac:chgData name="Chris Alvin" userId="1477fe7d-12c1-4dcd-b708-f1331679ff1c" providerId="ADAL" clId="{9197B0FE-E202-41DE-B305-E84024822CE5}" dt="2023-05-23T17:25:13.135" v="4132" actId="164"/>
          <ac:spMkLst>
            <pc:docMk/>
            <pc:sldMk cId="130630021" sldId="510"/>
            <ac:spMk id="42" creationId="{906CAF0E-FB92-6860-3161-A957E4BEF785}"/>
          </ac:spMkLst>
        </pc:spChg>
        <pc:spChg chg="mod topLvl">
          <ac:chgData name="Chris Alvin" userId="1477fe7d-12c1-4dcd-b708-f1331679ff1c" providerId="ADAL" clId="{9197B0FE-E202-41DE-B305-E84024822CE5}" dt="2023-05-23T17:25:13.135" v="4132" actId="164"/>
          <ac:spMkLst>
            <pc:docMk/>
            <pc:sldMk cId="130630021" sldId="510"/>
            <ac:spMk id="43" creationId="{42FB5396-FD8C-B7E5-C619-04BF264D9F07}"/>
          </ac:spMkLst>
        </pc:spChg>
        <pc:spChg chg="mod topLvl">
          <ac:chgData name="Chris Alvin" userId="1477fe7d-12c1-4dcd-b708-f1331679ff1c" providerId="ADAL" clId="{9197B0FE-E202-41DE-B305-E84024822CE5}" dt="2023-05-23T17:25:13.135" v="4132" actId="164"/>
          <ac:spMkLst>
            <pc:docMk/>
            <pc:sldMk cId="130630021" sldId="510"/>
            <ac:spMk id="44" creationId="{01021695-C9FE-304D-0D52-74363F42578A}"/>
          </ac:spMkLst>
        </pc:spChg>
        <pc:spChg chg="mod topLvl">
          <ac:chgData name="Chris Alvin" userId="1477fe7d-12c1-4dcd-b708-f1331679ff1c" providerId="ADAL" clId="{9197B0FE-E202-41DE-B305-E84024822CE5}" dt="2023-05-23T17:25:13.135" v="4132" actId="164"/>
          <ac:spMkLst>
            <pc:docMk/>
            <pc:sldMk cId="130630021" sldId="510"/>
            <ac:spMk id="45" creationId="{1B37D05B-2BC9-E851-3AD0-6AAFC502101D}"/>
          </ac:spMkLst>
        </pc:spChg>
        <pc:spChg chg="mod topLvl">
          <ac:chgData name="Chris Alvin" userId="1477fe7d-12c1-4dcd-b708-f1331679ff1c" providerId="ADAL" clId="{9197B0FE-E202-41DE-B305-E84024822CE5}" dt="2023-05-23T17:25:13.135" v="4132" actId="164"/>
          <ac:spMkLst>
            <pc:docMk/>
            <pc:sldMk cId="130630021" sldId="510"/>
            <ac:spMk id="46" creationId="{DA923296-8C68-A7B3-5791-FA83C0E39525}"/>
          </ac:spMkLst>
        </pc:spChg>
        <pc:spChg chg="mod topLvl">
          <ac:chgData name="Chris Alvin" userId="1477fe7d-12c1-4dcd-b708-f1331679ff1c" providerId="ADAL" clId="{9197B0FE-E202-41DE-B305-E84024822CE5}" dt="2023-05-23T17:25:13.135" v="4132" actId="164"/>
          <ac:spMkLst>
            <pc:docMk/>
            <pc:sldMk cId="130630021" sldId="510"/>
            <ac:spMk id="47" creationId="{1B28962D-9E78-15D5-CF65-2F58DDD88AFD}"/>
          </ac:spMkLst>
        </pc:spChg>
        <pc:spChg chg="mod topLvl">
          <ac:chgData name="Chris Alvin" userId="1477fe7d-12c1-4dcd-b708-f1331679ff1c" providerId="ADAL" clId="{9197B0FE-E202-41DE-B305-E84024822CE5}" dt="2023-05-23T17:25:13.135" v="4132" actId="164"/>
          <ac:spMkLst>
            <pc:docMk/>
            <pc:sldMk cId="130630021" sldId="510"/>
            <ac:spMk id="48" creationId="{817A462C-8B34-28EC-E2C7-FBC8910DFA35}"/>
          </ac:spMkLst>
        </pc:spChg>
        <pc:spChg chg="del mod topLvl">
          <ac:chgData name="Chris Alvin" userId="1477fe7d-12c1-4dcd-b708-f1331679ff1c" providerId="ADAL" clId="{9197B0FE-E202-41DE-B305-E84024822CE5}" dt="2023-05-23T17:22:18.846" v="4065" actId="478"/>
          <ac:spMkLst>
            <pc:docMk/>
            <pc:sldMk cId="130630021" sldId="510"/>
            <ac:spMk id="57" creationId="{D4315C96-D3A7-ACC0-89EC-2BAC776E7568}"/>
          </ac:spMkLst>
        </pc:spChg>
        <pc:spChg chg="mod topLvl">
          <ac:chgData name="Chris Alvin" userId="1477fe7d-12c1-4dcd-b708-f1331679ff1c" providerId="ADAL" clId="{9197B0FE-E202-41DE-B305-E84024822CE5}" dt="2023-05-23T17:25:13.135" v="4132" actId="164"/>
          <ac:spMkLst>
            <pc:docMk/>
            <pc:sldMk cId="130630021" sldId="510"/>
            <ac:spMk id="58" creationId="{1AF919A3-651A-E4FD-2818-7945F33C4747}"/>
          </ac:spMkLst>
        </pc:spChg>
        <pc:spChg chg="mod">
          <ac:chgData name="Chris Alvin" userId="1477fe7d-12c1-4dcd-b708-f1331679ff1c" providerId="ADAL" clId="{9197B0FE-E202-41DE-B305-E84024822CE5}" dt="2023-05-25T12:39:18.853" v="5946" actId="6549"/>
          <ac:spMkLst>
            <pc:docMk/>
            <pc:sldMk cId="130630021" sldId="510"/>
            <ac:spMk id="60" creationId="{E608F612-17C6-F9B2-063C-CFAFC65F012C}"/>
          </ac:spMkLst>
        </pc:spChg>
        <pc:spChg chg="del mod">
          <ac:chgData name="Chris Alvin" userId="1477fe7d-12c1-4dcd-b708-f1331679ff1c" providerId="ADAL" clId="{9197B0FE-E202-41DE-B305-E84024822CE5}" dt="2023-05-23T17:04:39.551" v="3698" actId="478"/>
          <ac:spMkLst>
            <pc:docMk/>
            <pc:sldMk cId="130630021" sldId="510"/>
            <ac:spMk id="61" creationId="{01215494-D337-6160-0A75-A92F7E3709F5}"/>
          </ac:spMkLst>
        </pc:spChg>
        <pc:spChg chg="del mod">
          <ac:chgData name="Chris Alvin" userId="1477fe7d-12c1-4dcd-b708-f1331679ff1c" providerId="ADAL" clId="{9197B0FE-E202-41DE-B305-E84024822CE5}" dt="2023-05-23T17:08:25.560" v="3759" actId="478"/>
          <ac:spMkLst>
            <pc:docMk/>
            <pc:sldMk cId="130630021" sldId="510"/>
            <ac:spMk id="62" creationId="{9ED62430-4C79-4F29-D452-2383376B5344}"/>
          </ac:spMkLst>
        </pc:spChg>
        <pc:spChg chg="mod">
          <ac:chgData name="Chris Alvin" userId="1477fe7d-12c1-4dcd-b708-f1331679ff1c" providerId="ADAL" clId="{9197B0FE-E202-41DE-B305-E84024822CE5}" dt="2023-05-23T18:05:27.490" v="4507" actId="403"/>
          <ac:spMkLst>
            <pc:docMk/>
            <pc:sldMk cId="130630021" sldId="510"/>
            <ac:spMk id="63" creationId="{732D4FD8-07F7-B8DE-1D1E-B6A6AD8050C6}"/>
          </ac:spMkLst>
        </pc:spChg>
        <pc:spChg chg="del mod">
          <ac:chgData name="Chris Alvin" userId="1477fe7d-12c1-4dcd-b708-f1331679ff1c" providerId="ADAL" clId="{9197B0FE-E202-41DE-B305-E84024822CE5}" dt="2023-05-23T17:04:39.551" v="3698" actId="478"/>
          <ac:spMkLst>
            <pc:docMk/>
            <pc:sldMk cId="130630021" sldId="510"/>
            <ac:spMk id="65" creationId="{C4BD181C-0B6F-4F1F-DA6D-26DF4C4579A6}"/>
          </ac:spMkLst>
        </pc:spChg>
        <pc:spChg chg="del mod">
          <ac:chgData name="Chris Alvin" userId="1477fe7d-12c1-4dcd-b708-f1331679ff1c" providerId="ADAL" clId="{9197B0FE-E202-41DE-B305-E84024822CE5}" dt="2023-05-23T17:25:19.865" v="4134" actId="478"/>
          <ac:spMkLst>
            <pc:docMk/>
            <pc:sldMk cId="130630021" sldId="510"/>
            <ac:spMk id="66" creationId="{FF94AB54-6A04-DEA2-0A47-90A3C14530C4}"/>
          </ac:spMkLst>
        </pc:spChg>
        <pc:grpChg chg="add mod">
          <ac:chgData name="Chris Alvin" userId="1477fe7d-12c1-4dcd-b708-f1331679ff1c" providerId="ADAL" clId="{9197B0FE-E202-41DE-B305-E84024822CE5}" dt="2023-05-23T17:25:25.665" v="4135" actId="1076"/>
          <ac:grpSpMkLst>
            <pc:docMk/>
            <pc:sldMk cId="130630021" sldId="510"/>
            <ac:grpSpMk id="36" creationId="{BE93C37C-BCCA-E098-9E3D-42AD58DD0ABD}"/>
          </ac:grpSpMkLst>
        </pc:grpChg>
        <pc:grpChg chg="add del">
          <ac:chgData name="Chris Alvin" userId="1477fe7d-12c1-4dcd-b708-f1331679ff1c" providerId="ADAL" clId="{9197B0FE-E202-41DE-B305-E84024822CE5}" dt="2023-05-23T16:51:49.990" v="3592" actId="165"/>
          <ac:grpSpMkLst>
            <pc:docMk/>
            <pc:sldMk cId="130630021" sldId="510"/>
            <ac:grpSpMk id="67" creationId="{1C4E06B7-B998-CDE2-9685-DFF2DAE21D19}"/>
          </ac:grpSpMkLst>
        </pc:grpChg>
        <pc:picChg chg="add del mod">
          <ac:chgData name="Chris Alvin" userId="1477fe7d-12c1-4dcd-b708-f1331679ff1c" providerId="ADAL" clId="{9197B0FE-E202-41DE-B305-E84024822CE5}" dt="2023-05-23T16:51:58.485" v="3599" actId="22"/>
          <ac:picMkLst>
            <pc:docMk/>
            <pc:sldMk cId="130630021" sldId="510"/>
            <ac:picMk id="8" creationId="{0D8481CD-B984-42DD-7AC9-A7915E364834}"/>
          </ac:picMkLst>
        </pc:picChg>
        <pc:picChg chg="add del mod">
          <ac:chgData name="Chris Alvin" userId="1477fe7d-12c1-4dcd-b708-f1331679ff1c" providerId="ADAL" clId="{9197B0FE-E202-41DE-B305-E84024822CE5}" dt="2023-05-23T16:53:36.083" v="3624" actId="478"/>
          <ac:picMkLst>
            <pc:docMk/>
            <pc:sldMk cId="130630021" sldId="510"/>
            <ac:picMk id="10" creationId="{8DA1429A-E97E-68B8-A738-66858305CA6D}"/>
          </ac:picMkLst>
        </pc:picChg>
        <pc:picChg chg="add mod ord">
          <ac:chgData name="Chris Alvin" userId="1477fe7d-12c1-4dcd-b708-f1331679ff1c" providerId="ADAL" clId="{9197B0FE-E202-41DE-B305-E84024822CE5}" dt="2023-05-23T17:25:13.135" v="4132" actId="164"/>
          <ac:picMkLst>
            <pc:docMk/>
            <pc:sldMk cId="130630021" sldId="510"/>
            <ac:picMk id="12" creationId="{8E464F9E-7664-54A2-123B-9F253941D219}"/>
          </ac:picMkLst>
        </pc:picChg>
        <pc:picChg chg="add del mod topLvl">
          <ac:chgData name="Chris Alvin" userId="1477fe7d-12c1-4dcd-b708-f1331679ff1c" providerId="ADAL" clId="{9197B0FE-E202-41DE-B305-E84024822CE5}" dt="2023-05-23T16:53:29.412" v="3621" actId="478"/>
          <ac:picMkLst>
            <pc:docMk/>
            <pc:sldMk cId="130630021" sldId="510"/>
            <ac:picMk id="29" creationId="{3306BBB7-6F8B-0128-5349-705F8812FAAD}"/>
          </ac:picMkLst>
        </pc:picChg>
        <pc:cxnChg chg="mod topLvl">
          <ac:chgData name="Chris Alvin" userId="1477fe7d-12c1-4dcd-b708-f1331679ff1c" providerId="ADAL" clId="{9197B0FE-E202-41DE-B305-E84024822CE5}" dt="2023-05-23T17:25:13.135" v="4132" actId="164"/>
          <ac:cxnSpMkLst>
            <pc:docMk/>
            <pc:sldMk cId="130630021" sldId="510"/>
            <ac:cxnSpMk id="2" creationId="{5CA9D704-367E-68E1-ED2D-E2C2F269A311}"/>
          </ac:cxnSpMkLst>
        </pc:cxnChg>
        <pc:cxnChg chg="mod topLvl">
          <ac:chgData name="Chris Alvin" userId="1477fe7d-12c1-4dcd-b708-f1331679ff1c" providerId="ADAL" clId="{9197B0FE-E202-41DE-B305-E84024822CE5}" dt="2023-05-23T17:25:13.135" v="4132" actId="164"/>
          <ac:cxnSpMkLst>
            <pc:docMk/>
            <pc:sldMk cId="130630021" sldId="510"/>
            <ac:cxnSpMk id="3" creationId="{71082248-6649-3C41-CFCB-2A7A2F651C6B}"/>
          </ac:cxnSpMkLst>
        </pc:cxnChg>
        <pc:cxnChg chg="del mod topLvl">
          <ac:chgData name="Chris Alvin" userId="1477fe7d-12c1-4dcd-b708-f1331679ff1c" providerId="ADAL" clId="{9197B0FE-E202-41DE-B305-E84024822CE5}" dt="2023-05-23T17:05:01.172" v="3737" actId="478"/>
          <ac:cxnSpMkLst>
            <pc:docMk/>
            <pc:sldMk cId="130630021" sldId="510"/>
            <ac:cxnSpMk id="6" creationId="{9E85AD48-06F1-1F21-2640-4EE21A61CCF9}"/>
          </ac:cxnSpMkLst>
        </pc:cxnChg>
        <pc:cxnChg chg="mod topLvl">
          <ac:chgData name="Chris Alvin" userId="1477fe7d-12c1-4dcd-b708-f1331679ff1c" providerId="ADAL" clId="{9197B0FE-E202-41DE-B305-E84024822CE5}" dt="2023-05-23T17:25:13.135" v="4132" actId="164"/>
          <ac:cxnSpMkLst>
            <pc:docMk/>
            <pc:sldMk cId="130630021" sldId="510"/>
            <ac:cxnSpMk id="52" creationId="{F606CC57-FE3E-DEDC-06AC-A6D4BB714D10}"/>
          </ac:cxnSpMkLst>
        </pc:cxnChg>
      </pc:sldChg>
      <pc:sldChg chg="addSp delSp modSp add mod delAnim modAnim">
        <pc:chgData name="Chris Alvin" userId="1477fe7d-12c1-4dcd-b708-f1331679ff1c" providerId="ADAL" clId="{9197B0FE-E202-41DE-B305-E84024822CE5}" dt="2023-06-13T13:48:51.918" v="7509"/>
        <pc:sldMkLst>
          <pc:docMk/>
          <pc:sldMk cId="3268232533" sldId="511"/>
        </pc:sldMkLst>
        <pc:spChg chg="add mod">
          <ac:chgData name="Chris Alvin" userId="1477fe7d-12c1-4dcd-b708-f1331679ff1c" providerId="ADAL" clId="{9197B0FE-E202-41DE-B305-E84024822CE5}" dt="2023-05-23T18:09:42.477" v="4610" actId="1076"/>
          <ac:spMkLst>
            <pc:docMk/>
            <pc:sldMk cId="3268232533" sldId="511"/>
            <ac:spMk id="2" creationId="{BE767D28-4F23-B607-8E5C-29DA0C8F42BC}"/>
          </ac:spMkLst>
        </pc:spChg>
        <pc:spChg chg="add mod">
          <ac:chgData name="Chris Alvin" userId="1477fe7d-12c1-4dcd-b708-f1331679ff1c" providerId="ADAL" clId="{9197B0FE-E202-41DE-B305-E84024822CE5}" dt="2023-05-23T18:09:49.486" v="4611" actId="1076"/>
          <ac:spMkLst>
            <pc:docMk/>
            <pc:sldMk cId="3268232533" sldId="511"/>
            <ac:spMk id="3" creationId="{C0D0EE15-BC37-5CF2-71F7-111F005DB9DE}"/>
          </ac:spMkLst>
        </pc:spChg>
        <pc:spChg chg="mod">
          <ac:chgData name="Chris Alvin" userId="1477fe7d-12c1-4dcd-b708-f1331679ff1c" providerId="ADAL" clId="{9197B0FE-E202-41DE-B305-E84024822CE5}" dt="2023-05-23T17:26:00.657" v="4165" actId="20577"/>
          <ac:spMkLst>
            <pc:docMk/>
            <pc:sldMk cId="3268232533" sldId="511"/>
            <ac:spMk id="4" creationId="{00000000-0000-0000-0000-000000000000}"/>
          </ac:spMkLst>
        </pc:spChg>
        <pc:spChg chg="add mod">
          <ac:chgData name="Chris Alvin" userId="1477fe7d-12c1-4dcd-b708-f1331679ff1c" providerId="ADAL" clId="{9197B0FE-E202-41DE-B305-E84024822CE5}" dt="2023-05-23T18:09:49.486" v="4611" actId="1076"/>
          <ac:spMkLst>
            <pc:docMk/>
            <pc:sldMk cId="3268232533" sldId="511"/>
            <ac:spMk id="5" creationId="{97E2694B-A8F7-29F8-245C-643FDD7B0A9D}"/>
          </ac:spMkLst>
        </pc:spChg>
        <pc:spChg chg="add del mod">
          <ac:chgData name="Chris Alvin" userId="1477fe7d-12c1-4dcd-b708-f1331679ff1c" providerId="ADAL" clId="{9197B0FE-E202-41DE-B305-E84024822CE5}" dt="2023-05-23T18:03:00.618" v="4432" actId="478"/>
          <ac:spMkLst>
            <pc:docMk/>
            <pc:sldMk cId="3268232533" sldId="511"/>
            <ac:spMk id="6" creationId="{7D658DA0-C959-8FE9-D1E8-915C1873A1A8}"/>
          </ac:spMkLst>
        </pc:spChg>
        <pc:spChg chg="mod">
          <ac:chgData name="Chris Alvin" userId="1477fe7d-12c1-4dcd-b708-f1331679ff1c" providerId="ADAL" clId="{9197B0FE-E202-41DE-B305-E84024822CE5}" dt="2023-05-25T12:40:13.721" v="5956" actId="6549"/>
          <ac:spMkLst>
            <pc:docMk/>
            <pc:sldMk cId="3268232533" sldId="511"/>
            <ac:spMk id="7" creationId="{8969C0FF-9FB3-85E8-F3AD-836025379182}"/>
          </ac:spMkLst>
        </pc:spChg>
        <pc:spChg chg="add mod">
          <ac:chgData name="Chris Alvin" userId="1477fe7d-12c1-4dcd-b708-f1331679ff1c" providerId="ADAL" clId="{9197B0FE-E202-41DE-B305-E84024822CE5}" dt="2023-05-25T12:40:58.127" v="5961" actId="14100"/>
          <ac:spMkLst>
            <pc:docMk/>
            <pc:sldMk cId="3268232533" sldId="511"/>
            <ac:spMk id="8" creationId="{C8C77DE4-FDE0-91BF-0DFA-E9DAA4D827CC}"/>
          </ac:spMkLst>
        </pc:spChg>
        <pc:spChg chg="mod">
          <ac:chgData name="Chris Alvin" userId="1477fe7d-12c1-4dcd-b708-f1331679ff1c" providerId="ADAL" clId="{9197B0FE-E202-41DE-B305-E84024822CE5}" dt="2023-05-23T18:09:38.540" v="4609" actId="1076"/>
          <ac:spMkLst>
            <pc:docMk/>
            <pc:sldMk cId="3268232533" sldId="511"/>
            <ac:spMk id="9" creationId="{E66D535A-E353-E3B5-F8FD-894771A7BC7A}"/>
          </ac:spMkLst>
        </pc:spChg>
        <pc:spChg chg="add mod">
          <ac:chgData name="Chris Alvin" userId="1477fe7d-12c1-4dcd-b708-f1331679ff1c" providerId="ADAL" clId="{9197B0FE-E202-41DE-B305-E84024822CE5}" dt="2023-05-25T12:41:18.502" v="5962" actId="1076"/>
          <ac:spMkLst>
            <pc:docMk/>
            <pc:sldMk cId="3268232533" sldId="511"/>
            <ac:spMk id="10" creationId="{20AA3777-6185-5F9E-C7A3-414EAB41C5BA}"/>
          </ac:spMkLst>
        </pc:spChg>
        <pc:spChg chg="del mod">
          <ac:chgData name="Chris Alvin" userId="1477fe7d-12c1-4dcd-b708-f1331679ff1c" providerId="ADAL" clId="{9197B0FE-E202-41DE-B305-E84024822CE5}" dt="2023-05-23T17:29:50.982" v="4247" actId="478"/>
          <ac:spMkLst>
            <pc:docMk/>
            <pc:sldMk cId="3268232533" sldId="511"/>
            <ac:spMk id="11" creationId="{9D05E484-AFDB-7C42-1682-F03E67F87A28}"/>
          </ac:spMkLst>
        </pc:spChg>
        <pc:spChg chg="add mod">
          <ac:chgData name="Chris Alvin" userId="1477fe7d-12c1-4dcd-b708-f1331679ff1c" providerId="ADAL" clId="{9197B0FE-E202-41DE-B305-E84024822CE5}" dt="2023-05-23T18:09:49.486" v="4611" actId="1076"/>
          <ac:spMkLst>
            <pc:docMk/>
            <pc:sldMk cId="3268232533" sldId="511"/>
            <ac:spMk id="12" creationId="{207F1B6F-A862-2FC3-770E-101F12983ED6}"/>
          </ac:spMkLst>
        </pc:spChg>
        <pc:spChg chg="del">
          <ac:chgData name="Chris Alvin" userId="1477fe7d-12c1-4dcd-b708-f1331679ff1c" providerId="ADAL" clId="{9197B0FE-E202-41DE-B305-E84024822CE5}" dt="2023-05-23T17:28:58.194" v="4240" actId="478"/>
          <ac:spMkLst>
            <pc:docMk/>
            <pc:sldMk cId="3268232533" sldId="511"/>
            <ac:spMk id="13" creationId="{AE9E651A-6A2A-9644-7BD7-3F535C095435}"/>
          </ac:spMkLst>
        </pc:spChg>
        <pc:spChg chg="add del mod">
          <ac:chgData name="Chris Alvin" userId="1477fe7d-12c1-4dcd-b708-f1331679ff1c" providerId="ADAL" clId="{9197B0FE-E202-41DE-B305-E84024822CE5}" dt="2023-05-23T18:07:22.139" v="4542" actId="478"/>
          <ac:spMkLst>
            <pc:docMk/>
            <pc:sldMk cId="3268232533" sldId="511"/>
            <ac:spMk id="14" creationId="{4F57DFC8-AFB0-676C-0DAE-BD0C34BC024D}"/>
          </ac:spMkLst>
        </pc:spChg>
        <pc:spChg chg="del">
          <ac:chgData name="Chris Alvin" userId="1477fe7d-12c1-4dcd-b708-f1331679ff1c" providerId="ADAL" clId="{9197B0FE-E202-41DE-B305-E84024822CE5}" dt="2023-05-23T17:28:58.194" v="4240" actId="478"/>
          <ac:spMkLst>
            <pc:docMk/>
            <pc:sldMk cId="3268232533" sldId="511"/>
            <ac:spMk id="15" creationId="{F0ED1777-CC92-6483-E650-0722F6107E6B}"/>
          </ac:spMkLst>
        </pc:spChg>
        <pc:spChg chg="del">
          <ac:chgData name="Chris Alvin" userId="1477fe7d-12c1-4dcd-b708-f1331679ff1c" providerId="ADAL" clId="{9197B0FE-E202-41DE-B305-E84024822CE5}" dt="2023-05-23T17:28:58.194" v="4240" actId="478"/>
          <ac:spMkLst>
            <pc:docMk/>
            <pc:sldMk cId="3268232533" sldId="511"/>
            <ac:spMk id="16" creationId="{1075E9C5-D799-6AE6-565F-F079E439F505}"/>
          </ac:spMkLst>
        </pc:spChg>
        <pc:spChg chg="add mod">
          <ac:chgData name="Chris Alvin" userId="1477fe7d-12c1-4dcd-b708-f1331679ff1c" providerId="ADAL" clId="{9197B0FE-E202-41DE-B305-E84024822CE5}" dt="2023-05-25T12:41:18.502" v="5962" actId="1076"/>
          <ac:spMkLst>
            <pc:docMk/>
            <pc:sldMk cId="3268232533" sldId="511"/>
            <ac:spMk id="17" creationId="{D6F5D79D-8CB6-AC1F-C3FC-BB09B085367B}"/>
          </ac:spMkLst>
        </pc:spChg>
        <pc:spChg chg="del">
          <ac:chgData name="Chris Alvin" userId="1477fe7d-12c1-4dcd-b708-f1331679ff1c" providerId="ADAL" clId="{9197B0FE-E202-41DE-B305-E84024822CE5}" dt="2023-05-23T17:29:04.575" v="4241" actId="478"/>
          <ac:spMkLst>
            <pc:docMk/>
            <pc:sldMk cId="3268232533" sldId="511"/>
            <ac:spMk id="18" creationId="{412D31D7-A0D8-F619-C0BE-BFD2A62186AC}"/>
          </ac:spMkLst>
        </pc:spChg>
        <pc:spChg chg="del">
          <ac:chgData name="Chris Alvin" userId="1477fe7d-12c1-4dcd-b708-f1331679ff1c" providerId="ADAL" clId="{9197B0FE-E202-41DE-B305-E84024822CE5}" dt="2023-05-23T17:28:28.061" v="4234" actId="478"/>
          <ac:spMkLst>
            <pc:docMk/>
            <pc:sldMk cId="3268232533" sldId="511"/>
            <ac:spMk id="19" creationId="{D6A9A3CF-8475-FEDE-70F7-68FFA976D947}"/>
          </ac:spMkLst>
        </pc:spChg>
        <pc:spChg chg="add mod">
          <ac:chgData name="Chris Alvin" userId="1477fe7d-12c1-4dcd-b708-f1331679ff1c" providerId="ADAL" clId="{9197B0FE-E202-41DE-B305-E84024822CE5}" dt="2023-05-23T18:08:15.322" v="4553" actId="571"/>
          <ac:spMkLst>
            <pc:docMk/>
            <pc:sldMk cId="3268232533" sldId="511"/>
            <ac:spMk id="20" creationId="{488B8183-35F4-D0F1-D9D0-E41050A290AD}"/>
          </ac:spMkLst>
        </pc:spChg>
        <pc:spChg chg="del">
          <ac:chgData name="Chris Alvin" userId="1477fe7d-12c1-4dcd-b708-f1331679ff1c" providerId="ADAL" clId="{9197B0FE-E202-41DE-B305-E84024822CE5}" dt="2023-05-23T17:28:28.061" v="4234" actId="478"/>
          <ac:spMkLst>
            <pc:docMk/>
            <pc:sldMk cId="3268232533" sldId="511"/>
            <ac:spMk id="21" creationId="{237D9647-2304-26DE-6C52-03596F17E771}"/>
          </ac:spMkLst>
        </pc:spChg>
        <pc:spChg chg="del">
          <ac:chgData name="Chris Alvin" userId="1477fe7d-12c1-4dcd-b708-f1331679ff1c" providerId="ADAL" clId="{9197B0FE-E202-41DE-B305-E84024822CE5}" dt="2023-05-23T17:28:58.194" v="4240" actId="478"/>
          <ac:spMkLst>
            <pc:docMk/>
            <pc:sldMk cId="3268232533" sldId="511"/>
            <ac:spMk id="22" creationId="{E9FE2B38-71EA-D693-08C3-818ABA06AA41}"/>
          </ac:spMkLst>
        </pc:spChg>
        <pc:spChg chg="del">
          <ac:chgData name="Chris Alvin" userId="1477fe7d-12c1-4dcd-b708-f1331679ff1c" providerId="ADAL" clId="{9197B0FE-E202-41DE-B305-E84024822CE5}" dt="2023-05-23T17:29:04.575" v="4241" actId="478"/>
          <ac:spMkLst>
            <pc:docMk/>
            <pc:sldMk cId="3268232533" sldId="511"/>
            <ac:spMk id="23" creationId="{9CE197C7-6ED0-0390-6106-588528B87887}"/>
          </ac:spMkLst>
        </pc:spChg>
        <pc:spChg chg="add mod">
          <ac:chgData name="Chris Alvin" userId="1477fe7d-12c1-4dcd-b708-f1331679ff1c" providerId="ADAL" clId="{9197B0FE-E202-41DE-B305-E84024822CE5}" dt="2023-05-25T12:41:18.502" v="5962" actId="1076"/>
          <ac:spMkLst>
            <pc:docMk/>
            <pc:sldMk cId="3268232533" sldId="511"/>
            <ac:spMk id="24" creationId="{0767BF22-3630-7330-7D09-A37C982512DE}"/>
          </ac:spMkLst>
        </pc:spChg>
        <pc:spChg chg="mod">
          <ac:chgData name="Chris Alvin" userId="1477fe7d-12c1-4dcd-b708-f1331679ff1c" providerId="ADAL" clId="{9197B0FE-E202-41DE-B305-E84024822CE5}" dt="2023-05-25T12:41:18.502" v="5962" actId="1076"/>
          <ac:spMkLst>
            <pc:docMk/>
            <pc:sldMk cId="3268232533" sldId="511"/>
            <ac:spMk id="25" creationId="{10FAADE8-16FA-0503-75B7-3D4242346267}"/>
          </ac:spMkLst>
        </pc:spChg>
        <pc:spChg chg="del mod">
          <ac:chgData name="Chris Alvin" userId="1477fe7d-12c1-4dcd-b708-f1331679ff1c" providerId="ADAL" clId="{9197B0FE-E202-41DE-B305-E84024822CE5}" dt="2023-05-23T17:29:11.411" v="4243" actId="478"/>
          <ac:spMkLst>
            <pc:docMk/>
            <pc:sldMk cId="3268232533" sldId="511"/>
            <ac:spMk id="26" creationId="{97633C09-4EFC-D7FC-C861-678F1B17FA59}"/>
          </ac:spMkLst>
        </pc:spChg>
        <pc:spChg chg="add mod">
          <ac:chgData name="Chris Alvin" userId="1477fe7d-12c1-4dcd-b708-f1331679ff1c" providerId="ADAL" clId="{9197B0FE-E202-41DE-B305-E84024822CE5}" dt="2023-05-25T12:41:18.502" v="5962" actId="1076"/>
          <ac:spMkLst>
            <pc:docMk/>
            <pc:sldMk cId="3268232533" sldId="511"/>
            <ac:spMk id="27" creationId="{B17518B3-43FD-354A-0D09-B5535623C41F}"/>
          </ac:spMkLst>
        </pc:spChg>
      </pc:sldChg>
      <pc:sldChg chg="delSp modSp add mod delAnim modAnim">
        <pc:chgData name="Chris Alvin" userId="1477fe7d-12c1-4dcd-b708-f1331679ff1c" providerId="ADAL" clId="{9197B0FE-E202-41DE-B305-E84024822CE5}" dt="2023-06-13T13:50:04.389" v="7513" actId="14100"/>
        <pc:sldMkLst>
          <pc:docMk/>
          <pc:sldMk cId="913163799" sldId="512"/>
        </pc:sldMkLst>
        <pc:spChg chg="mod">
          <ac:chgData name="Chris Alvin" userId="1477fe7d-12c1-4dcd-b708-f1331679ff1c" providerId="ADAL" clId="{9197B0FE-E202-41DE-B305-E84024822CE5}" dt="2023-05-23T18:13:18.523" v="4676" actId="20577"/>
          <ac:spMkLst>
            <pc:docMk/>
            <pc:sldMk cId="913163799" sldId="512"/>
            <ac:spMk id="4" creationId="{00000000-0000-0000-0000-000000000000}"/>
          </ac:spMkLst>
        </pc:spChg>
        <pc:spChg chg="mod">
          <ac:chgData name="Chris Alvin" userId="1477fe7d-12c1-4dcd-b708-f1331679ff1c" providerId="ADAL" clId="{9197B0FE-E202-41DE-B305-E84024822CE5}" dt="2023-06-13T13:50:04.389" v="7513" actId="14100"/>
          <ac:spMkLst>
            <pc:docMk/>
            <pc:sldMk cId="913163799" sldId="512"/>
            <ac:spMk id="7" creationId="{8969C0FF-9FB3-85E8-F3AD-836025379182}"/>
          </ac:spMkLst>
        </pc:spChg>
        <pc:spChg chg="mod">
          <ac:chgData name="Chris Alvin" userId="1477fe7d-12c1-4dcd-b708-f1331679ff1c" providerId="ADAL" clId="{9197B0FE-E202-41DE-B305-E84024822CE5}" dt="2023-06-13T13:50:04.389" v="7513" actId="14100"/>
          <ac:spMkLst>
            <pc:docMk/>
            <pc:sldMk cId="913163799" sldId="512"/>
            <ac:spMk id="27" creationId="{F79CEB9D-07A6-94E4-5E9B-2123205144D8}"/>
          </ac:spMkLst>
        </pc:spChg>
        <pc:spChg chg="mod">
          <ac:chgData name="Chris Alvin" userId="1477fe7d-12c1-4dcd-b708-f1331679ff1c" providerId="ADAL" clId="{9197B0FE-E202-41DE-B305-E84024822CE5}" dt="2023-05-23T18:14:12.721" v="4677" actId="6549"/>
          <ac:spMkLst>
            <pc:docMk/>
            <pc:sldMk cId="913163799" sldId="512"/>
            <ac:spMk id="31" creationId="{2AE93294-3E94-0C08-8525-35682C1CE7E7}"/>
          </ac:spMkLst>
        </pc:spChg>
        <pc:spChg chg="del mod">
          <ac:chgData name="Chris Alvin" userId="1477fe7d-12c1-4dcd-b708-f1331679ff1c" providerId="ADAL" clId="{9197B0FE-E202-41DE-B305-E84024822CE5}" dt="2023-05-23T18:27:34.005" v="5168" actId="478"/>
          <ac:spMkLst>
            <pc:docMk/>
            <pc:sldMk cId="913163799" sldId="512"/>
            <ac:spMk id="60" creationId="{E608F612-17C6-F9B2-063C-CFAFC65F012C}"/>
          </ac:spMkLst>
        </pc:spChg>
        <pc:spChg chg="del mod">
          <ac:chgData name="Chris Alvin" userId="1477fe7d-12c1-4dcd-b708-f1331679ff1c" providerId="ADAL" clId="{9197B0FE-E202-41DE-B305-E84024822CE5}" dt="2023-05-23T18:27:34.005" v="5168" actId="478"/>
          <ac:spMkLst>
            <pc:docMk/>
            <pc:sldMk cId="913163799" sldId="512"/>
            <ac:spMk id="63" creationId="{732D4FD8-07F7-B8DE-1D1E-B6A6AD8050C6}"/>
          </ac:spMkLst>
        </pc:spChg>
        <pc:grpChg chg="del">
          <ac:chgData name="Chris Alvin" userId="1477fe7d-12c1-4dcd-b708-f1331679ff1c" providerId="ADAL" clId="{9197B0FE-E202-41DE-B305-E84024822CE5}" dt="2023-05-23T18:14:17.044" v="4678" actId="478"/>
          <ac:grpSpMkLst>
            <pc:docMk/>
            <pc:sldMk cId="913163799" sldId="512"/>
            <ac:grpSpMk id="36" creationId="{BE93C37C-BCCA-E098-9E3D-42AD58DD0ABD}"/>
          </ac:grpSpMkLst>
        </pc:grpChg>
      </pc:sldChg>
      <pc:sldChg chg="addSp delSp modSp add mod delAnim modAnim">
        <pc:chgData name="Chris Alvin" userId="1477fe7d-12c1-4dcd-b708-f1331679ff1c" providerId="ADAL" clId="{9197B0FE-E202-41DE-B305-E84024822CE5}" dt="2023-06-13T13:51:33.070" v="7522" actId="1076"/>
        <pc:sldMkLst>
          <pc:docMk/>
          <pc:sldMk cId="369212704" sldId="513"/>
        </pc:sldMkLst>
        <pc:spChg chg="add mod">
          <ac:chgData name="Chris Alvin" userId="1477fe7d-12c1-4dcd-b708-f1331679ff1c" providerId="ADAL" clId="{9197B0FE-E202-41DE-B305-E84024822CE5}" dt="2023-05-25T12:46:51.264" v="6068" actId="20577"/>
          <ac:spMkLst>
            <pc:docMk/>
            <pc:sldMk cId="369212704" sldId="513"/>
            <ac:spMk id="2" creationId="{76132611-B9D4-2255-9B7A-9E67A6F2635A}"/>
          </ac:spMkLst>
        </pc:spChg>
        <pc:spChg chg="add mod">
          <ac:chgData name="Chris Alvin" userId="1477fe7d-12c1-4dcd-b708-f1331679ff1c" providerId="ADAL" clId="{9197B0FE-E202-41DE-B305-E84024822CE5}" dt="2023-06-13T13:51:33.070" v="7522" actId="1076"/>
          <ac:spMkLst>
            <pc:docMk/>
            <pc:sldMk cId="369212704" sldId="513"/>
            <ac:spMk id="3" creationId="{2BB4C978-91C7-241E-A1ED-64CCE628ED5D}"/>
          </ac:spMkLst>
        </pc:spChg>
        <pc:spChg chg="mod">
          <ac:chgData name="Chris Alvin" userId="1477fe7d-12c1-4dcd-b708-f1331679ff1c" providerId="ADAL" clId="{9197B0FE-E202-41DE-B305-E84024822CE5}" dt="2023-05-23T18:34:41.664" v="5328" actId="20577"/>
          <ac:spMkLst>
            <pc:docMk/>
            <pc:sldMk cId="369212704" sldId="513"/>
            <ac:spMk id="4" creationId="{00000000-0000-0000-0000-000000000000}"/>
          </ac:spMkLst>
        </pc:spChg>
        <pc:spChg chg="add mod">
          <ac:chgData name="Chris Alvin" userId="1477fe7d-12c1-4dcd-b708-f1331679ff1c" providerId="ADAL" clId="{9197B0FE-E202-41DE-B305-E84024822CE5}" dt="2023-06-13T13:50:23.462" v="7515" actId="1076"/>
          <ac:spMkLst>
            <pc:docMk/>
            <pc:sldMk cId="369212704" sldId="513"/>
            <ac:spMk id="5" creationId="{F427DD1C-F2C1-2923-D214-3516975DE3A2}"/>
          </ac:spMkLst>
        </pc:spChg>
        <pc:spChg chg="add mod">
          <ac:chgData name="Chris Alvin" userId="1477fe7d-12c1-4dcd-b708-f1331679ff1c" providerId="ADAL" clId="{9197B0FE-E202-41DE-B305-E84024822CE5}" dt="2023-05-25T12:46:46.697" v="6067" actId="14100"/>
          <ac:spMkLst>
            <pc:docMk/>
            <pc:sldMk cId="369212704" sldId="513"/>
            <ac:spMk id="6" creationId="{CB1593B0-B7D3-0117-846B-B0EFAF3FA2C8}"/>
          </ac:spMkLst>
        </pc:spChg>
        <pc:spChg chg="del">
          <ac:chgData name="Chris Alvin" userId="1477fe7d-12c1-4dcd-b708-f1331679ff1c" providerId="ADAL" clId="{9197B0FE-E202-41DE-B305-E84024822CE5}" dt="2023-05-23T18:34:44.825" v="5329" actId="478"/>
          <ac:spMkLst>
            <pc:docMk/>
            <pc:sldMk cId="369212704" sldId="513"/>
            <ac:spMk id="7" creationId="{8969C0FF-9FB3-85E8-F3AD-836025379182}"/>
          </ac:spMkLst>
        </pc:spChg>
        <pc:spChg chg="add mod">
          <ac:chgData name="Chris Alvin" userId="1477fe7d-12c1-4dcd-b708-f1331679ff1c" providerId="ADAL" clId="{9197B0FE-E202-41DE-B305-E84024822CE5}" dt="2023-05-23T18:48:40.603" v="5481" actId="571"/>
          <ac:spMkLst>
            <pc:docMk/>
            <pc:sldMk cId="369212704" sldId="513"/>
            <ac:spMk id="8" creationId="{8F0F2D1E-61BE-C6E8-4E54-95F0FEE202E4}"/>
          </ac:spMkLst>
        </pc:spChg>
        <pc:spChg chg="add mod">
          <ac:chgData name="Chris Alvin" userId="1477fe7d-12c1-4dcd-b708-f1331679ff1c" providerId="ADAL" clId="{9197B0FE-E202-41DE-B305-E84024822CE5}" dt="2023-05-25T12:47:03.470" v="6069" actId="1076"/>
          <ac:spMkLst>
            <pc:docMk/>
            <pc:sldMk cId="369212704" sldId="513"/>
            <ac:spMk id="9" creationId="{47F185E8-212B-51F1-5BC5-FD94528127A3}"/>
          </ac:spMkLst>
        </pc:spChg>
        <pc:spChg chg="add mod">
          <ac:chgData name="Chris Alvin" userId="1477fe7d-12c1-4dcd-b708-f1331679ff1c" providerId="ADAL" clId="{9197B0FE-E202-41DE-B305-E84024822CE5}" dt="2023-05-25T12:48:11.270" v="6080" actId="6549"/>
          <ac:spMkLst>
            <pc:docMk/>
            <pc:sldMk cId="369212704" sldId="513"/>
            <ac:spMk id="10" creationId="{555E7C64-95CA-CE9D-E7F7-F83B80E08FC0}"/>
          </ac:spMkLst>
        </pc:spChg>
        <pc:spChg chg="add mod">
          <ac:chgData name="Chris Alvin" userId="1477fe7d-12c1-4dcd-b708-f1331679ff1c" providerId="ADAL" clId="{9197B0FE-E202-41DE-B305-E84024822CE5}" dt="2023-05-25T12:47:12.846" v="6071" actId="1076"/>
          <ac:spMkLst>
            <pc:docMk/>
            <pc:sldMk cId="369212704" sldId="513"/>
            <ac:spMk id="11" creationId="{0975E3A1-1755-47BA-E688-587D55A8CFA9}"/>
          </ac:spMkLst>
        </pc:spChg>
        <pc:spChg chg="add mod">
          <ac:chgData name="Chris Alvin" userId="1477fe7d-12c1-4dcd-b708-f1331679ff1c" providerId="ADAL" clId="{9197B0FE-E202-41DE-B305-E84024822CE5}" dt="2023-05-25T12:47:23.017" v="6074" actId="1076"/>
          <ac:spMkLst>
            <pc:docMk/>
            <pc:sldMk cId="369212704" sldId="513"/>
            <ac:spMk id="13" creationId="{0C459569-32CD-1362-1E3D-31DE2BF3A4B7}"/>
          </ac:spMkLst>
        </pc:spChg>
        <pc:spChg chg="add mod">
          <ac:chgData name="Chris Alvin" userId="1477fe7d-12c1-4dcd-b708-f1331679ff1c" providerId="ADAL" clId="{9197B0FE-E202-41DE-B305-E84024822CE5}" dt="2023-05-25T12:48:42.187" v="6083" actId="1076"/>
          <ac:spMkLst>
            <pc:docMk/>
            <pc:sldMk cId="369212704" sldId="513"/>
            <ac:spMk id="17" creationId="{B21C963E-CFF3-F83A-BAB2-B68E61198C72}"/>
          </ac:spMkLst>
        </pc:spChg>
        <pc:spChg chg="add mod">
          <ac:chgData name="Chris Alvin" userId="1477fe7d-12c1-4dcd-b708-f1331679ff1c" providerId="ADAL" clId="{9197B0FE-E202-41DE-B305-E84024822CE5}" dt="2023-05-25T12:48:49.093" v="6085" actId="1076"/>
          <ac:spMkLst>
            <pc:docMk/>
            <pc:sldMk cId="369212704" sldId="513"/>
            <ac:spMk id="18" creationId="{57C4CE4C-D8F8-05FE-7E64-14E9642A53C0}"/>
          </ac:spMkLst>
        </pc:spChg>
        <pc:spChg chg="mod">
          <ac:chgData name="Chris Alvin" userId="1477fe7d-12c1-4dcd-b708-f1331679ff1c" providerId="ADAL" clId="{9197B0FE-E202-41DE-B305-E84024822CE5}" dt="2023-05-25T12:45:17.524" v="6002" actId="6549"/>
          <ac:spMkLst>
            <pc:docMk/>
            <pc:sldMk cId="369212704" sldId="513"/>
            <ac:spMk id="27" creationId="{F79CEB9D-07A6-94E4-5E9B-2123205144D8}"/>
          </ac:spMkLst>
        </pc:spChg>
        <pc:spChg chg="del">
          <ac:chgData name="Chris Alvin" userId="1477fe7d-12c1-4dcd-b708-f1331679ff1c" providerId="ADAL" clId="{9197B0FE-E202-41DE-B305-E84024822CE5}" dt="2023-05-23T18:37:44.886" v="5405" actId="478"/>
          <ac:spMkLst>
            <pc:docMk/>
            <pc:sldMk cId="369212704" sldId="513"/>
            <ac:spMk id="60" creationId="{E608F612-17C6-F9B2-063C-CFAFC65F012C}"/>
          </ac:spMkLst>
        </pc:spChg>
        <pc:spChg chg="del">
          <ac:chgData name="Chris Alvin" userId="1477fe7d-12c1-4dcd-b708-f1331679ff1c" providerId="ADAL" clId="{9197B0FE-E202-41DE-B305-E84024822CE5}" dt="2023-05-23T18:37:44.886" v="5405" actId="478"/>
          <ac:spMkLst>
            <pc:docMk/>
            <pc:sldMk cId="369212704" sldId="513"/>
            <ac:spMk id="63" creationId="{732D4FD8-07F7-B8DE-1D1E-B6A6AD8050C6}"/>
          </ac:spMkLst>
        </pc:spChg>
        <pc:grpChg chg="del">
          <ac:chgData name="Chris Alvin" userId="1477fe7d-12c1-4dcd-b708-f1331679ff1c" providerId="ADAL" clId="{9197B0FE-E202-41DE-B305-E84024822CE5}" dt="2023-05-23T18:37:36.707" v="5403" actId="478"/>
          <ac:grpSpMkLst>
            <pc:docMk/>
            <pc:sldMk cId="369212704" sldId="513"/>
            <ac:grpSpMk id="36" creationId="{BE93C37C-BCCA-E098-9E3D-42AD58DD0ABD}"/>
          </ac:grpSpMkLst>
        </pc:grpChg>
      </pc:sldChg>
      <pc:sldChg chg="addSp delSp modSp add mod delAnim modAnim">
        <pc:chgData name="Chris Alvin" userId="1477fe7d-12c1-4dcd-b708-f1331679ff1c" providerId="ADAL" clId="{9197B0FE-E202-41DE-B305-E84024822CE5}" dt="2023-06-13T13:53:51.195" v="7542"/>
        <pc:sldMkLst>
          <pc:docMk/>
          <pc:sldMk cId="4216772154" sldId="514"/>
        </pc:sldMkLst>
        <pc:spChg chg="del">
          <ac:chgData name="Chris Alvin" userId="1477fe7d-12c1-4dcd-b708-f1331679ff1c" providerId="ADAL" clId="{9197B0FE-E202-41DE-B305-E84024822CE5}" dt="2023-05-25T12:53:55.261" v="6111" actId="478"/>
          <ac:spMkLst>
            <pc:docMk/>
            <pc:sldMk cId="4216772154" sldId="514"/>
            <ac:spMk id="2" creationId="{76132611-B9D4-2255-9B7A-9E67A6F2635A}"/>
          </ac:spMkLst>
        </pc:spChg>
        <pc:spChg chg="add mod">
          <ac:chgData name="Chris Alvin" userId="1477fe7d-12c1-4dcd-b708-f1331679ff1c" providerId="ADAL" clId="{9197B0FE-E202-41DE-B305-E84024822CE5}" dt="2023-06-13T13:52:51.207" v="7533" actId="20577"/>
          <ac:spMkLst>
            <pc:docMk/>
            <pc:sldMk cId="4216772154" sldId="514"/>
            <ac:spMk id="3" creationId="{032F458D-AEFA-4597-62B6-1A759D2AFFC5}"/>
          </ac:spMkLst>
        </pc:spChg>
        <pc:spChg chg="mod">
          <ac:chgData name="Chris Alvin" userId="1477fe7d-12c1-4dcd-b708-f1331679ff1c" providerId="ADAL" clId="{9197B0FE-E202-41DE-B305-E84024822CE5}" dt="2023-05-25T12:50:37.819" v="6110" actId="20577"/>
          <ac:spMkLst>
            <pc:docMk/>
            <pc:sldMk cId="4216772154" sldId="514"/>
            <ac:spMk id="4" creationId="{00000000-0000-0000-0000-000000000000}"/>
          </ac:spMkLst>
        </pc:spChg>
        <pc:spChg chg="del">
          <ac:chgData name="Chris Alvin" userId="1477fe7d-12c1-4dcd-b708-f1331679ff1c" providerId="ADAL" clId="{9197B0FE-E202-41DE-B305-E84024822CE5}" dt="2023-05-25T12:53:55.261" v="6111" actId="478"/>
          <ac:spMkLst>
            <pc:docMk/>
            <pc:sldMk cId="4216772154" sldId="514"/>
            <ac:spMk id="5" creationId="{F427DD1C-F2C1-2923-D214-3516975DE3A2}"/>
          </ac:spMkLst>
        </pc:spChg>
        <pc:spChg chg="del">
          <ac:chgData name="Chris Alvin" userId="1477fe7d-12c1-4dcd-b708-f1331679ff1c" providerId="ADAL" clId="{9197B0FE-E202-41DE-B305-E84024822CE5}" dt="2023-05-25T12:53:55.261" v="6111" actId="478"/>
          <ac:spMkLst>
            <pc:docMk/>
            <pc:sldMk cId="4216772154" sldId="514"/>
            <ac:spMk id="6" creationId="{CB1593B0-B7D3-0117-846B-B0EFAF3FA2C8}"/>
          </ac:spMkLst>
        </pc:spChg>
        <pc:spChg chg="add mod">
          <ac:chgData name="Chris Alvin" userId="1477fe7d-12c1-4dcd-b708-f1331679ff1c" providerId="ADAL" clId="{9197B0FE-E202-41DE-B305-E84024822CE5}" dt="2023-05-25T13:06:33.519" v="6735" actId="255"/>
          <ac:spMkLst>
            <pc:docMk/>
            <pc:sldMk cId="4216772154" sldId="514"/>
            <ac:spMk id="7" creationId="{50701FCB-92C4-4E05-79F1-F84F412A638B}"/>
          </ac:spMkLst>
        </pc:spChg>
        <pc:spChg chg="add mod">
          <ac:chgData name="Chris Alvin" userId="1477fe7d-12c1-4dcd-b708-f1331679ff1c" providerId="ADAL" clId="{9197B0FE-E202-41DE-B305-E84024822CE5}" dt="2023-05-25T13:12:54.199" v="6958" actId="207"/>
          <ac:spMkLst>
            <pc:docMk/>
            <pc:sldMk cId="4216772154" sldId="514"/>
            <ac:spMk id="8" creationId="{F88BBABB-B1F2-26D7-529B-A31BD0B409C5}"/>
          </ac:spMkLst>
        </pc:spChg>
        <pc:spChg chg="del">
          <ac:chgData name="Chris Alvin" userId="1477fe7d-12c1-4dcd-b708-f1331679ff1c" providerId="ADAL" clId="{9197B0FE-E202-41DE-B305-E84024822CE5}" dt="2023-05-25T12:53:55.261" v="6111" actId="478"/>
          <ac:spMkLst>
            <pc:docMk/>
            <pc:sldMk cId="4216772154" sldId="514"/>
            <ac:spMk id="9" creationId="{47F185E8-212B-51F1-5BC5-FD94528127A3}"/>
          </ac:spMkLst>
        </pc:spChg>
        <pc:spChg chg="del">
          <ac:chgData name="Chris Alvin" userId="1477fe7d-12c1-4dcd-b708-f1331679ff1c" providerId="ADAL" clId="{9197B0FE-E202-41DE-B305-E84024822CE5}" dt="2023-05-25T12:53:55.261" v="6111" actId="478"/>
          <ac:spMkLst>
            <pc:docMk/>
            <pc:sldMk cId="4216772154" sldId="514"/>
            <ac:spMk id="10" creationId="{555E7C64-95CA-CE9D-E7F7-F83B80E08FC0}"/>
          </ac:spMkLst>
        </pc:spChg>
        <pc:spChg chg="del">
          <ac:chgData name="Chris Alvin" userId="1477fe7d-12c1-4dcd-b708-f1331679ff1c" providerId="ADAL" clId="{9197B0FE-E202-41DE-B305-E84024822CE5}" dt="2023-05-25T12:53:55.261" v="6111" actId="478"/>
          <ac:spMkLst>
            <pc:docMk/>
            <pc:sldMk cId="4216772154" sldId="514"/>
            <ac:spMk id="11" creationId="{0975E3A1-1755-47BA-E688-587D55A8CFA9}"/>
          </ac:spMkLst>
        </pc:spChg>
        <pc:spChg chg="add mod">
          <ac:chgData name="Chris Alvin" userId="1477fe7d-12c1-4dcd-b708-f1331679ff1c" providerId="ADAL" clId="{9197B0FE-E202-41DE-B305-E84024822CE5}" dt="2023-05-25T13:09:13.118" v="6898" actId="1076"/>
          <ac:spMkLst>
            <pc:docMk/>
            <pc:sldMk cId="4216772154" sldId="514"/>
            <ac:spMk id="12" creationId="{3B761AC6-F559-538A-52F5-0FC38AB8CCFE}"/>
          </ac:spMkLst>
        </pc:spChg>
        <pc:spChg chg="del">
          <ac:chgData name="Chris Alvin" userId="1477fe7d-12c1-4dcd-b708-f1331679ff1c" providerId="ADAL" clId="{9197B0FE-E202-41DE-B305-E84024822CE5}" dt="2023-05-25T12:53:55.261" v="6111" actId="478"/>
          <ac:spMkLst>
            <pc:docMk/>
            <pc:sldMk cId="4216772154" sldId="514"/>
            <ac:spMk id="13" creationId="{0C459569-32CD-1362-1E3D-31DE2BF3A4B7}"/>
          </ac:spMkLst>
        </pc:spChg>
        <pc:spChg chg="add del mod">
          <ac:chgData name="Chris Alvin" userId="1477fe7d-12c1-4dcd-b708-f1331679ff1c" providerId="ADAL" clId="{9197B0FE-E202-41DE-B305-E84024822CE5}" dt="2023-05-25T13:07:20.939" v="6791" actId="478"/>
          <ac:spMkLst>
            <pc:docMk/>
            <pc:sldMk cId="4216772154" sldId="514"/>
            <ac:spMk id="14" creationId="{8ABDB608-F31F-DD37-BF3F-4386B592364C}"/>
          </ac:spMkLst>
        </pc:spChg>
        <pc:spChg chg="add mod">
          <ac:chgData name="Chris Alvin" userId="1477fe7d-12c1-4dcd-b708-f1331679ff1c" providerId="ADAL" clId="{9197B0FE-E202-41DE-B305-E84024822CE5}" dt="2023-05-25T13:13:39.522" v="6963" actId="207"/>
          <ac:spMkLst>
            <pc:docMk/>
            <pc:sldMk cId="4216772154" sldId="514"/>
            <ac:spMk id="15" creationId="{0B8D8923-28AB-7F0A-1770-2D1BB68EB0FE}"/>
          </ac:spMkLst>
        </pc:spChg>
        <pc:spChg chg="add mod">
          <ac:chgData name="Chris Alvin" userId="1477fe7d-12c1-4dcd-b708-f1331679ff1c" providerId="ADAL" clId="{9197B0FE-E202-41DE-B305-E84024822CE5}" dt="2023-05-25T13:14:17.149" v="6968" actId="207"/>
          <ac:spMkLst>
            <pc:docMk/>
            <pc:sldMk cId="4216772154" sldId="514"/>
            <ac:spMk id="16" creationId="{698E1899-6683-225E-E1BD-A49557003F05}"/>
          </ac:spMkLst>
        </pc:spChg>
        <pc:spChg chg="del">
          <ac:chgData name="Chris Alvin" userId="1477fe7d-12c1-4dcd-b708-f1331679ff1c" providerId="ADAL" clId="{9197B0FE-E202-41DE-B305-E84024822CE5}" dt="2023-05-25T12:53:55.261" v="6111" actId="478"/>
          <ac:spMkLst>
            <pc:docMk/>
            <pc:sldMk cId="4216772154" sldId="514"/>
            <ac:spMk id="17" creationId="{B21C963E-CFF3-F83A-BAB2-B68E61198C72}"/>
          </ac:spMkLst>
        </pc:spChg>
        <pc:spChg chg="del">
          <ac:chgData name="Chris Alvin" userId="1477fe7d-12c1-4dcd-b708-f1331679ff1c" providerId="ADAL" clId="{9197B0FE-E202-41DE-B305-E84024822CE5}" dt="2023-05-25T12:53:55.261" v="6111" actId="478"/>
          <ac:spMkLst>
            <pc:docMk/>
            <pc:sldMk cId="4216772154" sldId="514"/>
            <ac:spMk id="18" creationId="{57C4CE4C-D8F8-05FE-7E64-14E9642A53C0}"/>
          </ac:spMkLst>
        </pc:spChg>
        <pc:spChg chg="add mod">
          <ac:chgData name="Chris Alvin" userId="1477fe7d-12c1-4dcd-b708-f1331679ff1c" providerId="ADAL" clId="{9197B0FE-E202-41DE-B305-E84024822CE5}" dt="2023-05-25T13:14:03.515" v="6967" actId="207"/>
          <ac:spMkLst>
            <pc:docMk/>
            <pc:sldMk cId="4216772154" sldId="514"/>
            <ac:spMk id="19" creationId="{D27B8D1E-8F21-37E6-D1B8-D40A5F2086BE}"/>
          </ac:spMkLst>
        </pc:spChg>
        <pc:spChg chg="del">
          <ac:chgData name="Chris Alvin" userId="1477fe7d-12c1-4dcd-b708-f1331679ff1c" providerId="ADAL" clId="{9197B0FE-E202-41DE-B305-E84024822CE5}" dt="2023-05-25T12:53:55.261" v="6111" actId="478"/>
          <ac:spMkLst>
            <pc:docMk/>
            <pc:sldMk cId="4216772154" sldId="514"/>
            <ac:spMk id="27" creationId="{F79CEB9D-07A6-94E4-5E9B-2123205144D8}"/>
          </ac:spMkLst>
        </pc:spChg>
      </pc:sldChg>
      <pc:sldChg chg="addSp delSp modSp add mod delAnim modAnim">
        <pc:chgData name="Chris Alvin" userId="1477fe7d-12c1-4dcd-b708-f1331679ff1c" providerId="ADAL" clId="{9197B0FE-E202-41DE-B305-E84024822CE5}" dt="2023-05-25T17:37:53.248" v="7100" actId="20577"/>
        <pc:sldMkLst>
          <pc:docMk/>
          <pc:sldMk cId="3533236140" sldId="515"/>
        </pc:sldMkLst>
        <pc:spChg chg="add mod">
          <ac:chgData name="Chris Alvin" userId="1477fe7d-12c1-4dcd-b708-f1331679ff1c" providerId="ADAL" clId="{9197B0FE-E202-41DE-B305-E84024822CE5}" dt="2023-05-25T17:37:13.587" v="7091" actId="1076"/>
          <ac:spMkLst>
            <pc:docMk/>
            <pc:sldMk cId="3533236140" sldId="515"/>
            <ac:spMk id="2" creationId="{A5C59CEE-E62B-CFF2-A185-AC445CA7C6EF}"/>
          </ac:spMkLst>
        </pc:spChg>
        <pc:spChg chg="del">
          <ac:chgData name="Chris Alvin" userId="1477fe7d-12c1-4dcd-b708-f1331679ff1c" providerId="ADAL" clId="{9197B0FE-E202-41DE-B305-E84024822CE5}" dt="2023-05-25T13:24:34.072" v="6988" actId="478"/>
          <ac:spMkLst>
            <pc:docMk/>
            <pc:sldMk cId="3533236140" sldId="515"/>
            <ac:spMk id="3" creationId="{032F458D-AEFA-4597-62B6-1A759D2AFFC5}"/>
          </ac:spMkLst>
        </pc:spChg>
        <pc:spChg chg="mod">
          <ac:chgData name="Chris Alvin" userId="1477fe7d-12c1-4dcd-b708-f1331679ff1c" providerId="ADAL" clId="{9197B0FE-E202-41DE-B305-E84024822CE5}" dt="2023-05-25T17:37:53.248" v="7100" actId="20577"/>
          <ac:spMkLst>
            <pc:docMk/>
            <pc:sldMk cId="3533236140" sldId="515"/>
            <ac:spMk id="4" creationId="{00000000-0000-0000-0000-000000000000}"/>
          </ac:spMkLst>
        </pc:spChg>
      </pc:sldChg>
      <pc:sldChg chg="delSp modSp add mod delAnim">
        <pc:chgData name="Chris Alvin" userId="1477fe7d-12c1-4dcd-b708-f1331679ff1c" providerId="ADAL" clId="{9197B0FE-E202-41DE-B305-E84024822CE5}" dt="2023-05-25T18:00:26.742" v="7343" actId="20577"/>
        <pc:sldMkLst>
          <pc:docMk/>
          <pc:sldMk cId="1474183318" sldId="516"/>
        </pc:sldMkLst>
        <pc:spChg chg="del">
          <ac:chgData name="Chris Alvin" userId="1477fe7d-12c1-4dcd-b708-f1331679ff1c" providerId="ADAL" clId="{9197B0FE-E202-41DE-B305-E84024822CE5}" dt="2023-05-25T17:38:08.207" v="7121" actId="478"/>
          <ac:spMkLst>
            <pc:docMk/>
            <pc:sldMk cId="1474183318" sldId="516"/>
            <ac:spMk id="2" creationId="{A5C59CEE-E62B-CFF2-A185-AC445CA7C6EF}"/>
          </ac:spMkLst>
        </pc:spChg>
        <pc:spChg chg="mod">
          <ac:chgData name="Chris Alvin" userId="1477fe7d-12c1-4dcd-b708-f1331679ff1c" providerId="ADAL" clId="{9197B0FE-E202-41DE-B305-E84024822CE5}" dt="2023-05-25T18:00:26.742" v="7343" actId="20577"/>
          <ac:spMkLst>
            <pc:docMk/>
            <pc:sldMk cId="1474183318" sldId="516"/>
            <ac:spMk id="4" creationId="{00000000-0000-0000-0000-000000000000}"/>
          </ac:spMkLst>
        </pc:spChg>
        <pc:spChg chg="mod">
          <ac:chgData name="Chris Alvin" userId="1477fe7d-12c1-4dcd-b708-f1331679ff1c" providerId="ADAL" clId="{9197B0FE-E202-41DE-B305-E84024822CE5}" dt="2023-05-25T17:55:12.032" v="7310" actId="114"/>
          <ac:spMkLst>
            <pc:docMk/>
            <pc:sldMk cId="1474183318" sldId="516"/>
            <ac:spMk id="7" creationId="{50701FCB-92C4-4E05-79F1-F84F412A638B}"/>
          </ac:spMkLst>
        </pc:spChg>
        <pc:spChg chg="mod">
          <ac:chgData name="Chris Alvin" userId="1477fe7d-12c1-4dcd-b708-f1331679ff1c" providerId="ADAL" clId="{9197B0FE-E202-41DE-B305-E84024822CE5}" dt="2023-05-25T17:58:34.258" v="7326" actId="20577"/>
          <ac:spMkLst>
            <pc:docMk/>
            <pc:sldMk cId="1474183318" sldId="516"/>
            <ac:spMk id="8" creationId="{F88BBABB-B1F2-26D7-529B-A31BD0B409C5}"/>
          </ac:spMkLst>
        </pc:spChg>
        <pc:spChg chg="mod">
          <ac:chgData name="Chris Alvin" userId="1477fe7d-12c1-4dcd-b708-f1331679ff1c" providerId="ADAL" clId="{9197B0FE-E202-41DE-B305-E84024822CE5}" dt="2023-05-25T17:55:19.754" v="7311" actId="1076"/>
          <ac:spMkLst>
            <pc:docMk/>
            <pc:sldMk cId="1474183318" sldId="516"/>
            <ac:spMk id="12" creationId="{3B761AC6-F559-538A-52F5-0FC38AB8CCFE}"/>
          </ac:spMkLst>
        </pc:spChg>
      </pc:sldChg>
      <pc:sldChg chg="addSp delSp modSp add mod delAnim modAnim">
        <pc:chgData name="Chris Alvin" userId="1477fe7d-12c1-4dcd-b708-f1331679ff1c" providerId="ADAL" clId="{9197B0FE-E202-41DE-B305-E84024822CE5}" dt="2023-06-13T13:54:07.692" v="7549" actId="1076"/>
        <pc:sldMkLst>
          <pc:docMk/>
          <pc:sldMk cId="2730148931" sldId="517"/>
        </pc:sldMkLst>
        <pc:spChg chg="add mod">
          <ac:chgData name="Chris Alvin" userId="1477fe7d-12c1-4dcd-b708-f1331679ff1c" providerId="ADAL" clId="{9197B0FE-E202-41DE-B305-E84024822CE5}" dt="2023-06-13T13:54:07.692" v="7549" actId="1076"/>
          <ac:spMkLst>
            <pc:docMk/>
            <pc:sldMk cId="2730148931" sldId="517"/>
            <ac:spMk id="2" creationId="{847D42CF-9E04-5158-760E-9FAB62D68742}"/>
          </ac:spMkLst>
        </pc:spChg>
        <pc:spChg chg="del">
          <ac:chgData name="Chris Alvin" userId="1477fe7d-12c1-4dcd-b708-f1331679ff1c" providerId="ADAL" clId="{9197B0FE-E202-41DE-B305-E84024822CE5}" dt="2023-05-25T18:00:42.993" v="7352" actId="478"/>
          <ac:spMkLst>
            <pc:docMk/>
            <pc:sldMk cId="2730148931" sldId="517"/>
            <ac:spMk id="2" creationId="{A5C59CEE-E62B-CFF2-A185-AC445CA7C6EF}"/>
          </ac:spMkLst>
        </pc:spChg>
        <pc:spChg chg="mod">
          <ac:chgData name="Chris Alvin" userId="1477fe7d-12c1-4dcd-b708-f1331679ff1c" providerId="ADAL" clId="{9197B0FE-E202-41DE-B305-E84024822CE5}" dt="2023-05-25T18:01:15" v="7396" actId="20577"/>
          <ac:spMkLst>
            <pc:docMk/>
            <pc:sldMk cId="2730148931" sldId="517"/>
            <ac:spMk id="4" creationId="{00000000-0000-0000-0000-000000000000}"/>
          </ac:spMkLst>
        </pc:spChg>
        <pc:spChg chg="mod">
          <ac:chgData name="Chris Alvin" userId="1477fe7d-12c1-4dcd-b708-f1331679ff1c" providerId="ADAL" clId="{9197B0FE-E202-41DE-B305-E84024822CE5}" dt="2023-05-25T18:00:49.024" v="7354" actId="1076"/>
          <ac:spMkLst>
            <pc:docMk/>
            <pc:sldMk cId="2730148931" sldId="517"/>
            <ac:spMk id="7" creationId="{50701FCB-92C4-4E05-79F1-F84F412A638B}"/>
          </ac:spMkLst>
        </pc:spChg>
        <pc:spChg chg="del">
          <ac:chgData name="Chris Alvin" userId="1477fe7d-12c1-4dcd-b708-f1331679ff1c" providerId="ADAL" clId="{9197B0FE-E202-41DE-B305-E84024822CE5}" dt="2023-05-25T18:00:42.993" v="7352" actId="478"/>
          <ac:spMkLst>
            <pc:docMk/>
            <pc:sldMk cId="2730148931" sldId="517"/>
            <ac:spMk id="8" creationId="{F88BBABB-B1F2-26D7-529B-A31BD0B409C5}"/>
          </ac:spMkLst>
        </pc:spChg>
        <pc:spChg chg="mod">
          <ac:chgData name="Chris Alvin" userId="1477fe7d-12c1-4dcd-b708-f1331679ff1c" providerId="ADAL" clId="{9197B0FE-E202-41DE-B305-E84024822CE5}" dt="2023-05-25T18:00:51.889" v="7355" actId="1076"/>
          <ac:spMkLst>
            <pc:docMk/>
            <pc:sldMk cId="2730148931" sldId="517"/>
            <ac:spMk id="12" creationId="{3B761AC6-F559-538A-52F5-0FC38AB8CCFE}"/>
          </ac:spMkLst>
        </pc:spChg>
        <pc:spChg chg="del">
          <ac:chgData name="Chris Alvin" userId="1477fe7d-12c1-4dcd-b708-f1331679ff1c" providerId="ADAL" clId="{9197B0FE-E202-41DE-B305-E84024822CE5}" dt="2023-05-25T18:00:45.465" v="7353" actId="478"/>
          <ac:spMkLst>
            <pc:docMk/>
            <pc:sldMk cId="2730148931" sldId="517"/>
            <ac:spMk id="15" creationId="{0B8D8923-28AB-7F0A-1770-2D1BB68EB0FE}"/>
          </ac:spMkLst>
        </pc:spChg>
        <pc:spChg chg="del">
          <ac:chgData name="Chris Alvin" userId="1477fe7d-12c1-4dcd-b708-f1331679ff1c" providerId="ADAL" clId="{9197B0FE-E202-41DE-B305-E84024822CE5}" dt="2023-05-25T18:00:45.465" v="7353" actId="478"/>
          <ac:spMkLst>
            <pc:docMk/>
            <pc:sldMk cId="2730148931" sldId="517"/>
            <ac:spMk id="16" creationId="{698E1899-6683-225E-E1BD-A49557003F05}"/>
          </ac:spMkLst>
        </pc:spChg>
        <pc:spChg chg="del">
          <ac:chgData name="Chris Alvin" userId="1477fe7d-12c1-4dcd-b708-f1331679ff1c" providerId="ADAL" clId="{9197B0FE-E202-41DE-B305-E84024822CE5}" dt="2023-05-25T18:00:45.465" v="7353" actId="478"/>
          <ac:spMkLst>
            <pc:docMk/>
            <pc:sldMk cId="2730148931" sldId="517"/>
            <ac:spMk id="19" creationId="{D27B8D1E-8F21-37E6-D1B8-D40A5F2086BE}"/>
          </ac:spMkLst>
        </pc:spChg>
      </pc:sldChg>
    </pc:docChg>
  </pc:docChgLst>
  <pc:docChgLst>
    <pc:chgData name="Chris Alvin" userId="1477fe7d-12c1-4dcd-b708-f1331679ff1c" providerId="ADAL" clId="{74AEB933-2F7A-4DA2-AF6C-A36886ABD5A1}"/>
    <pc:docChg chg="undo custSel addSld delSld modSld">
      <pc:chgData name="Chris Alvin" userId="1477fe7d-12c1-4dcd-b708-f1331679ff1c" providerId="ADAL" clId="{74AEB933-2F7A-4DA2-AF6C-A36886ABD5A1}" dt="2023-05-22T18:22:51.587" v="1863" actId="47"/>
      <pc:docMkLst>
        <pc:docMk/>
      </pc:docMkLst>
      <pc:sldChg chg="modSp mod">
        <pc:chgData name="Chris Alvin" userId="1477fe7d-12c1-4dcd-b708-f1331679ff1c" providerId="ADAL" clId="{74AEB933-2F7A-4DA2-AF6C-A36886ABD5A1}" dt="2023-05-22T17:20:59.138" v="12" actId="20577"/>
        <pc:sldMkLst>
          <pc:docMk/>
          <pc:sldMk cId="923078003" sldId="265"/>
        </pc:sldMkLst>
        <pc:spChg chg="mod">
          <ac:chgData name="Chris Alvin" userId="1477fe7d-12c1-4dcd-b708-f1331679ff1c" providerId="ADAL" clId="{74AEB933-2F7A-4DA2-AF6C-A36886ABD5A1}" dt="2023-05-22T17:20:59.138" v="12" actId="20577"/>
          <ac:spMkLst>
            <pc:docMk/>
            <pc:sldMk cId="923078003" sldId="265"/>
            <ac:spMk id="2" creationId="{00000000-0000-0000-0000-000000000000}"/>
          </ac:spMkLst>
        </pc:spChg>
      </pc:sldChg>
      <pc:sldChg chg="addSp delSp modSp mod delAnim modAnim">
        <pc:chgData name="Chris Alvin" userId="1477fe7d-12c1-4dcd-b708-f1331679ff1c" providerId="ADAL" clId="{74AEB933-2F7A-4DA2-AF6C-A36886ABD5A1}" dt="2023-05-22T17:54:34.027" v="1007" actId="6549"/>
        <pc:sldMkLst>
          <pc:docMk/>
          <pc:sldMk cId="340332717" sldId="452"/>
        </pc:sldMkLst>
        <pc:spChg chg="del">
          <ac:chgData name="Chris Alvin" userId="1477fe7d-12c1-4dcd-b708-f1331679ff1c" providerId="ADAL" clId="{74AEB933-2F7A-4DA2-AF6C-A36886ABD5A1}" dt="2023-05-22T17:30:37.928" v="531" actId="478"/>
          <ac:spMkLst>
            <pc:docMk/>
            <pc:sldMk cId="340332717" sldId="452"/>
            <ac:spMk id="2" creationId="{8D7A7A34-4A5B-F3A1-4AA9-EEEA62DD6128}"/>
          </ac:spMkLst>
        </pc:spChg>
        <pc:spChg chg="mod">
          <ac:chgData name="Chris Alvin" userId="1477fe7d-12c1-4dcd-b708-f1331679ff1c" providerId="ADAL" clId="{74AEB933-2F7A-4DA2-AF6C-A36886ABD5A1}" dt="2023-05-22T17:21:22.650" v="30" actId="20577"/>
          <ac:spMkLst>
            <pc:docMk/>
            <pc:sldMk cId="340332717" sldId="452"/>
            <ac:spMk id="4" creationId="{00000000-0000-0000-0000-000000000000}"/>
          </ac:spMkLst>
        </pc:spChg>
        <pc:spChg chg="add mod">
          <ac:chgData name="Chris Alvin" userId="1477fe7d-12c1-4dcd-b708-f1331679ff1c" providerId="ADAL" clId="{74AEB933-2F7A-4DA2-AF6C-A36886ABD5A1}" dt="2023-05-22T17:54:11.374" v="990" actId="1076"/>
          <ac:spMkLst>
            <pc:docMk/>
            <pc:sldMk cId="340332717" sldId="452"/>
            <ac:spMk id="5" creationId="{04769307-9BCC-77A4-522A-3E8D23799D21}"/>
          </ac:spMkLst>
        </pc:spChg>
        <pc:spChg chg="add mod">
          <ac:chgData name="Chris Alvin" userId="1477fe7d-12c1-4dcd-b708-f1331679ff1c" providerId="ADAL" clId="{74AEB933-2F7A-4DA2-AF6C-A36886ABD5A1}" dt="2023-05-22T17:54:34.027" v="1007" actId="6549"/>
          <ac:spMkLst>
            <pc:docMk/>
            <pc:sldMk cId="340332717" sldId="452"/>
            <ac:spMk id="8" creationId="{5B44C12C-CA0F-0EB0-2FEB-9F8F87BF4B1E}"/>
          </ac:spMkLst>
        </pc:spChg>
        <pc:spChg chg="add mod">
          <ac:chgData name="Chris Alvin" userId="1477fe7d-12c1-4dcd-b708-f1331679ff1c" providerId="ADAL" clId="{74AEB933-2F7A-4DA2-AF6C-A36886ABD5A1}" dt="2023-05-22T17:53:12.395" v="941" actId="20577"/>
          <ac:spMkLst>
            <pc:docMk/>
            <pc:sldMk cId="340332717" sldId="452"/>
            <ac:spMk id="9" creationId="{7AD29900-23E2-6D55-2477-A64BFE248907}"/>
          </ac:spMkLst>
        </pc:spChg>
        <pc:spChg chg="add mod">
          <ac:chgData name="Chris Alvin" userId="1477fe7d-12c1-4dcd-b708-f1331679ff1c" providerId="ADAL" clId="{74AEB933-2F7A-4DA2-AF6C-A36886ABD5A1}" dt="2023-05-22T17:54:14.254" v="991" actId="1076"/>
          <ac:spMkLst>
            <pc:docMk/>
            <pc:sldMk cId="340332717" sldId="452"/>
            <ac:spMk id="10" creationId="{0697022F-1C5D-47DE-1B68-C20C5FD07A70}"/>
          </ac:spMkLst>
        </pc:spChg>
        <pc:spChg chg="mod">
          <ac:chgData name="Chris Alvin" userId="1477fe7d-12c1-4dcd-b708-f1331679ff1c" providerId="ADAL" clId="{74AEB933-2F7A-4DA2-AF6C-A36886ABD5A1}" dt="2023-05-22T17:51:14.995" v="695" actId="20577"/>
          <ac:spMkLst>
            <pc:docMk/>
            <pc:sldMk cId="340332717" sldId="452"/>
            <ac:spMk id="11" creationId="{3CAD95AB-F41F-B85E-AD90-7721D0469EA2}"/>
          </ac:spMkLst>
        </pc:spChg>
        <pc:graphicFrameChg chg="del mod">
          <ac:chgData name="Chris Alvin" userId="1477fe7d-12c1-4dcd-b708-f1331679ff1c" providerId="ADAL" clId="{74AEB933-2F7A-4DA2-AF6C-A36886ABD5A1}" dt="2023-05-22T17:52:22.660" v="809" actId="478"/>
          <ac:graphicFrameMkLst>
            <pc:docMk/>
            <pc:sldMk cId="340332717" sldId="452"/>
            <ac:graphicFrameMk id="13" creationId="{81E6A178-AA02-E504-37AD-03744A295FFD}"/>
          </ac:graphicFrameMkLst>
        </pc:graphicFrameChg>
        <pc:picChg chg="add mod">
          <ac:chgData name="Chris Alvin" userId="1477fe7d-12c1-4dcd-b708-f1331679ff1c" providerId="ADAL" clId="{74AEB933-2F7A-4DA2-AF6C-A36886ABD5A1}" dt="2023-05-22T17:52:30.007" v="810" actId="1076"/>
          <ac:picMkLst>
            <pc:docMk/>
            <pc:sldMk cId="340332717" sldId="452"/>
            <ac:picMk id="7" creationId="{672C8AE8-D446-1A42-43A8-3E1290C269EB}"/>
          </ac:picMkLst>
        </pc:picChg>
      </pc:sldChg>
      <pc:sldChg chg="del">
        <pc:chgData name="Chris Alvin" userId="1477fe7d-12c1-4dcd-b708-f1331679ff1c" providerId="ADAL" clId="{74AEB933-2F7A-4DA2-AF6C-A36886ABD5A1}" dt="2023-05-22T17:25:35.898" v="31" actId="47"/>
        <pc:sldMkLst>
          <pc:docMk/>
          <pc:sldMk cId="2876139526" sldId="466"/>
        </pc:sldMkLst>
      </pc:sldChg>
      <pc:sldChg chg="del">
        <pc:chgData name="Chris Alvin" userId="1477fe7d-12c1-4dcd-b708-f1331679ff1c" providerId="ADAL" clId="{74AEB933-2F7A-4DA2-AF6C-A36886ABD5A1}" dt="2023-05-22T17:25:37.340" v="34" actId="47"/>
        <pc:sldMkLst>
          <pc:docMk/>
          <pc:sldMk cId="3989108163" sldId="467"/>
        </pc:sldMkLst>
      </pc:sldChg>
      <pc:sldChg chg="del">
        <pc:chgData name="Chris Alvin" userId="1477fe7d-12c1-4dcd-b708-f1331679ff1c" providerId="ADAL" clId="{74AEB933-2F7A-4DA2-AF6C-A36886ABD5A1}" dt="2023-05-22T17:25:36.696" v="33" actId="47"/>
        <pc:sldMkLst>
          <pc:docMk/>
          <pc:sldMk cId="3121496974" sldId="468"/>
        </pc:sldMkLst>
      </pc:sldChg>
      <pc:sldChg chg="del">
        <pc:chgData name="Chris Alvin" userId="1477fe7d-12c1-4dcd-b708-f1331679ff1c" providerId="ADAL" clId="{74AEB933-2F7A-4DA2-AF6C-A36886ABD5A1}" dt="2023-05-22T17:25:39.018" v="36" actId="47"/>
        <pc:sldMkLst>
          <pc:docMk/>
          <pc:sldMk cId="1369080031" sldId="469"/>
        </pc:sldMkLst>
      </pc:sldChg>
      <pc:sldChg chg="delSp modSp mod delAnim">
        <pc:chgData name="Chris Alvin" userId="1477fe7d-12c1-4dcd-b708-f1331679ff1c" providerId="ADAL" clId="{74AEB933-2F7A-4DA2-AF6C-A36886ABD5A1}" dt="2023-05-22T18:20:13.515" v="1830" actId="6549"/>
        <pc:sldMkLst>
          <pc:docMk/>
          <pc:sldMk cId="3327285577" sldId="470"/>
        </pc:sldMkLst>
        <pc:spChg chg="mod">
          <ac:chgData name="Chris Alvin" userId="1477fe7d-12c1-4dcd-b708-f1331679ff1c" providerId="ADAL" clId="{74AEB933-2F7A-4DA2-AF6C-A36886ABD5A1}" dt="2023-05-22T18:20:13.515" v="1830" actId="6549"/>
          <ac:spMkLst>
            <pc:docMk/>
            <pc:sldMk cId="3327285577" sldId="470"/>
            <ac:spMk id="3" creationId="{13C02AD1-62E4-D881-73B3-DCBDE49477FC}"/>
          </ac:spMkLst>
        </pc:spChg>
        <pc:spChg chg="mod">
          <ac:chgData name="Chris Alvin" userId="1477fe7d-12c1-4dcd-b708-f1331679ff1c" providerId="ADAL" clId="{74AEB933-2F7A-4DA2-AF6C-A36886ABD5A1}" dt="2023-05-22T17:25:48.268" v="55" actId="20577"/>
          <ac:spMkLst>
            <pc:docMk/>
            <pc:sldMk cId="3327285577" sldId="470"/>
            <ac:spMk id="4" creationId="{00000000-0000-0000-0000-000000000000}"/>
          </ac:spMkLst>
        </pc:spChg>
        <pc:spChg chg="del">
          <ac:chgData name="Chris Alvin" userId="1477fe7d-12c1-4dcd-b708-f1331679ff1c" providerId="ADAL" clId="{74AEB933-2F7A-4DA2-AF6C-A36886ABD5A1}" dt="2023-05-22T17:28:45.614" v="361" actId="478"/>
          <ac:spMkLst>
            <pc:docMk/>
            <pc:sldMk cId="3327285577" sldId="470"/>
            <ac:spMk id="9" creationId="{375D6A44-AE9D-2E14-5130-560C86E7C9C1}"/>
          </ac:spMkLst>
        </pc:spChg>
        <pc:spChg chg="del">
          <ac:chgData name="Chris Alvin" userId="1477fe7d-12c1-4dcd-b708-f1331679ff1c" providerId="ADAL" clId="{74AEB933-2F7A-4DA2-AF6C-A36886ABD5A1}" dt="2023-05-22T17:28:45.614" v="361" actId="478"/>
          <ac:spMkLst>
            <pc:docMk/>
            <pc:sldMk cId="3327285577" sldId="470"/>
            <ac:spMk id="11" creationId="{463C75F9-37AE-98AA-DE66-05F70C515FD8}"/>
          </ac:spMkLst>
        </pc:spChg>
        <pc:spChg chg="del">
          <ac:chgData name="Chris Alvin" userId="1477fe7d-12c1-4dcd-b708-f1331679ff1c" providerId="ADAL" clId="{74AEB933-2F7A-4DA2-AF6C-A36886ABD5A1}" dt="2023-05-22T17:28:45.614" v="361" actId="478"/>
          <ac:spMkLst>
            <pc:docMk/>
            <pc:sldMk cId="3327285577" sldId="470"/>
            <ac:spMk id="13" creationId="{3FA81B86-901E-B686-FABC-AE733C7A6D26}"/>
          </ac:spMkLst>
        </pc:spChg>
      </pc:sldChg>
      <pc:sldChg chg="del">
        <pc:chgData name="Chris Alvin" userId="1477fe7d-12c1-4dcd-b708-f1331679ff1c" providerId="ADAL" clId="{74AEB933-2F7A-4DA2-AF6C-A36886ABD5A1}" dt="2023-05-22T17:25:38.265" v="35" actId="47"/>
        <pc:sldMkLst>
          <pc:docMk/>
          <pc:sldMk cId="1729460487" sldId="471"/>
        </pc:sldMkLst>
      </pc:sldChg>
      <pc:sldChg chg="del">
        <pc:chgData name="Chris Alvin" userId="1477fe7d-12c1-4dcd-b708-f1331679ff1c" providerId="ADAL" clId="{74AEB933-2F7A-4DA2-AF6C-A36886ABD5A1}" dt="2023-05-22T18:22:33.863" v="1837" actId="47"/>
        <pc:sldMkLst>
          <pc:docMk/>
          <pc:sldMk cId="592817189" sldId="472"/>
        </pc:sldMkLst>
      </pc:sldChg>
      <pc:sldChg chg="del">
        <pc:chgData name="Chris Alvin" userId="1477fe7d-12c1-4dcd-b708-f1331679ff1c" providerId="ADAL" clId="{74AEB933-2F7A-4DA2-AF6C-A36886ABD5A1}" dt="2023-05-22T17:25:36.282" v="32" actId="47"/>
        <pc:sldMkLst>
          <pc:docMk/>
          <pc:sldMk cId="2756766633" sldId="473"/>
        </pc:sldMkLst>
      </pc:sldChg>
      <pc:sldChg chg="delSp modSp mod">
        <pc:chgData name="Chris Alvin" userId="1477fe7d-12c1-4dcd-b708-f1331679ff1c" providerId="ADAL" clId="{74AEB933-2F7A-4DA2-AF6C-A36886ABD5A1}" dt="2023-05-22T18:22:31.267" v="1836" actId="478"/>
        <pc:sldMkLst>
          <pc:docMk/>
          <pc:sldMk cId="3301625856" sldId="474"/>
        </pc:sldMkLst>
        <pc:spChg chg="mod">
          <ac:chgData name="Chris Alvin" userId="1477fe7d-12c1-4dcd-b708-f1331679ff1c" providerId="ADAL" clId="{74AEB933-2F7A-4DA2-AF6C-A36886ABD5A1}" dt="2023-05-22T18:22:28.675" v="1835" actId="20577"/>
          <ac:spMkLst>
            <pc:docMk/>
            <pc:sldMk cId="3301625856" sldId="474"/>
            <ac:spMk id="6" creationId="{88BE2FA1-2010-E668-BCF7-EADDE9417FF4}"/>
          </ac:spMkLst>
        </pc:spChg>
        <pc:spChg chg="del">
          <ac:chgData name="Chris Alvin" userId="1477fe7d-12c1-4dcd-b708-f1331679ff1c" providerId="ADAL" clId="{74AEB933-2F7A-4DA2-AF6C-A36886ABD5A1}" dt="2023-05-22T18:22:26.035" v="1831" actId="478"/>
          <ac:spMkLst>
            <pc:docMk/>
            <pc:sldMk cId="3301625856" sldId="474"/>
            <ac:spMk id="8" creationId="{C0CE59E2-D7C2-B3AF-6544-3AF56C576708}"/>
          </ac:spMkLst>
        </pc:spChg>
        <pc:spChg chg="del">
          <ac:chgData name="Chris Alvin" userId="1477fe7d-12c1-4dcd-b708-f1331679ff1c" providerId="ADAL" clId="{74AEB933-2F7A-4DA2-AF6C-A36886ABD5A1}" dt="2023-05-22T18:22:26.035" v="1831" actId="478"/>
          <ac:spMkLst>
            <pc:docMk/>
            <pc:sldMk cId="3301625856" sldId="474"/>
            <ac:spMk id="9" creationId="{E1F003F4-7AEC-F8E6-A7A5-B86CFED34831}"/>
          </ac:spMkLst>
        </pc:spChg>
        <pc:spChg chg="del">
          <ac:chgData name="Chris Alvin" userId="1477fe7d-12c1-4dcd-b708-f1331679ff1c" providerId="ADAL" clId="{74AEB933-2F7A-4DA2-AF6C-A36886ABD5A1}" dt="2023-05-22T18:22:26.035" v="1831" actId="478"/>
          <ac:spMkLst>
            <pc:docMk/>
            <pc:sldMk cId="3301625856" sldId="474"/>
            <ac:spMk id="10" creationId="{C573D69A-A69A-107D-254D-39E6BF60A2F3}"/>
          </ac:spMkLst>
        </pc:spChg>
        <pc:spChg chg="del">
          <ac:chgData name="Chris Alvin" userId="1477fe7d-12c1-4dcd-b708-f1331679ff1c" providerId="ADAL" clId="{74AEB933-2F7A-4DA2-AF6C-A36886ABD5A1}" dt="2023-05-22T18:22:26.035" v="1831" actId="478"/>
          <ac:spMkLst>
            <pc:docMk/>
            <pc:sldMk cId="3301625856" sldId="474"/>
            <ac:spMk id="11" creationId="{ABDAC72E-594A-A55A-7B9A-570915D3FCC9}"/>
          </ac:spMkLst>
        </pc:spChg>
        <pc:spChg chg="del">
          <ac:chgData name="Chris Alvin" userId="1477fe7d-12c1-4dcd-b708-f1331679ff1c" providerId="ADAL" clId="{74AEB933-2F7A-4DA2-AF6C-A36886ABD5A1}" dt="2023-05-22T18:22:31.267" v="1836" actId="478"/>
          <ac:spMkLst>
            <pc:docMk/>
            <pc:sldMk cId="3301625856" sldId="474"/>
            <ac:spMk id="12" creationId="{B612CD86-CBFC-8E13-6650-2571A3179FC5}"/>
          </ac:spMkLst>
        </pc:spChg>
      </pc:sldChg>
      <pc:sldChg chg="del">
        <pc:chgData name="Chris Alvin" userId="1477fe7d-12c1-4dcd-b708-f1331679ff1c" providerId="ADAL" clId="{74AEB933-2F7A-4DA2-AF6C-A36886ABD5A1}" dt="2023-05-22T18:22:34.223" v="1838" actId="47"/>
        <pc:sldMkLst>
          <pc:docMk/>
          <pc:sldMk cId="3226712070" sldId="475"/>
        </pc:sldMkLst>
      </pc:sldChg>
      <pc:sldChg chg="del">
        <pc:chgData name="Chris Alvin" userId="1477fe7d-12c1-4dcd-b708-f1331679ff1c" providerId="ADAL" clId="{74AEB933-2F7A-4DA2-AF6C-A36886ABD5A1}" dt="2023-05-22T18:22:34.666" v="1839" actId="47"/>
        <pc:sldMkLst>
          <pc:docMk/>
          <pc:sldMk cId="3076168202" sldId="476"/>
        </pc:sldMkLst>
      </pc:sldChg>
      <pc:sldChg chg="del">
        <pc:chgData name="Chris Alvin" userId="1477fe7d-12c1-4dcd-b708-f1331679ff1c" providerId="ADAL" clId="{74AEB933-2F7A-4DA2-AF6C-A36886ABD5A1}" dt="2023-05-22T18:22:51.587" v="1863" actId="47"/>
        <pc:sldMkLst>
          <pc:docMk/>
          <pc:sldMk cId="1780837770" sldId="477"/>
        </pc:sldMkLst>
      </pc:sldChg>
      <pc:sldChg chg="del">
        <pc:chgData name="Chris Alvin" userId="1477fe7d-12c1-4dcd-b708-f1331679ff1c" providerId="ADAL" clId="{74AEB933-2F7A-4DA2-AF6C-A36886ABD5A1}" dt="2023-05-22T18:22:34.912" v="1840" actId="47"/>
        <pc:sldMkLst>
          <pc:docMk/>
          <pc:sldMk cId="2847263532" sldId="478"/>
        </pc:sldMkLst>
      </pc:sldChg>
      <pc:sldChg chg="del">
        <pc:chgData name="Chris Alvin" userId="1477fe7d-12c1-4dcd-b708-f1331679ff1c" providerId="ADAL" clId="{74AEB933-2F7A-4DA2-AF6C-A36886ABD5A1}" dt="2023-05-22T18:22:35.621" v="1841" actId="47"/>
        <pc:sldMkLst>
          <pc:docMk/>
          <pc:sldMk cId="822577822" sldId="479"/>
        </pc:sldMkLst>
      </pc:sldChg>
      <pc:sldChg chg="del">
        <pc:chgData name="Chris Alvin" userId="1477fe7d-12c1-4dcd-b708-f1331679ff1c" providerId="ADAL" clId="{74AEB933-2F7A-4DA2-AF6C-A36886ABD5A1}" dt="2023-05-22T18:22:36.052" v="1842" actId="47"/>
        <pc:sldMkLst>
          <pc:docMk/>
          <pc:sldMk cId="1622637575" sldId="480"/>
        </pc:sldMkLst>
      </pc:sldChg>
      <pc:sldChg chg="del">
        <pc:chgData name="Chris Alvin" userId="1477fe7d-12c1-4dcd-b708-f1331679ff1c" providerId="ADAL" clId="{74AEB933-2F7A-4DA2-AF6C-A36886ABD5A1}" dt="2023-05-22T18:22:36.299" v="1843" actId="47"/>
        <pc:sldMkLst>
          <pc:docMk/>
          <pc:sldMk cId="742473946" sldId="481"/>
        </pc:sldMkLst>
      </pc:sldChg>
      <pc:sldChg chg="del">
        <pc:chgData name="Chris Alvin" userId="1477fe7d-12c1-4dcd-b708-f1331679ff1c" providerId="ADAL" clId="{74AEB933-2F7A-4DA2-AF6C-A36886ABD5A1}" dt="2023-05-22T18:22:36.766" v="1844" actId="47"/>
        <pc:sldMkLst>
          <pc:docMk/>
          <pc:sldMk cId="989870522" sldId="482"/>
        </pc:sldMkLst>
      </pc:sldChg>
      <pc:sldChg chg="del">
        <pc:chgData name="Chris Alvin" userId="1477fe7d-12c1-4dcd-b708-f1331679ff1c" providerId="ADAL" clId="{74AEB933-2F7A-4DA2-AF6C-A36886ABD5A1}" dt="2023-05-22T18:22:38.235" v="1846" actId="47"/>
        <pc:sldMkLst>
          <pc:docMk/>
          <pc:sldMk cId="2547038868" sldId="483"/>
        </pc:sldMkLst>
      </pc:sldChg>
      <pc:sldChg chg="del">
        <pc:chgData name="Chris Alvin" userId="1477fe7d-12c1-4dcd-b708-f1331679ff1c" providerId="ADAL" clId="{74AEB933-2F7A-4DA2-AF6C-A36886ABD5A1}" dt="2023-05-22T18:22:37.396" v="1845" actId="47"/>
        <pc:sldMkLst>
          <pc:docMk/>
          <pc:sldMk cId="104687735" sldId="484"/>
        </pc:sldMkLst>
      </pc:sldChg>
      <pc:sldChg chg="del">
        <pc:chgData name="Chris Alvin" userId="1477fe7d-12c1-4dcd-b708-f1331679ff1c" providerId="ADAL" clId="{74AEB933-2F7A-4DA2-AF6C-A36886ABD5A1}" dt="2023-05-22T17:25:40.385" v="37" actId="47"/>
        <pc:sldMkLst>
          <pc:docMk/>
          <pc:sldMk cId="4274432629" sldId="485"/>
        </pc:sldMkLst>
      </pc:sldChg>
      <pc:sldChg chg="del">
        <pc:chgData name="Chris Alvin" userId="1477fe7d-12c1-4dcd-b708-f1331679ff1c" providerId="ADAL" clId="{74AEB933-2F7A-4DA2-AF6C-A36886ABD5A1}" dt="2023-05-22T18:22:38.912" v="1847" actId="47"/>
        <pc:sldMkLst>
          <pc:docMk/>
          <pc:sldMk cId="1948932617" sldId="486"/>
        </pc:sldMkLst>
      </pc:sldChg>
      <pc:sldChg chg="del">
        <pc:chgData name="Chris Alvin" userId="1477fe7d-12c1-4dcd-b708-f1331679ff1c" providerId="ADAL" clId="{74AEB933-2F7A-4DA2-AF6C-A36886ABD5A1}" dt="2023-05-22T18:22:39.708" v="1848" actId="47"/>
        <pc:sldMkLst>
          <pc:docMk/>
          <pc:sldMk cId="3010379502" sldId="487"/>
        </pc:sldMkLst>
      </pc:sldChg>
      <pc:sldChg chg="del">
        <pc:chgData name="Chris Alvin" userId="1477fe7d-12c1-4dcd-b708-f1331679ff1c" providerId="ADAL" clId="{74AEB933-2F7A-4DA2-AF6C-A36886ABD5A1}" dt="2023-05-22T18:22:39.918" v="1849" actId="47"/>
        <pc:sldMkLst>
          <pc:docMk/>
          <pc:sldMk cId="4221487685" sldId="488"/>
        </pc:sldMkLst>
      </pc:sldChg>
      <pc:sldChg chg="del">
        <pc:chgData name="Chris Alvin" userId="1477fe7d-12c1-4dcd-b708-f1331679ff1c" providerId="ADAL" clId="{74AEB933-2F7A-4DA2-AF6C-A36886ABD5A1}" dt="2023-05-22T18:22:40.392" v="1850" actId="47"/>
        <pc:sldMkLst>
          <pc:docMk/>
          <pc:sldMk cId="1482327814" sldId="489"/>
        </pc:sldMkLst>
      </pc:sldChg>
      <pc:sldChg chg="del">
        <pc:chgData name="Chris Alvin" userId="1477fe7d-12c1-4dcd-b708-f1331679ff1c" providerId="ADAL" clId="{74AEB933-2F7A-4DA2-AF6C-A36886ABD5A1}" dt="2023-05-22T18:22:41.741" v="1852" actId="47"/>
        <pc:sldMkLst>
          <pc:docMk/>
          <pc:sldMk cId="4156714300" sldId="490"/>
        </pc:sldMkLst>
      </pc:sldChg>
      <pc:sldChg chg="del">
        <pc:chgData name="Chris Alvin" userId="1477fe7d-12c1-4dcd-b708-f1331679ff1c" providerId="ADAL" clId="{74AEB933-2F7A-4DA2-AF6C-A36886ABD5A1}" dt="2023-05-22T18:22:41.052" v="1851" actId="47"/>
        <pc:sldMkLst>
          <pc:docMk/>
          <pc:sldMk cId="3389626299" sldId="491"/>
        </pc:sldMkLst>
      </pc:sldChg>
      <pc:sldChg chg="del">
        <pc:chgData name="Chris Alvin" userId="1477fe7d-12c1-4dcd-b708-f1331679ff1c" providerId="ADAL" clId="{74AEB933-2F7A-4DA2-AF6C-A36886ABD5A1}" dt="2023-05-22T18:22:42.370" v="1853" actId="47"/>
        <pc:sldMkLst>
          <pc:docMk/>
          <pc:sldMk cId="905469517" sldId="492"/>
        </pc:sldMkLst>
      </pc:sldChg>
      <pc:sldChg chg="del">
        <pc:chgData name="Chris Alvin" userId="1477fe7d-12c1-4dcd-b708-f1331679ff1c" providerId="ADAL" clId="{74AEB933-2F7A-4DA2-AF6C-A36886ABD5A1}" dt="2023-05-22T18:22:42.974" v="1854" actId="47"/>
        <pc:sldMkLst>
          <pc:docMk/>
          <pc:sldMk cId="4230430312" sldId="493"/>
        </pc:sldMkLst>
      </pc:sldChg>
      <pc:sldChg chg="del">
        <pc:chgData name="Chris Alvin" userId="1477fe7d-12c1-4dcd-b708-f1331679ff1c" providerId="ADAL" clId="{74AEB933-2F7A-4DA2-AF6C-A36886ABD5A1}" dt="2023-05-22T18:22:43.474" v="1855" actId="47"/>
        <pc:sldMkLst>
          <pc:docMk/>
          <pc:sldMk cId="2776809774" sldId="494"/>
        </pc:sldMkLst>
      </pc:sldChg>
      <pc:sldChg chg="del">
        <pc:chgData name="Chris Alvin" userId="1477fe7d-12c1-4dcd-b708-f1331679ff1c" providerId="ADAL" clId="{74AEB933-2F7A-4DA2-AF6C-A36886ABD5A1}" dt="2023-05-22T18:22:43.773" v="1856" actId="47"/>
        <pc:sldMkLst>
          <pc:docMk/>
          <pc:sldMk cId="396094075" sldId="495"/>
        </pc:sldMkLst>
      </pc:sldChg>
      <pc:sldChg chg="del">
        <pc:chgData name="Chris Alvin" userId="1477fe7d-12c1-4dcd-b708-f1331679ff1c" providerId="ADAL" clId="{74AEB933-2F7A-4DA2-AF6C-A36886ABD5A1}" dt="2023-05-22T18:22:44.516" v="1857" actId="47"/>
        <pc:sldMkLst>
          <pc:docMk/>
          <pc:sldMk cId="2300267338" sldId="496"/>
        </pc:sldMkLst>
      </pc:sldChg>
      <pc:sldChg chg="del">
        <pc:chgData name="Chris Alvin" userId="1477fe7d-12c1-4dcd-b708-f1331679ff1c" providerId="ADAL" clId="{74AEB933-2F7A-4DA2-AF6C-A36886ABD5A1}" dt="2023-05-22T18:22:46.080" v="1858" actId="47"/>
        <pc:sldMkLst>
          <pc:docMk/>
          <pc:sldMk cId="3142635020" sldId="497"/>
        </pc:sldMkLst>
      </pc:sldChg>
      <pc:sldChg chg="del">
        <pc:chgData name="Chris Alvin" userId="1477fe7d-12c1-4dcd-b708-f1331679ff1c" providerId="ADAL" clId="{74AEB933-2F7A-4DA2-AF6C-A36886ABD5A1}" dt="2023-05-22T18:22:46.834" v="1859" actId="47"/>
        <pc:sldMkLst>
          <pc:docMk/>
          <pc:sldMk cId="1849821731" sldId="498"/>
        </pc:sldMkLst>
      </pc:sldChg>
      <pc:sldChg chg="del">
        <pc:chgData name="Chris Alvin" userId="1477fe7d-12c1-4dcd-b708-f1331679ff1c" providerId="ADAL" clId="{74AEB933-2F7A-4DA2-AF6C-A36886ABD5A1}" dt="2023-05-22T18:22:47.523" v="1860" actId="47"/>
        <pc:sldMkLst>
          <pc:docMk/>
          <pc:sldMk cId="1732286306" sldId="499"/>
        </pc:sldMkLst>
      </pc:sldChg>
      <pc:sldChg chg="del">
        <pc:chgData name="Chris Alvin" userId="1477fe7d-12c1-4dcd-b708-f1331679ff1c" providerId="ADAL" clId="{74AEB933-2F7A-4DA2-AF6C-A36886ABD5A1}" dt="2023-05-22T18:22:48.472" v="1861" actId="47"/>
        <pc:sldMkLst>
          <pc:docMk/>
          <pc:sldMk cId="244240708" sldId="500"/>
        </pc:sldMkLst>
      </pc:sldChg>
      <pc:sldChg chg="del">
        <pc:chgData name="Chris Alvin" userId="1477fe7d-12c1-4dcd-b708-f1331679ff1c" providerId="ADAL" clId="{74AEB933-2F7A-4DA2-AF6C-A36886ABD5A1}" dt="2023-05-22T18:22:49.859" v="1862" actId="47"/>
        <pc:sldMkLst>
          <pc:docMk/>
          <pc:sldMk cId="3577258052" sldId="501"/>
        </pc:sldMkLst>
      </pc:sldChg>
      <pc:sldChg chg="addSp delSp modSp add mod delAnim modAnim">
        <pc:chgData name="Chris Alvin" userId="1477fe7d-12c1-4dcd-b708-f1331679ff1c" providerId="ADAL" clId="{74AEB933-2F7A-4DA2-AF6C-A36886ABD5A1}" dt="2023-05-22T18:11:25.856" v="1433" actId="207"/>
        <pc:sldMkLst>
          <pc:docMk/>
          <pc:sldMk cId="3991553324" sldId="502"/>
        </pc:sldMkLst>
        <pc:spChg chg="add mod">
          <ac:chgData name="Chris Alvin" userId="1477fe7d-12c1-4dcd-b708-f1331679ff1c" providerId="ADAL" clId="{74AEB933-2F7A-4DA2-AF6C-A36886ABD5A1}" dt="2023-05-22T18:10:29.194" v="1424" actId="20577"/>
          <ac:spMkLst>
            <pc:docMk/>
            <pc:sldMk cId="3991553324" sldId="502"/>
            <ac:spMk id="2" creationId="{84C5B508-DB32-E5FD-A4AB-FF74FA620E5B}"/>
          </ac:spMkLst>
        </pc:spChg>
        <pc:spChg chg="mod">
          <ac:chgData name="Chris Alvin" userId="1477fe7d-12c1-4dcd-b708-f1331679ff1c" providerId="ADAL" clId="{74AEB933-2F7A-4DA2-AF6C-A36886ABD5A1}" dt="2023-05-22T17:57:12.642" v="1022" actId="121"/>
          <ac:spMkLst>
            <pc:docMk/>
            <pc:sldMk cId="3991553324" sldId="502"/>
            <ac:spMk id="4" creationId="{00000000-0000-0000-0000-000000000000}"/>
          </ac:spMkLst>
        </pc:spChg>
        <pc:spChg chg="mod">
          <ac:chgData name="Chris Alvin" userId="1477fe7d-12c1-4dcd-b708-f1331679ff1c" providerId="ADAL" clId="{74AEB933-2F7A-4DA2-AF6C-A36886ABD5A1}" dt="2023-05-22T17:57:19.751" v="1024" actId="1076"/>
          <ac:spMkLst>
            <pc:docMk/>
            <pc:sldMk cId="3991553324" sldId="502"/>
            <ac:spMk id="5" creationId="{04769307-9BCC-77A4-522A-3E8D23799D21}"/>
          </ac:spMkLst>
        </pc:spChg>
        <pc:spChg chg="mod">
          <ac:chgData name="Chris Alvin" userId="1477fe7d-12c1-4dcd-b708-f1331679ff1c" providerId="ADAL" clId="{74AEB933-2F7A-4DA2-AF6C-A36886ABD5A1}" dt="2023-05-22T18:09:58.242" v="1324" actId="1076"/>
          <ac:spMkLst>
            <pc:docMk/>
            <pc:sldMk cId="3991553324" sldId="502"/>
            <ac:spMk id="8" creationId="{5B44C12C-CA0F-0EB0-2FEB-9F8F87BF4B1E}"/>
          </ac:spMkLst>
        </pc:spChg>
        <pc:spChg chg="del">
          <ac:chgData name="Chris Alvin" userId="1477fe7d-12c1-4dcd-b708-f1331679ff1c" providerId="ADAL" clId="{74AEB933-2F7A-4DA2-AF6C-A36886ABD5A1}" dt="2023-05-22T17:57:14.636" v="1023" actId="478"/>
          <ac:spMkLst>
            <pc:docMk/>
            <pc:sldMk cId="3991553324" sldId="502"/>
            <ac:spMk id="11" creationId="{3CAD95AB-F41F-B85E-AD90-7721D0469EA2}"/>
          </ac:spMkLst>
        </pc:spChg>
        <pc:graphicFrameChg chg="mod modGraphic">
          <ac:chgData name="Chris Alvin" userId="1477fe7d-12c1-4dcd-b708-f1331679ff1c" providerId="ADAL" clId="{74AEB933-2F7A-4DA2-AF6C-A36886ABD5A1}" dt="2023-05-22T18:11:25.856" v="1433" actId="207"/>
          <ac:graphicFrameMkLst>
            <pc:docMk/>
            <pc:sldMk cId="3991553324" sldId="502"/>
            <ac:graphicFrameMk id="13" creationId="{81E6A178-AA02-E504-37AD-03744A295FFD}"/>
          </ac:graphicFrameMkLst>
        </pc:graphicFrameChg>
        <pc:picChg chg="del">
          <ac:chgData name="Chris Alvin" userId="1477fe7d-12c1-4dcd-b708-f1331679ff1c" providerId="ADAL" clId="{74AEB933-2F7A-4DA2-AF6C-A36886ABD5A1}" dt="2023-05-22T17:57:21.787" v="1025" actId="478"/>
          <ac:picMkLst>
            <pc:docMk/>
            <pc:sldMk cId="3991553324" sldId="502"/>
            <ac:picMk id="7" creationId="{672C8AE8-D446-1A42-43A8-3E1290C269EB}"/>
          </ac:picMkLst>
        </pc:picChg>
      </pc:sldChg>
      <pc:sldChg chg="addSp delSp modSp add mod">
        <pc:chgData name="Chris Alvin" userId="1477fe7d-12c1-4dcd-b708-f1331679ff1c" providerId="ADAL" clId="{74AEB933-2F7A-4DA2-AF6C-A36886ABD5A1}" dt="2023-05-22T18:17:26.205" v="1806" actId="14100"/>
        <pc:sldMkLst>
          <pc:docMk/>
          <pc:sldMk cId="380307949" sldId="503"/>
        </pc:sldMkLst>
        <pc:spChg chg="mod">
          <ac:chgData name="Chris Alvin" userId="1477fe7d-12c1-4dcd-b708-f1331679ff1c" providerId="ADAL" clId="{74AEB933-2F7A-4DA2-AF6C-A36886ABD5A1}" dt="2023-05-22T18:17:07.441" v="1802" actId="1076"/>
          <ac:spMkLst>
            <pc:docMk/>
            <pc:sldMk cId="380307949" sldId="503"/>
            <ac:spMk id="2" creationId="{84C5B508-DB32-E5FD-A4AB-FF74FA620E5B}"/>
          </ac:spMkLst>
        </pc:spChg>
        <pc:spChg chg="del">
          <ac:chgData name="Chris Alvin" userId="1477fe7d-12c1-4dcd-b708-f1331679ff1c" providerId="ADAL" clId="{74AEB933-2F7A-4DA2-AF6C-A36886ABD5A1}" dt="2023-05-22T18:10:42.071" v="1426" actId="21"/>
          <ac:spMkLst>
            <pc:docMk/>
            <pc:sldMk cId="380307949" sldId="503"/>
            <ac:spMk id="5" creationId="{04769307-9BCC-77A4-522A-3E8D23799D21}"/>
          </ac:spMkLst>
        </pc:spChg>
        <pc:spChg chg="add mod">
          <ac:chgData name="Chris Alvin" userId="1477fe7d-12c1-4dcd-b708-f1331679ff1c" providerId="ADAL" clId="{74AEB933-2F7A-4DA2-AF6C-A36886ABD5A1}" dt="2023-05-22T18:17:26.205" v="1806" actId="14100"/>
          <ac:spMkLst>
            <pc:docMk/>
            <pc:sldMk cId="380307949" sldId="503"/>
            <ac:spMk id="7" creationId="{FA15F170-D65A-5F3E-E100-581413C4D325}"/>
          </ac:spMkLst>
        </pc:spChg>
        <pc:spChg chg="mod">
          <ac:chgData name="Chris Alvin" userId="1477fe7d-12c1-4dcd-b708-f1331679ff1c" providerId="ADAL" clId="{74AEB933-2F7A-4DA2-AF6C-A36886ABD5A1}" dt="2023-05-22T18:17:02.839" v="1801" actId="1076"/>
          <ac:spMkLst>
            <pc:docMk/>
            <pc:sldMk cId="380307949" sldId="503"/>
            <ac:spMk id="8" creationId="{5B44C12C-CA0F-0EB0-2FEB-9F8F87BF4B1E}"/>
          </ac:spMkLst>
        </pc:spChg>
        <pc:spChg chg="add mod">
          <ac:chgData name="Chris Alvin" userId="1477fe7d-12c1-4dcd-b708-f1331679ff1c" providerId="ADAL" clId="{74AEB933-2F7A-4DA2-AF6C-A36886ABD5A1}" dt="2023-05-22T18:17:26.205" v="1806" actId="14100"/>
          <ac:spMkLst>
            <pc:docMk/>
            <pc:sldMk cId="380307949" sldId="503"/>
            <ac:spMk id="10" creationId="{FD72A7D8-F053-C031-A862-68D591F9B8DF}"/>
          </ac:spMkLst>
        </pc:spChg>
        <pc:spChg chg="add mod">
          <ac:chgData name="Chris Alvin" userId="1477fe7d-12c1-4dcd-b708-f1331679ff1c" providerId="ADAL" clId="{74AEB933-2F7A-4DA2-AF6C-A36886ABD5A1}" dt="2023-05-22T18:17:26.205" v="1806" actId="14100"/>
          <ac:spMkLst>
            <pc:docMk/>
            <pc:sldMk cId="380307949" sldId="503"/>
            <ac:spMk id="11" creationId="{69C12FE5-C177-BD33-379F-2410C8E10CFB}"/>
          </ac:spMkLst>
        </pc:spChg>
        <pc:spChg chg="add mod">
          <ac:chgData name="Chris Alvin" userId="1477fe7d-12c1-4dcd-b708-f1331679ff1c" providerId="ADAL" clId="{74AEB933-2F7A-4DA2-AF6C-A36886ABD5A1}" dt="2023-05-22T18:17:26.205" v="1806" actId="14100"/>
          <ac:spMkLst>
            <pc:docMk/>
            <pc:sldMk cId="380307949" sldId="503"/>
            <ac:spMk id="12" creationId="{B4D41706-5CB3-4D20-435A-A8EE7FEB7037}"/>
          </ac:spMkLst>
        </pc:spChg>
        <pc:spChg chg="add mod">
          <ac:chgData name="Chris Alvin" userId="1477fe7d-12c1-4dcd-b708-f1331679ff1c" providerId="ADAL" clId="{74AEB933-2F7A-4DA2-AF6C-A36886ABD5A1}" dt="2023-05-22T18:17:26.205" v="1806" actId="14100"/>
          <ac:spMkLst>
            <pc:docMk/>
            <pc:sldMk cId="380307949" sldId="503"/>
            <ac:spMk id="14" creationId="{2FE6C65E-0C7E-473A-BDB2-E76BF6F023A3}"/>
          </ac:spMkLst>
        </pc:spChg>
        <pc:spChg chg="add mod">
          <ac:chgData name="Chris Alvin" userId="1477fe7d-12c1-4dcd-b708-f1331679ff1c" providerId="ADAL" clId="{74AEB933-2F7A-4DA2-AF6C-A36886ABD5A1}" dt="2023-05-22T18:17:26.205" v="1806" actId="14100"/>
          <ac:spMkLst>
            <pc:docMk/>
            <pc:sldMk cId="380307949" sldId="503"/>
            <ac:spMk id="15" creationId="{1C4B3AE7-F538-7E60-CB0F-56AEC1566ABF}"/>
          </ac:spMkLst>
        </pc:spChg>
        <pc:spChg chg="add mod">
          <ac:chgData name="Chris Alvin" userId="1477fe7d-12c1-4dcd-b708-f1331679ff1c" providerId="ADAL" clId="{74AEB933-2F7A-4DA2-AF6C-A36886ABD5A1}" dt="2023-05-22T18:16:37.851" v="1792" actId="571"/>
          <ac:spMkLst>
            <pc:docMk/>
            <pc:sldMk cId="380307949" sldId="503"/>
            <ac:spMk id="16" creationId="{B6C17C2F-4660-D199-DC18-E8792883E481}"/>
          </ac:spMkLst>
        </pc:spChg>
        <pc:spChg chg="add mod">
          <ac:chgData name="Chris Alvin" userId="1477fe7d-12c1-4dcd-b708-f1331679ff1c" providerId="ADAL" clId="{74AEB933-2F7A-4DA2-AF6C-A36886ABD5A1}" dt="2023-05-22T18:17:26.205" v="1806" actId="14100"/>
          <ac:spMkLst>
            <pc:docMk/>
            <pc:sldMk cId="380307949" sldId="503"/>
            <ac:spMk id="17" creationId="{D1946175-7BBF-4F06-E914-1E0D185FBF1C}"/>
          </ac:spMkLst>
        </pc:spChg>
        <pc:spChg chg="add del mod">
          <ac:chgData name="Chris Alvin" userId="1477fe7d-12c1-4dcd-b708-f1331679ff1c" providerId="ADAL" clId="{74AEB933-2F7A-4DA2-AF6C-A36886ABD5A1}" dt="2023-05-22T18:16:52.010" v="1799" actId="478"/>
          <ac:spMkLst>
            <pc:docMk/>
            <pc:sldMk cId="380307949" sldId="503"/>
            <ac:spMk id="18" creationId="{7275B1A7-00E3-0D1A-089D-A725DC3AE5F9}"/>
          </ac:spMkLst>
        </pc:spChg>
        <pc:graphicFrameChg chg="del mod">
          <ac:chgData name="Chris Alvin" userId="1477fe7d-12c1-4dcd-b708-f1331679ff1c" providerId="ADAL" clId="{74AEB933-2F7A-4DA2-AF6C-A36886ABD5A1}" dt="2023-05-22T18:14:59.784" v="1706" actId="478"/>
          <ac:graphicFrameMkLst>
            <pc:docMk/>
            <pc:sldMk cId="380307949" sldId="503"/>
            <ac:graphicFrameMk id="13" creationId="{81E6A178-AA02-E504-37AD-03744A295FFD}"/>
          </ac:graphicFrameMkLst>
        </pc:graphicFrameChg>
        <pc:picChg chg="add mod">
          <ac:chgData name="Chris Alvin" userId="1477fe7d-12c1-4dcd-b708-f1331679ff1c" providerId="ADAL" clId="{74AEB933-2F7A-4DA2-AF6C-A36886ABD5A1}" dt="2023-05-22T18:10:53.932" v="1431" actId="14100"/>
          <ac:picMkLst>
            <pc:docMk/>
            <pc:sldMk cId="380307949" sldId="503"/>
            <ac:picMk id="3" creationId="{676D7204-D575-2EB8-55F7-5613FCB5C719}"/>
          </ac:picMkLst>
        </pc:picChg>
      </pc:sldChg>
    </pc:docChg>
  </pc:docChgLst>
  <pc:docChgLst>
    <pc:chgData name="Chris Alvin" userId="1477fe7d-12c1-4dcd-b708-f1331679ff1c" providerId="ADAL" clId="{45F9C439-45B9-4AFF-9C50-25532634ECD6}"/>
    <pc:docChg chg="undo redo custSel addSld delSld modSld sldOrd addSection delSection modSection">
      <pc:chgData name="Chris Alvin" userId="1477fe7d-12c1-4dcd-b708-f1331679ff1c" providerId="ADAL" clId="{45F9C439-45B9-4AFF-9C50-25532634ECD6}" dt="2023-02-17T18:50:50.237" v="9614" actId="1076"/>
      <pc:docMkLst>
        <pc:docMk/>
      </pc:docMkLst>
      <pc:sldChg chg="modSp mod">
        <pc:chgData name="Chris Alvin" userId="1477fe7d-12c1-4dcd-b708-f1331679ff1c" providerId="ADAL" clId="{45F9C439-45B9-4AFF-9C50-25532634ECD6}" dt="2023-02-13T16:21:22.538" v="87" actId="20577"/>
        <pc:sldMkLst>
          <pc:docMk/>
          <pc:sldMk cId="923078003" sldId="265"/>
        </pc:sldMkLst>
        <pc:spChg chg="mod">
          <ac:chgData name="Chris Alvin" userId="1477fe7d-12c1-4dcd-b708-f1331679ff1c" providerId="ADAL" clId="{45F9C439-45B9-4AFF-9C50-25532634ECD6}" dt="2023-02-13T16:21:22.538" v="87" actId="20577"/>
          <ac:spMkLst>
            <pc:docMk/>
            <pc:sldMk cId="923078003" sldId="265"/>
            <ac:spMk id="2" creationId="{00000000-0000-0000-0000-000000000000}"/>
          </ac:spMkLst>
        </pc:spChg>
      </pc:sldChg>
      <pc:sldChg chg="del">
        <pc:chgData name="Chris Alvin" userId="1477fe7d-12c1-4dcd-b708-f1331679ff1c" providerId="ADAL" clId="{45F9C439-45B9-4AFF-9C50-25532634ECD6}" dt="2023-02-10T16:21:18.450" v="8" actId="47"/>
        <pc:sldMkLst>
          <pc:docMk/>
          <pc:sldMk cId="391318054" sldId="384"/>
        </pc:sldMkLst>
      </pc:sldChg>
      <pc:sldChg chg="del">
        <pc:chgData name="Chris Alvin" userId="1477fe7d-12c1-4dcd-b708-f1331679ff1c" providerId="ADAL" clId="{45F9C439-45B9-4AFF-9C50-25532634ECD6}" dt="2023-02-10T16:22:06.013" v="49" actId="47"/>
        <pc:sldMkLst>
          <pc:docMk/>
          <pc:sldMk cId="3438041948" sldId="412"/>
        </pc:sldMkLst>
      </pc:sldChg>
      <pc:sldChg chg="del">
        <pc:chgData name="Chris Alvin" userId="1477fe7d-12c1-4dcd-b708-f1331679ff1c" providerId="ADAL" clId="{45F9C439-45B9-4AFF-9C50-25532634ECD6}" dt="2023-02-10T16:21:16.856" v="5" actId="47"/>
        <pc:sldMkLst>
          <pc:docMk/>
          <pc:sldMk cId="2647307980" sldId="413"/>
        </pc:sldMkLst>
      </pc:sldChg>
      <pc:sldChg chg="del">
        <pc:chgData name="Chris Alvin" userId="1477fe7d-12c1-4dcd-b708-f1331679ff1c" providerId="ADAL" clId="{45F9C439-45B9-4AFF-9C50-25532634ECD6}" dt="2023-02-10T16:21:17.840" v="6" actId="47"/>
        <pc:sldMkLst>
          <pc:docMk/>
          <pc:sldMk cId="4217215699" sldId="414"/>
        </pc:sldMkLst>
      </pc:sldChg>
      <pc:sldChg chg="del">
        <pc:chgData name="Chris Alvin" userId="1477fe7d-12c1-4dcd-b708-f1331679ff1c" providerId="ADAL" clId="{45F9C439-45B9-4AFF-9C50-25532634ECD6}" dt="2023-02-10T16:21:18.153" v="7" actId="47"/>
        <pc:sldMkLst>
          <pc:docMk/>
          <pc:sldMk cId="3512906967" sldId="415"/>
        </pc:sldMkLst>
      </pc:sldChg>
      <pc:sldChg chg="del">
        <pc:chgData name="Chris Alvin" userId="1477fe7d-12c1-4dcd-b708-f1331679ff1c" providerId="ADAL" clId="{45F9C439-45B9-4AFF-9C50-25532634ECD6}" dt="2023-02-10T16:21:18.840" v="9" actId="47"/>
        <pc:sldMkLst>
          <pc:docMk/>
          <pc:sldMk cId="3896870578" sldId="416"/>
        </pc:sldMkLst>
      </pc:sldChg>
      <pc:sldChg chg="del">
        <pc:chgData name="Chris Alvin" userId="1477fe7d-12c1-4dcd-b708-f1331679ff1c" providerId="ADAL" clId="{45F9C439-45B9-4AFF-9C50-25532634ECD6}" dt="2023-02-10T16:21:19.254" v="10" actId="47"/>
        <pc:sldMkLst>
          <pc:docMk/>
          <pc:sldMk cId="838234516" sldId="417"/>
        </pc:sldMkLst>
      </pc:sldChg>
      <pc:sldChg chg="del">
        <pc:chgData name="Chris Alvin" userId="1477fe7d-12c1-4dcd-b708-f1331679ff1c" providerId="ADAL" clId="{45F9C439-45B9-4AFF-9C50-25532634ECD6}" dt="2023-02-10T16:21:19.768" v="11" actId="47"/>
        <pc:sldMkLst>
          <pc:docMk/>
          <pc:sldMk cId="1709967535" sldId="418"/>
        </pc:sldMkLst>
      </pc:sldChg>
      <pc:sldChg chg="del">
        <pc:chgData name="Chris Alvin" userId="1477fe7d-12c1-4dcd-b708-f1331679ff1c" providerId="ADAL" clId="{45F9C439-45B9-4AFF-9C50-25532634ECD6}" dt="2023-02-10T16:21:20.211" v="12" actId="47"/>
        <pc:sldMkLst>
          <pc:docMk/>
          <pc:sldMk cId="3411988326" sldId="420"/>
        </pc:sldMkLst>
      </pc:sldChg>
      <pc:sldChg chg="del">
        <pc:chgData name="Chris Alvin" userId="1477fe7d-12c1-4dcd-b708-f1331679ff1c" providerId="ADAL" clId="{45F9C439-45B9-4AFF-9C50-25532634ECD6}" dt="2023-02-10T16:21:20.721" v="13" actId="47"/>
        <pc:sldMkLst>
          <pc:docMk/>
          <pc:sldMk cId="2904741533" sldId="421"/>
        </pc:sldMkLst>
      </pc:sldChg>
      <pc:sldChg chg="del">
        <pc:chgData name="Chris Alvin" userId="1477fe7d-12c1-4dcd-b708-f1331679ff1c" providerId="ADAL" clId="{45F9C439-45B9-4AFF-9C50-25532634ECD6}" dt="2023-02-10T16:21:22.279" v="16" actId="47"/>
        <pc:sldMkLst>
          <pc:docMk/>
          <pc:sldMk cId="1874451103" sldId="422"/>
        </pc:sldMkLst>
      </pc:sldChg>
      <pc:sldChg chg="del">
        <pc:chgData name="Chris Alvin" userId="1477fe7d-12c1-4dcd-b708-f1331679ff1c" providerId="ADAL" clId="{45F9C439-45B9-4AFF-9C50-25532634ECD6}" dt="2023-02-10T16:21:21.244" v="14" actId="47"/>
        <pc:sldMkLst>
          <pc:docMk/>
          <pc:sldMk cId="2416422594" sldId="423"/>
        </pc:sldMkLst>
      </pc:sldChg>
      <pc:sldChg chg="del">
        <pc:chgData name="Chris Alvin" userId="1477fe7d-12c1-4dcd-b708-f1331679ff1c" providerId="ADAL" clId="{45F9C439-45B9-4AFF-9C50-25532634ECD6}" dt="2023-02-10T16:21:21.817" v="15" actId="47"/>
        <pc:sldMkLst>
          <pc:docMk/>
          <pc:sldMk cId="194462727" sldId="424"/>
        </pc:sldMkLst>
      </pc:sldChg>
      <pc:sldChg chg="del">
        <pc:chgData name="Chris Alvin" userId="1477fe7d-12c1-4dcd-b708-f1331679ff1c" providerId="ADAL" clId="{45F9C439-45B9-4AFF-9C50-25532634ECD6}" dt="2023-02-10T16:21:22.823" v="17" actId="47"/>
        <pc:sldMkLst>
          <pc:docMk/>
          <pc:sldMk cId="685845028" sldId="425"/>
        </pc:sldMkLst>
      </pc:sldChg>
      <pc:sldChg chg="del">
        <pc:chgData name="Chris Alvin" userId="1477fe7d-12c1-4dcd-b708-f1331679ff1c" providerId="ADAL" clId="{45F9C439-45B9-4AFF-9C50-25532634ECD6}" dt="2023-02-10T16:21:23.563" v="18" actId="47"/>
        <pc:sldMkLst>
          <pc:docMk/>
          <pc:sldMk cId="4053914439" sldId="426"/>
        </pc:sldMkLst>
      </pc:sldChg>
      <pc:sldChg chg="del">
        <pc:chgData name="Chris Alvin" userId="1477fe7d-12c1-4dcd-b708-f1331679ff1c" providerId="ADAL" clId="{45F9C439-45B9-4AFF-9C50-25532634ECD6}" dt="2023-02-10T16:21:24.270" v="19" actId="47"/>
        <pc:sldMkLst>
          <pc:docMk/>
          <pc:sldMk cId="1852302099" sldId="427"/>
        </pc:sldMkLst>
      </pc:sldChg>
      <pc:sldChg chg="del">
        <pc:chgData name="Chris Alvin" userId="1477fe7d-12c1-4dcd-b708-f1331679ff1c" providerId="ADAL" clId="{45F9C439-45B9-4AFF-9C50-25532634ECD6}" dt="2023-02-10T16:21:34.862" v="32" actId="47"/>
        <pc:sldMkLst>
          <pc:docMk/>
          <pc:sldMk cId="983874230" sldId="428"/>
        </pc:sldMkLst>
      </pc:sldChg>
      <pc:sldChg chg="del">
        <pc:chgData name="Chris Alvin" userId="1477fe7d-12c1-4dcd-b708-f1331679ff1c" providerId="ADAL" clId="{45F9C439-45B9-4AFF-9C50-25532634ECD6}" dt="2023-02-10T16:21:25.104" v="20" actId="47"/>
        <pc:sldMkLst>
          <pc:docMk/>
          <pc:sldMk cId="951537855" sldId="429"/>
        </pc:sldMkLst>
      </pc:sldChg>
      <pc:sldChg chg="del">
        <pc:chgData name="Chris Alvin" userId="1477fe7d-12c1-4dcd-b708-f1331679ff1c" providerId="ADAL" clId="{45F9C439-45B9-4AFF-9C50-25532634ECD6}" dt="2023-02-10T16:21:25.764" v="21" actId="47"/>
        <pc:sldMkLst>
          <pc:docMk/>
          <pc:sldMk cId="2386048125" sldId="430"/>
        </pc:sldMkLst>
      </pc:sldChg>
      <pc:sldChg chg="del">
        <pc:chgData name="Chris Alvin" userId="1477fe7d-12c1-4dcd-b708-f1331679ff1c" providerId="ADAL" clId="{45F9C439-45B9-4AFF-9C50-25532634ECD6}" dt="2023-02-10T16:21:26.691" v="22" actId="47"/>
        <pc:sldMkLst>
          <pc:docMk/>
          <pc:sldMk cId="4225807808" sldId="431"/>
        </pc:sldMkLst>
      </pc:sldChg>
      <pc:sldChg chg="del">
        <pc:chgData name="Chris Alvin" userId="1477fe7d-12c1-4dcd-b708-f1331679ff1c" providerId="ADAL" clId="{45F9C439-45B9-4AFF-9C50-25532634ECD6}" dt="2023-02-10T16:21:27.274" v="23" actId="47"/>
        <pc:sldMkLst>
          <pc:docMk/>
          <pc:sldMk cId="1538466050" sldId="432"/>
        </pc:sldMkLst>
      </pc:sldChg>
      <pc:sldChg chg="del">
        <pc:chgData name="Chris Alvin" userId="1477fe7d-12c1-4dcd-b708-f1331679ff1c" providerId="ADAL" clId="{45F9C439-45B9-4AFF-9C50-25532634ECD6}" dt="2023-02-10T16:21:28.196" v="24" actId="47"/>
        <pc:sldMkLst>
          <pc:docMk/>
          <pc:sldMk cId="2989945718" sldId="433"/>
        </pc:sldMkLst>
      </pc:sldChg>
      <pc:sldChg chg="del">
        <pc:chgData name="Chris Alvin" userId="1477fe7d-12c1-4dcd-b708-f1331679ff1c" providerId="ADAL" clId="{45F9C439-45B9-4AFF-9C50-25532634ECD6}" dt="2023-02-10T16:21:29.593" v="26" actId="47"/>
        <pc:sldMkLst>
          <pc:docMk/>
          <pc:sldMk cId="794965798" sldId="434"/>
        </pc:sldMkLst>
      </pc:sldChg>
      <pc:sldChg chg="del">
        <pc:chgData name="Chris Alvin" userId="1477fe7d-12c1-4dcd-b708-f1331679ff1c" providerId="ADAL" clId="{45F9C439-45B9-4AFF-9C50-25532634ECD6}" dt="2023-02-10T16:21:28.967" v="25" actId="47"/>
        <pc:sldMkLst>
          <pc:docMk/>
          <pc:sldMk cId="487976493" sldId="435"/>
        </pc:sldMkLst>
      </pc:sldChg>
      <pc:sldChg chg="del">
        <pc:chgData name="Chris Alvin" userId="1477fe7d-12c1-4dcd-b708-f1331679ff1c" providerId="ADAL" clId="{45F9C439-45B9-4AFF-9C50-25532634ECD6}" dt="2023-02-10T16:21:29.989" v="27" actId="47"/>
        <pc:sldMkLst>
          <pc:docMk/>
          <pc:sldMk cId="1773151392" sldId="436"/>
        </pc:sldMkLst>
      </pc:sldChg>
      <pc:sldChg chg="del">
        <pc:chgData name="Chris Alvin" userId="1477fe7d-12c1-4dcd-b708-f1331679ff1c" providerId="ADAL" clId="{45F9C439-45B9-4AFF-9C50-25532634ECD6}" dt="2023-02-10T16:21:30.724" v="28" actId="47"/>
        <pc:sldMkLst>
          <pc:docMk/>
          <pc:sldMk cId="337613871" sldId="437"/>
        </pc:sldMkLst>
      </pc:sldChg>
      <pc:sldChg chg="del">
        <pc:chgData name="Chris Alvin" userId="1477fe7d-12c1-4dcd-b708-f1331679ff1c" providerId="ADAL" clId="{45F9C439-45B9-4AFF-9C50-25532634ECD6}" dt="2023-02-10T16:21:31.821" v="29" actId="47"/>
        <pc:sldMkLst>
          <pc:docMk/>
          <pc:sldMk cId="805066083" sldId="438"/>
        </pc:sldMkLst>
      </pc:sldChg>
      <pc:sldChg chg="del">
        <pc:chgData name="Chris Alvin" userId="1477fe7d-12c1-4dcd-b708-f1331679ff1c" providerId="ADAL" clId="{45F9C439-45B9-4AFF-9C50-25532634ECD6}" dt="2023-02-10T16:21:32.220" v="30" actId="47"/>
        <pc:sldMkLst>
          <pc:docMk/>
          <pc:sldMk cId="1735955495" sldId="440"/>
        </pc:sldMkLst>
      </pc:sldChg>
      <pc:sldChg chg="del">
        <pc:chgData name="Chris Alvin" userId="1477fe7d-12c1-4dcd-b708-f1331679ff1c" providerId="ADAL" clId="{45F9C439-45B9-4AFF-9C50-25532634ECD6}" dt="2023-02-10T16:21:33.423" v="31" actId="47"/>
        <pc:sldMkLst>
          <pc:docMk/>
          <pc:sldMk cId="3695902764" sldId="441"/>
        </pc:sldMkLst>
      </pc:sldChg>
      <pc:sldChg chg="del">
        <pc:chgData name="Chris Alvin" userId="1477fe7d-12c1-4dcd-b708-f1331679ff1c" providerId="ADAL" clId="{45F9C439-45B9-4AFF-9C50-25532634ECD6}" dt="2023-02-10T16:21:35.337" v="33" actId="47"/>
        <pc:sldMkLst>
          <pc:docMk/>
          <pc:sldMk cId="1630114591" sldId="442"/>
        </pc:sldMkLst>
      </pc:sldChg>
      <pc:sldChg chg="del">
        <pc:chgData name="Chris Alvin" userId="1477fe7d-12c1-4dcd-b708-f1331679ff1c" providerId="ADAL" clId="{45F9C439-45B9-4AFF-9C50-25532634ECD6}" dt="2023-02-10T16:21:36" v="34" actId="47"/>
        <pc:sldMkLst>
          <pc:docMk/>
          <pc:sldMk cId="509980055" sldId="443"/>
        </pc:sldMkLst>
      </pc:sldChg>
      <pc:sldChg chg="del">
        <pc:chgData name="Chris Alvin" userId="1477fe7d-12c1-4dcd-b708-f1331679ff1c" providerId="ADAL" clId="{45F9C439-45B9-4AFF-9C50-25532634ECD6}" dt="2023-02-10T16:21:36.900" v="35" actId="47"/>
        <pc:sldMkLst>
          <pc:docMk/>
          <pc:sldMk cId="510134461" sldId="444"/>
        </pc:sldMkLst>
      </pc:sldChg>
      <pc:sldChg chg="del">
        <pc:chgData name="Chris Alvin" userId="1477fe7d-12c1-4dcd-b708-f1331679ff1c" providerId="ADAL" clId="{45F9C439-45B9-4AFF-9C50-25532634ECD6}" dt="2023-02-10T16:21:37.578" v="36" actId="47"/>
        <pc:sldMkLst>
          <pc:docMk/>
          <pc:sldMk cId="3412279252" sldId="445"/>
        </pc:sldMkLst>
      </pc:sldChg>
      <pc:sldChg chg="del">
        <pc:chgData name="Chris Alvin" userId="1477fe7d-12c1-4dcd-b708-f1331679ff1c" providerId="ADAL" clId="{45F9C439-45B9-4AFF-9C50-25532634ECD6}" dt="2023-02-10T16:21:37.987" v="37" actId="47"/>
        <pc:sldMkLst>
          <pc:docMk/>
          <pc:sldMk cId="2975604400" sldId="446"/>
        </pc:sldMkLst>
      </pc:sldChg>
      <pc:sldChg chg="del">
        <pc:chgData name="Chris Alvin" userId="1477fe7d-12c1-4dcd-b708-f1331679ff1c" providerId="ADAL" clId="{45F9C439-45B9-4AFF-9C50-25532634ECD6}" dt="2023-02-10T16:21:38.402" v="38" actId="47"/>
        <pc:sldMkLst>
          <pc:docMk/>
          <pc:sldMk cId="2695040735" sldId="447"/>
        </pc:sldMkLst>
      </pc:sldChg>
      <pc:sldChg chg="del">
        <pc:chgData name="Chris Alvin" userId="1477fe7d-12c1-4dcd-b708-f1331679ff1c" providerId="ADAL" clId="{45F9C439-45B9-4AFF-9C50-25532634ECD6}" dt="2023-02-10T16:21:41.117" v="41" actId="47"/>
        <pc:sldMkLst>
          <pc:docMk/>
          <pc:sldMk cId="697557206" sldId="448"/>
        </pc:sldMkLst>
      </pc:sldChg>
      <pc:sldChg chg="del">
        <pc:chgData name="Chris Alvin" userId="1477fe7d-12c1-4dcd-b708-f1331679ff1c" providerId="ADAL" clId="{45F9C439-45B9-4AFF-9C50-25532634ECD6}" dt="2023-02-10T16:21:39.159" v="39" actId="47"/>
        <pc:sldMkLst>
          <pc:docMk/>
          <pc:sldMk cId="1927457586" sldId="449"/>
        </pc:sldMkLst>
      </pc:sldChg>
      <pc:sldChg chg="del">
        <pc:chgData name="Chris Alvin" userId="1477fe7d-12c1-4dcd-b708-f1331679ff1c" providerId="ADAL" clId="{45F9C439-45B9-4AFF-9C50-25532634ECD6}" dt="2023-02-10T16:21:39.564" v="40" actId="47"/>
        <pc:sldMkLst>
          <pc:docMk/>
          <pc:sldMk cId="1978078960" sldId="451"/>
        </pc:sldMkLst>
      </pc:sldChg>
      <pc:sldChg chg="addSp delSp modSp add del mod ord delAnim modAnim">
        <pc:chgData name="Chris Alvin" userId="1477fe7d-12c1-4dcd-b708-f1331679ff1c" providerId="ADAL" clId="{45F9C439-45B9-4AFF-9C50-25532634ECD6}" dt="2023-02-14T14:13:05.190" v="3065" actId="14100"/>
        <pc:sldMkLst>
          <pc:docMk/>
          <pc:sldMk cId="340332717" sldId="452"/>
        </pc:sldMkLst>
        <pc:spChg chg="add mod">
          <ac:chgData name="Chris Alvin" userId="1477fe7d-12c1-4dcd-b708-f1331679ff1c" providerId="ADAL" clId="{45F9C439-45B9-4AFF-9C50-25532634ECD6}" dt="2023-02-13T19:03:42.627" v="207" actId="1076"/>
          <ac:spMkLst>
            <pc:docMk/>
            <pc:sldMk cId="340332717" sldId="452"/>
            <ac:spMk id="2" creationId="{D6FDB000-4A98-2D60-0C7D-49CE843860B4}"/>
          </ac:spMkLst>
        </pc:spChg>
        <pc:spChg chg="add mod">
          <ac:chgData name="Chris Alvin" userId="1477fe7d-12c1-4dcd-b708-f1331679ff1c" providerId="ADAL" clId="{45F9C439-45B9-4AFF-9C50-25532634ECD6}" dt="2023-02-13T19:08:09.549" v="535" actId="20577"/>
          <ac:spMkLst>
            <pc:docMk/>
            <pc:sldMk cId="340332717" sldId="452"/>
            <ac:spMk id="3" creationId="{B23ACD24-0834-47AE-064D-FBD8BFF08DCF}"/>
          </ac:spMkLst>
        </pc:spChg>
        <pc:spChg chg="mod">
          <ac:chgData name="Chris Alvin" userId="1477fe7d-12c1-4dcd-b708-f1331679ff1c" providerId="ADAL" clId="{45F9C439-45B9-4AFF-9C50-25532634ECD6}" dt="2023-02-14T14:13:05.190" v="3065" actId="14100"/>
          <ac:spMkLst>
            <pc:docMk/>
            <pc:sldMk cId="340332717" sldId="452"/>
            <ac:spMk id="4" creationId="{00000000-0000-0000-0000-000000000000}"/>
          </ac:spMkLst>
        </pc:spChg>
        <pc:spChg chg="add mod">
          <ac:chgData name="Chris Alvin" userId="1477fe7d-12c1-4dcd-b708-f1331679ff1c" providerId="ADAL" clId="{45F9C439-45B9-4AFF-9C50-25532634ECD6}" dt="2023-02-13T19:07:15.168" v="494" actId="20577"/>
          <ac:spMkLst>
            <pc:docMk/>
            <pc:sldMk cId="340332717" sldId="452"/>
            <ac:spMk id="5" creationId="{9423C297-A808-77EB-78FE-53F36C2E8D35}"/>
          </ac:spMkLst>
        </pc:spChg>
        <pc:spChg chg="add mod">
          <ac:chgData name="Chris Alvin" userId="1477fe7d-12c1-4dcd-b708-f1331679ff1c" providerId="ADAL" clId="{45F9C439-45B9-4AFF-9C50-25532634ECD6}" dt="2023-02-13T19:09:37.777" v="559" actId="1076"/>
          <ac:spMkLst>
            <pc:docMk/>
            <pc:sldMk cId="340332717" sldId="452"/>
            <ac:spMk id="6" creationId="{071C4385-18D4-3373-53BB-60296D32FA26}"/>
          </ac:spMkLst>
        </pc:spChg>
        <pc:spChg chg="add mod">
          <ac:chgData name="Chris Alvin" userId="1477fe7d-12c1-4dcd-b708-f1331679ff1c" providerId="ADAL" clId="{45F9C439-45B9-4AFF-9C50-25532634ECD6}" dt="2023-02-13T19:09:37.777" v="559" actId="1076"/>
          <ac:spMkLst>
            <pc:docMk/>
            <pc:sldMk cId="340332717" sldId="452"/>
            <ac:spMk id="7" creationId="{F4DE5E88-B3A1-E560-9A89-0A0BF0728511}"/>
          </ac:spMkLst>
        </pc:spChg>
        <pc:spChg chg="add mod">
          <ac:chgData name="Chris Alvin" userId="1477fe7d-12c1-4dcd-b708-f1331679ff1c" providerId="ADAL" clId="{45F9C439-45B9-4AFF-9C50-25532634ECD6}" dt="2023-02-13T19:09:37.777" v="559" actId="1076"/>
          <ac:spMkLst>
            <pc:docMk/>
            <pc:sldMk cId="340332717" sldId="452"/>
            <ac:spMk id="8" creationId="{2D88438F-5099-4B9A-7F93-BE703EF43835}"/>
          </ac:spMkLst>
        </pc:spChg>
        <pc:spChg chg="add mod">
          <ac:chgData name="Chris Alvin" userId="1477fe7d-12c1-4dcd-b708-f1331679ff1c" providerId="ADAL" clId="{45F9C439-45B9-4AFF-9C50-25532634ECD6}" dt="2023-02-13T19:09:37.777" v="559" actId="1076"/>
          <ac:spMkLst>
            <pc:docMk/>
            <pc:sldMk cId="340332717" sldId="452"/>
            <ac:spMk id="9" creationId="{C1A23B51-0B80-1626-DDB0-139665B7AC7A}"/>
          </ac:spMkLst>
        </pc:spChg>
        <pc:spChg chg="add mod">
          <ac:chgData name="Chris Alvin" userId="1477fe7d-12c1-4dcd-b708-f1331679ff1c" providerId="ADAL" clId="{45F9C439-45B9-4AFF-9C50-25532634ECD6}" dt="2023-02-13T19:09:37.777" v="559" actId="1076"/>
          <ac:spMkLst>
            <pc:docMk/>
            <pc:sldMk cId="340332717" sldId="452"/>
            <ac:spMk id="10" creationId="{96FEAB75-ADEF-16C5-1371-BEB10002183E}"/>
          </ac:spMkLst>
        </pc:spChg>
        <pc:spChg chg="mod">
          <ac:chgData name="Chris Alvin" userId="1477fe7d-12c1-4dcd-b708-f1331679ff1c" providerId="ADAL" clId="{45F9C439-45B9-4AFF-9C50-25532634ECD6}" dt="2023-02-13T19:03:26.470" v="190" actId="21"/>
          <ac:spMkLst>
            <pc:docMk/>
            <pc:sldMk cId="340332717" sldId="452"/>
            <ac:spMk id="14" creationId="{F0511DB0-E4E5-4083-87B7-9737C0E5856C}"/>
          </ac:spMkLst>
        </pc:spChg>
        <pc:spChg chg="del">
          <ac:chgData name="Chris Alvin" userId="1477fe7d-12c1-4dcd-b708-f1331679ff1c" providerId="ADAL" clId="{45F9C439-45B9-4AFF-9C50-25532634ECD6}" dt="2023-02-13T16:21:31.147" v="88" actId="478"/>
          <ac:spMkLst>
            <pc:docMk/>
            <pc:sldMk cId="340332717" sldId="452"/>
            <ac:spMk id="16" creationId="{F46004B4-8CB1-4070-AF87-9689CEFE7719}"/>
          </ac:spMkLst>
        </pc:spChg>
        <pc:spChg chg="del">
          <ac:chgData name="Chris Alvin" userId="1477fe7d-12c1-4dcd-b708-f1331679ff1c" providerId="ADAL" clId="{45F9C439-45B9-4AFF-9C50-25532634ECD6}" dt="2023-02-10T16:23:50.190" v="51" actId="478"/>
          <ac:spMkLst>
            <pc:docMk/>
            <pc:sldMk cId="340332717" sldId="452"/>
            <ac:spMk id="18" creationId="{957B4B80-10B6-4510-A20A-71982B5FD621}"/>
          </ac:spMkLst>
        </pc:spChg>
        <pc:spChg chg="del">
          <ac:chgData name="Chris Alvin" userId="1477fe7d-12c1-4dcd-b708-f1331679ff1c" providerId="ADAL" clId="{45F9C439-45B9-4AFF-9C50-25532634ECD6}" dt="2023-02-10T16:23:47.537" v="50" actId="478"/>
          <ac:spMkLst>
            <pc:docMk/>
            <pc:sldMk cId="340332717" sldId="452"/>
            <ac:spMk id="19" creationId="{7E059398-8C06-4424-B86D-0D800EDAD802}"/>
          </ac:spMkLst>
        </pc:spChg>
        <pc:spChg chg="del">
          <ac:chgData name="Chris Alvin" userId="1477fe7d-12c1-4dcd-b708-f1331679ff1c" providerId="ADAL" clId="{45F9C439-45B9-4AFF-9C50-25532634ECD6}" dt="2023-02-10T16:23:47.537" v="50" actId="478"/>
          <ac:spMkLst>
            <pc:docMk/>
            <pc:sldMk cId="340332717" sldId="452"/>
            <ac:spMk id="20" creationId="{682011A0-5D76-42E1-A229-92C91A40BD69}"/>
          </ac:spMkLst>
        </pc:spChg>
        <pc:spChg chg="del">
          <ac:chgData name="Chris Alvin" userId="1477fe7d-12c1-4dcd-b708-f1331679ff1c" providerId="ADAL" clId="{45F9C439-45B9-4AFF-9C50-25532634ECD6}" dt="2023-02-10T16:23:47.537" v="50" actId="478"/>
          <ac:spMkLst>
            <pc:docMk/>
            <pc:sldMk cId="340332717" sldId="452"/>
            <ac:spMk id="21" creationId="{1A6E5A5A-25E3-4DB4-A513-C8A49466C2DC}"/>
          </ac:spMkLst>
        </pc:spChg>
        <pc:spChg chg="del">
          <ac:chgData name="Chris Alvin" userId="1477fe7d-12c1-4dcd-b708-f1331679ff1c" providerId="ADAL" clId="{45F9C439-45B9-4AFF-9C50-25532634ECD6}" dt="2023-02-10T16:23:47.537" v="50" actId="478"/>
          <ac:spMkLst>
            <pc:docMk/>
            <pc:sldMk cId="340332717" sldId="452"/>
            <ac:spMk id="22" creationId="{424A9645-DC10-43FE-8F93-2BDEC8A66D97}"/>
          </ac:spMkLst>
        </pc:spChg>
        <pc:spChg chg="del">
          <ac:chgData name="Chris Alvin" userId="1477fe7d-12c1-4dcd-b708-f1331679ff1c" providerId="ADAL" clId="{45F9C439-45B9-4AFF-9C50-25532634ECD6}" dt="2023-02-10T16:23:47.537" v="50" actId="478"/>
          <ac:spMkLst>
            <pc:docMk/>
            <pc:sldMk cId="340332717" sldId="452"/>
            <ac:spMk id="23" creationId="{2041B137-ACAD-447F-918A-DD705501B411}"/>
          </ac:spMkLst>
        </pc:spChg>
        <pc:spChg chg="del">
          <ac:chgData name="Chris Alvin" userId="1477fe7d-12c1-4dcd-b708-f1331679ff1c" providerId="ADAL" clId="{45F9C439-45B9-4AFF-9C50-25532634ECD6}" dt="2023-02-10T16:23:47.537" v="50" actId="478"/>
          <ac:spMkLst>
            <pc:docMk/>
            <pc:sldMk cId="340332717" sldId="452"/>
            <ac:spMk id="24" creationId="{7193462D-9819-41B3-8229-6BBAE481D252}"/>
          </ac:spMkLst>
        </pc:spChg>
        <pc:spChg chg="del">
          <ac:chgData name="Chris Alvin" userId="1477fe7d-12c1-4dcd-b708-f1331679ff1c" providerId="ADAL" clId="{45F9C439-45B9-4AFF-9C50-25532634ECD6}" dt="2023-02-10T16:23:50.190" v="51" actId="478"/>
          <ac:spMkLst>
            <pc:docMk/>
            <pc:sldMk cId="340332717" sldId="452"/>
            <ac:spMk id="25" creationId="{6E2415FF-9E57-4018-BC80-07439E30EA05}"/>
          </ac:spMkLst>
        </pc:spChg>
      </pc:sldChg>
      <pc:sldChg chg="addSp delSp modSp add mod delAnim modAnim">
        <pc:chgData name="Chris Alvin" userId="1477fe7d-12c1-4dcd-b708-f1331679ff1c" providerId="ADAL" clId="{45F9C439-45B9-4AFF-9C50-25532634ECD6}" dt="2023-02-14T14:18:37.204" v="3272" actId="1076"/>
        <pc:sldMkLst>
          <pc:docMk/>
          <pc:sldMk cId="2561750512" sldId="453"/>
        </pc:sldMkLst>
        <pc:spChg chg="mod">
          <ac:chgData name="Chris Alvin" userId="1477fe7d-12c1-4dcd-b708-f1331679ff1c" providerId="ADAL" clId="{45F9C439-45B9-4AFF-9C50-25532634ECD6}" dt="2023-02-14T14:18:15.552" v="3267" actId="14100"/>
          <ac:spMkLst>
            <pc:docMk/>
            <pc:sldMk cId="2561750512" sldId="453"/>
            <ac:spMk id="2" creationId="{D6FDB000-4A98-2D60-0C7D-49CE843860B4}"/>
          </ac:spMkLst>
        </pc:spChg>
        <pc:spChg chg="del">
          <ac:chgData name="Chris Alvin" userId="1477fe7d-12c1-4dcd-b708-f1331679ff1c" providerId="ADAL" clId="{45F9C439-45B9-4AFF-9C50-25532634ECD6}" dt="2023-02-13T19:10:16.862" v="567" actId="478"/>
          <ac:spMkLst>
            <pc:docMk/>
            <pc:sldMk cId="2561750512" sldId="453"/>
            <ac:spMk id="3" creationId="{B23ACD24-0834-47AE-064D-FBD8BFF08DCF}"/>
          </ac:spMkLst>
        </pc:spChg>
        <pc:spChg chg="add mod">
          <ac:chgData name="Chris Alvin" userId="1477fe7d-12c1-4dcd-b708-f1331679ff1c" providerId="ADAL" clId="{45F9C439-45B9-4AFF-9C50-25532634ECD6}" dt="2023-02-14T14:18:37.204" v="3272" actId="1076"/>
          <ac:spMkLst>
            <pc:docMk/>
            <pc:sldMk cId="2561750512" sldId="453"/>
            <ac:spMk id="3" creationId="{C1D402D1-F48C-2222-910B-3914DB18547E}"/>
          </ac:spMkLst>
        </pc:spChg>
        <pc:spChg chg="mod">
          <ac:chgData name="Chris Alvin" userId="1477fe7d-12c1-4dcd-b708-f1331679ff1c" providerId="ADAL" clId="{45F9C439-45B9-4AFF-9C50-25532634ECD6}" dt="2023-02-13T19:10:35.539" v="580" actId="20577"/>
          <ac:spMkLst>
            <pc:docMk/>
            <pc:sldMk cId="2561750512" sldId="453"/>
            <ac:spMk id="4" creationId="{00000000-0000-0000-0000-000000000000}"/>
          </ac:spMkLst>
        </pc:spChg>
        <pc:spChg chg="del">
          <ac:chgData name="Chris Alvin" userId="1477fe7d-12c1-4dcd-b708-f1331679ff1c" providerId="ADAL" clId="{45F9C439-45B9-4AFF-9C50-25532634ECD6}" dt="2023-02-13T19:10:16.862" v="567" actId="478"/>
          <ac:spMkLst>
            <pc:docMk/>
            <pc:sldMk cId="2561750512" sldId="453"/>
            <ac:spMk id="5" creationId="{9423C297-A808-77EB-78FE-53F36C2E8D35}"/>
          </ac:spMkLst>
        </pc:spChg>
        <pc:spChg chg="add mod">
          <ac:chgData name="Chris Alvin" userId="1477fe7d-12c1-4dcd-b708-f1331679ff1c" providerId="ADAL" clId="{45F9C439-45B9-4AFF-9C50-25532634ECD6}" dt="2023-02-14T14:18:31.635" v="3271" actId="1076"/>
          <ac:spMkLst>
            <pc:docMk/>
            <pc:sldMk cId="2561750512" sldId="453"/>
            <ac:spMk id="5" creationId="{B436AD8F-CEC0-2680-6E4D-6F8BAA90253B}"/>
          </ac:spMkLst>
        </pc:spChg>
        <pc:spChg chg="del">
          <ac:chgData name="Chris Alvin" userId="1477fe7d-12c1-4dcd-b708-f1331679ff1c" providerId="ADAL" clId="{45F9C439-45B9-4AFF-9C50-25532634ECD6}" dt="2023-02-13T19:10:16.862" v="567" actId="478"/>
          <ac:spMkLst>
            <pc:docMk/>
            <pc:sldMk cId="2561750512" sldId="453"/>
            <ac:spMk id="6" creationId="{071C4385-18D4-3373-53BB-60296D32FA26}"/>
          </ac:spMkLst>
        </pc:spChg>
        <pc:spChg chg="del">
          <ac:chgData name="Chris Alvin" userId="1477fe7d-12c1-4dcd-b708-f1331679ff1c" providerId="ADAL" clId="{45F9C439-45B9-4AFF-9C50-25532634ECD6}" dt="2023-02-13T19:10:16.862" v="567" actId="478"/>
          <ac:spMkLst>
            <pc:docMk/>
            <pc:sldMk cId="2561750512" sldId="453"/>
            <ac:spMk id="7" creationId="{F4DE5E88-B3A1-E560-9A89-0A0BF0728511}"/>
          </ac:spMkLst>
        </pc:spChg>
        <pc:spChg chg="del">
          <ac:chgData name="Chris Alvin" userId="1477fe7d-12c1-4dcd-b708-f1331679ff1c" providerId="ADAL" clId="{45F9C439-45B9-4AFF-9C50-25532634ECD6}" dt="2023-02-13T19:10:16.862" v="567" actId="478"/>
          <ac:spMkLst>
            <pc:docMk/>
            <pc:sldMk cId="2561750512" sldId="453"/>
            <ac:spMk id="8" creationId="{2D88438F-5099-4B9A-7F93-BE703EF43835}"/>
          </ac:spMkLst>
        </pc:spChg>
        <pc:spChg chg="del">
          <ac:chgData name="Chris Alvin" userId="1477fe7d-12c1-4dcd-b708-f1331679ff1c" providerId="ADAL" clId="{45F9C439-45B9-4AFF-9C50-25532634ECD6}" dt="2023-02-13T19:10:16.862" v="567" actId="478"/>
          <ac:spMkLst>
            <pc:docMk/>
            <pc:sldMk cId="2561750512" sldId="453"/>
            <ac:spMk id="9" creationId="{C1A23B51-0B80-1626-DDB0-139665B7AC7A}"/>
          </ac:spMkLst>
        </pc:spChg>
        <pc:spChg chg="del">
          <ac:chgData name="Chris Alvin" userId="1477fe7d-12c1-4dcd-b708-f1331679ff1c" providerId="ADAL" clId="{45F9C439-45B9-4AFF-9C50-25532634ECD6}" dt="2023-02-13T19:10:16.862" v="567" actId="478"/>
          <ac:spMkLst>
            <pc:docMk/>
            <pc:sldMk cId="2561750512" sldId="453"/>
            <ac:spMk id="10" creationId="{96FEAB75-ADEF-16C5-1371-BEB10002183E}"/>
          </ac:spMkLst>
        </pc:spChg>
        <pc:spChg chg="add del mod">
          <ac:chgData name="Chris Alvin" userId="1477fe7d-12c1-4dcd-b708-f1331679ff1c" providerId="ADAL" clId="{45F9C439-45B9-4AFF-9C50-25532634ECD6}" dt="2023-02-13T19:14:15.186" v="764" actId="478"/>
          <ac:spMkLst>
            <pc:docMk/>
            <pc:sldMk cId="2561750512" sldId="453"/>
            <ac:spMk id="11" creationId="{B3189B28-3770-D17C-FA9D-D8CBA27F05F2}"/>
          </ac:spMkLst>
        </pc:spChg>
        <pc:spChg chg="add mod">
          <ac:chgData name="Chris Alvin" userId="1477fe7d-12c1-4dcd-b708-f1331679ff1c" providerId="ADAL" clId="{45F9C439-45B9-4AFF-9C50-25532634ECD6}" dt="2023-02-13T19:12:53.767" v="685" actId="1076"/>
          <ac:spMkLst>
            <pc:docMk/>
            <pc:sldMk cId="2561750512" sldId="453"/>
            <ac:spMk id="12" creationId="{A181E31D-113A-4A8C-3880-CAB6356661C2}"/>
          </ac:spMkLst>
        </pc:spChg>
        <pc:spChg chg="add mod">
          <ac:chgData name="Chris Alvin" userId="1477fe7d-12c1-4dcd-b708-f1331679ff1c" providerId="ADAL" clId="{45F9C439-45B9-4AFF-9C50-25532634ECD6}" dt="2023-02-14T13:31:57.837" v="1527" actId="1076"/>
          <ac:spMkLst>
            <pc:docMk/>
            <pc:sldMk cId="2561750512" sldId="453"/>
            <ac:spMk id="15" creationId="{0AF12B03-B7FA-AF54-A983-76A573BA86BC}"/>
          </ac:spMkLst>
        </pc:spChg>
        <pc:spChg chg="add mod">
          <ac:chgData name="Chris Alvin" userId="1477fe7d-12c1-4dcd-b708-f1331679ff1c" providerId="ADAL" clId="{45F9C439-45B9-4AFF-9C50-25532634ECD6}" dt="2023-02-13T19:24:57.351" v="1411" actId="1076"/>
          <ac:spMkLst>
            <pc:docMk/>
            <pc:sldMk cId="2561750512" sldId="453"/>
            <ac:spMk id="16" creationId="{A2082712-85A5-CC8C-F058-77B7134E55D6}"/>
          </ac:spMkLst>
        </pc:spChg>
      </pc:sldChg>
      <pc:sldChg chg="addSp delSp modSp add mod addAnim delAnim modAnim">
        <pc:chgData name="Chris Alvin" userId="1477fe7d-12c1-4dcd-b708-f1331679ff1c" providerId="ADAL" clId="{45F9C439-45B9-4AFF-9C50-25532634ECD6}" dt="2023-02-14T14:42:52.862" v="3747" actId="14100"/>
        <pc:sldMkLst>
          <pc:docMk/>
          <pc:sldMk cId="205019521" sldId="454"/>
        </pc:sldMkLst>
        <pc:spChg chg="del">
          <ac:chgData name="Chris Alvin" userId="1477fe7d-12c1-4dcd-b708-f1331679ff1c" providerId="ADAL" clId="{45F9C439-45B9-4AFF-9C50-25532634ECD6}" dt="2023-02-13T19:27:53.014" v="1441" actId="478"/>
          <ac:spMkLst>
            <pc:docMk/>
            <pc:sldMk cId="205019521" sldId="454"/>
            <ac:spMk id="2" creationId="{D6FDB000-4A98-2D60-0C7D-49CE843860B4}"/>
          </ac:spMkLst>
        </pc:spChg>
        <pc:spChg chg="add del mod">
          <ac:chgData name="Chris Alvin" userId="1477fe7d-12c1-4dcd-b708-f1331679ff1c" providerId="ADAL" clId="{45F9C439-45B9-4AFF-9C50-25532634ECD6}" dt="2023-02-14T13:33:39.363" v="1680" actId="478"/>
          <ac:spMkLst>
            <pc:docMk/>
            <pc:sldMk cId="205019521" sldId="454"/>
            <ac:spMk id="3" creationId="{AC24B1A8-63EE-C40E-8D7A-AD6B3BD2705B}"/>
          </ac:spMkLst>
        </pc:spChg>
        <pc:spChg chg="del">
          <ac:chgData name="Chris Alvin" userId="1477fe7d-12c1-4dcd-b708-f1331679ff1c" providerId="ADAL" clId="{45F9C439-45B9-4AFF-9C50-25532634ECD6}" dt="2023-02-13T19:27:53.014" v="1441" actId="478"/>
          <ac:spMkLst>
            <pc:docMk/>
            <pc:sldMk cId="205019521" sldId="454"/>
            <ac:spMk id="3" creationId="{B23ACD24-0834-47AE-064D-FBD8BFF08DCF}"/>
          </ac:spMkLst>
        </pc:spChg>
        <pc:spChg chg="mod">
          <ac:chgData name="Chris Alvin" userId="1477fe7d-12c1-4dcd-b708-f1331679ff1c" providerId="ADAL" clId="{45F9C439-45B9-4AFF-9C50-25532634ECD6}" dt="2023-02-14T14:06:21.931" v="2479" actId="20577"/>
          <ac:spMkLst>
            <pc:docMk/>
            <pc:sldMk cId="205019521" sldId="454"/>
            <ac:spMk id="4" creationId="{00000000-0000-0000-0000-000000000000}"/>
          </ac:spMkLst>
        </pc:spChg>
        <pc:spChg chg="del">
          <ac:chgData name="Chris Alvin" userId="1477fe7d-12c1-4dcd-b708-f1331679ff1c" providerId="ADAL" clId="{45F9C439-45B9-4AFF-9C50-25532634ECD6}" dt="2023-02-13T19:27:53.014" v="1441" actId="478"/>
          <ac:spMkLst>
            <pc:docMk/>
            <pc:sldMk cId="205019521" sldId="454"/>
            <ac:spMk id="5" creationId="{9423C297-A808-77EB-78FE-53F36C2E8D35}"/>
          </ac:spMkLst>
        </pc:spChg>
        <pc:spChg chg="add del mod">
          <ac:chgData name="Chris Alvin" userId="1477fe7d-12c1-4dcd-b708-f1331679ff1c" providerId="ADAL" clId="{45F9C439-45B9-4AFF-9C50-25532634ECD6}" dt="2023-02-14T13:56:27.439" v="2259" actId="478"/>
          <ac:spMkLst>
            <pc:docMk/>
            <pc:sldMk cId="205019521" sldId="454"/>
            <ac:spMk id="5" creationId="{D0831A75-C734-F239-625A-5F6575587689}"/>
          </ac:spMkLst>
        </pc:spChg>
        <pc:spChg chg="del">
          <ac:chgData name="Chris Alvin" userId="1477fe7d-12c1-4dcd-b708-f1331679ff1c" providerId="ADAL" clId="{45F9C439-45B9-4AFF-9C50-25532634ECD6}" dt="2023-02-13T19:27:53.014" v="1441" actId="478"/>
          <ac:spMkLst>
            <pc:docMk/>
            <pc:sldMk cId="205019521" sldId="454"/>
            <ac:spMk id="6" creationId="{071C4385-18D4-3373-53BB-60296D32FA26}"/>
          </ac:spMkLst>
        </pc:spChg>
        <pc:spChg chg="add del mod">
          <ac:chgData name="Chris Alvin" userId="1477fe7d-12c1-4dcd-b708-f1331679ff1c" providerId="ADAL" clId="{45F9C439-45B9-4AFF-9C50-25532634ECD6}" dt="2023-02-14T13:56:27.439" v="2259" actId="478"/>
          <ac:spMkLst>
            <pc:docMk/>
            <pc:sldMk cId="205019521" sldId="454"/>
            <ac:spMk id="6" creationId="{AF9E9BED-7F02-2640-40AD-6077F71CCCA2}"/>
          </ac:spMkLst>
        </pc:spChg>
        <pc:spChg chg="add del mod">
          <ac:chgData name="Chris Alvin" userId="1477fe7d-12c1-4dcd-b708-f1331679ff1c" providerId="ADAL" clId="{45F9C439-45B9-4AFF-9C50-25532634ECD6}" dt="2023-02-14T13:37:17.801" v="1732"/>
          <ac:spMkLst>
            <pc:docMk/>
            <pc:sldMk cId="205019521" sldId="454"/>
            <ac:spMk id="7" creationId="{91E611A8-00B2-2503-5106-3CD24096F90E}"/>
          </ac:spMkLst>
        </pc:spChg>
        <pc:spChg chg="del">
          <ac:chgData name="Chris Alvin" userId="1477fe7d-12c1-4dcd-b708-f1331679ff1c" providerId="ADAL" clId="{45F9C439-45B9-4AFF-9C50-25532634ECD6}" dt="2023-02-13T19:27:53.014" v="1441" actId="478"/>
          <ac:spMkLst>
            <pc:docMk/>
            <pc:sldMk cId="205019521" sldId="454"/>
            <ac:spMk id="7" creationId="{F4DE5E88-B3A1-E560-9A89-0A0BF0728511}"/>
          </ac:spMkLst>
        </pc:spChg>
        <pc:spChg chg="del">
          <ac:chgData name="Chris Alvin" userId="1477fe7d-12c1-4dcd-b708-f1331679ff1c" providerId="ADAL" clId="{45F9C439-45B9-4AFF-9C50-25532634ECD6}" dt="2023-02-13T19:27:53.014" v="1441" actId="478"/>
          <ac:spMkLst>
            <pc:docMk/>
            <pc:sldMk cId="205019521" sldId="454"/>
            <ac:spMk id="8" creationId="{2D88438F-5099-4B9A-7F93-BE703EF43835}"/>
          </ac:spMkLst>
        </pc:spChg>
        <pc:spChg chg="add del mod">
          <ac:chgData name="Chris Alvin" userId="1477fe7d-12c1-4dcd-b708-f1331679ff1c" providerId="ADAL" clId="{45F9C439-45B9-4AFF-9C50-25532634ECD6}" dt="2023-02-14T13:37:17.801" v="1732"/>
          <ac:spMkLst>
            <pc:docMk/>
            <pc:sldMk cId="205019521" sldId="454"/>
            <ac:spMk id="8" creationId="{69381986-609D-BCA0-A80B-82D9CAC141D2}"/>
          </ac:spMkLst>
        </pc:spChg>
        <pc:spChg chg="add del mod">
          <ac:chgData name="Chris Alvin" userId="1477fe7d-12c1-4dcd-b708-f1331679ff1c" providerId="ADAL" clId="{45F9C439-45B9-4AFF-9C50-25532634ECD6}" dt="2023-02-14T13:37:17.801" v="1732"/>
          <ac:spMkLst>
            <pc:docMk/>
            <pc:sldMk cId="205019521" sldId="454"/>
            <ac:spMk id="9" creationId="{5E79807E-55A0-7413-8470-5526B384A006}"/>
          </ac:spMkLst>
        </pc:spChg>
        <pc:spChg chg="del">
          <ac:chgData name="Chris Alvin" userId="1477fe7d-12c1-4dcd-b708-f1331679ff1c" providerId="ADAL" clId="{45F9C439-45B9-4AFF-9C50-25532634ECD6}" dt="2023-02-13T19:27:53.014" v="1441" actId="478"/>
          <ac:spMkLst>
            <pc:docMk/>
            <pc:sldMk cId="205019521" sldId="454"/>
            <ac:spMk id="9" creationId="{C1A23B51-0B80-1626-DDB0-139665B7AC7A}"/>
          </ac:spMkLst>
        </pc:spChg>
        <pc:spChg chg="del">
          <ac:chgData name="Chris Alvin" userId="1477fe7d-12c1-4dcd-b708-f1331679ff1c" providerId="ADAL" clId="{45F9C439-45B9-4AFF-9C50-25532634ECD6}" dt="2023-02-13T19:27:53.014" v="1441" actId="478"/>
          <ac:spMkLst>
            <pc:docMk/>
            <pc:sldMk cId="205019521" sldId="454"/>
            <ac:spMk id="10" creationId="{96FEAB75-ADEF-16C5-1371-BEB10002183E}"/>
          </ac:spMkLst>
        </pc:spChg>
        <pc:spChg chg="add del mod">
          <ac:chgData name="Chris Alvin" userId="1477fe7d-12c1-4dcd-b708-f1331679ff1c" providerId="ADAL" clId="{45F9C439-45B9-4AFF-9C50-25532634ECD6}" dt="2023-02-14T13:37:17.801" v="1732"/>
          <ac:spMkLst>
            <pc:docMk/>
            <pc:sldMk cId="205019521" sldId="454"/>
            <ac:spMk id="10" creationId="{D50C6274-8A5B-4DAC-BB45-968037F1D693}"/>
          </ac:spMkLst>
        </pc:spChg>
        <pc:spChg chg="del">
          <ac:chgData name="Chris Alvin" userId="1477fe7d-12c1-4dcd-b708-f1331679ff1c" providerId="ADAL" clId="{45F9C439-45B9-4AFF-9C50-25532634ECD6}" dt="2023-02-14T13:56:27.439" v="2259" actId="478"/>
          <ac:spMkLst>
            <pc:docMk/>
            <pc:sldMk cId="205019521" sldId="454"/>
            <ac:spMk id="14" creationId="{F0511DB0-E4E5-4083-87B7-9737C0E5856C}"/>
          </ac:spMkLst>
        </pc:spChg>
        <pc:spChg chg="add del mod">
          <ac:chgData name="Chris Alvin" userId="1477fe7d-12c1-4dcd-b708-f1331679ff1c" providerId="ADAL" clId="{45F9C439-45B9-4AFF-9C50-25532634ECD6}" dt="2023-02-14T13:37:17.801" v="1732"/>
          <ac:spMkLst>
            <pc:docMk/>
            <pc:sldMk cId="205019521" sldId="454"/>
            <ac:spMk id="15" creationId="{57B2C975-8FC1-42E6-7E17-2A40F1C8D2E1}"/>
          </ac:spMkLst>
        </pc:spChg>
        <pc:spChg chg="add del mod">
          <ac:chgData name="Chris Alvin" userId="1477fe7d-12c1-4dcd-b708-f1331679ff1c" providerId="ADAL" clId="{45F9C439-45B9-4AFF-9C50-25532634ECD6}" dt="2023-02-14T13:37:17.801" v="1732"/>
          <ac:spMkLst>
            <pc:docMk/>
            <pc:sldMk cId="205019521" sldId="454"/>
            <ac:spMk id="16" creationId="{433F64C7-E05D-FA20-1E04-6D7E126D1A0F}"/>
          </ac:spMkLst>
        </pc:spChg>
        <pc:spChg chg="add del mod">
          <ac:chgData name="Chris Alvin" userId="1477fe7d-12c1-4dcd-b708-f1331679ff1c" providerId="ADAL" clId="{45F9C439-45B9-4AFF-9C50-25532634ECD6}" dt="2023-02-14T13:37:17.801" v="1732"/>
          <ac:spMkLst>
            <pc:docMk/>
            <pc:sldMk cId="205019521" sldId="454"/>
            <ac:spMk id="17" creationId="{5B55C9C5-91B7-6F2D-63F5-1C4A69970983}"/>
          </ac:spMkLst>
        </pc:spChg>
        <pc:spChg chg="add del mod">
          <ac:chgData name="Chris Alvin" userId="1477fe7d-12c1-4dcd-b708-f1331679ff1c" providerId="ADAL" clId="{45F9C439-45B9-4AFF-9C50-25532634ECD6}" dt="2023-02-14T13:37:17.801" v="1732"/>
          <ac:spMkLst>
            <pc:docMk/>
            <pc:sldMk cId="205019521" sldId="454"/>
            <ac:spMk id="18" creationId="{15AF1998-3071-39F8-3E42-6EA6A854DCB7}"/>
          </ac:spMkLst>
        </pc:spChg>
        <pc:spChg chg="add mod">
          <ac:chgData name="Chris Alvin" userId="1477fe7d-12c1-4dcd-b708-f1331679ff1c" providerId="ADAL" clId="{45F9C439-45B9-4AFF-9C50-25532634ECD6}" dt="2023-02-14T13:55:14.254" v="2245" actId="164"/>
          <ac:spMkLst>
            <pc:docMk/>
            <pc:sldMk cId="205019521" sldId="454"/>
            <ac:spMk id="23" creationId="{D9D0EEFE-39E6-16B7-777C-C39AE5F3CB08}"/>
          </ac:spMkLst>
        </pc:spChg>
        <pc:spChg chg="add mod">
          <ac:chgData name="Chris Alvin" userId="1477fe7d-12c1-4dcd-b708-f1331679ff1c" providerId="ADAL" clId="{45F9C439-45B9-4AFF-9C50-25532634ECD6}" dt="2023-02-14T13:55:14.254" v="2245" actId="164"/>
          <ac:spMkLst>
            <pc:docMk/>
            <pc:sldMk cId="205019521" sldId="454"/>
            <ac:spMk id="24" creationId="{1147CB62-A8B3-66A5-898F-473DB4EB2879}"/>
          </ac:spMkLst>
        </pc:spChg>
        <pc:spChg chg="add mod">
          <ac:chgData name="Chris Alvin" userId="1477fe7d-12c1-4dcd-b708-f1331679ff1c" providerId="ADAL" clId="{45F9C439-45B9-4AFF-9C50-25532634ECD6}" dt="2023-02-14T13:55:14.254" v="2245" actId="164"/>
          <ac:spMkLst>
            <pc:docMk/>
            <pc:sldMk cId="205019521" sldId="454"/>
            <ac:spMk id="26" creationId="{D2FCF034-9DBF-4784-5440-E1CE9E8CF1C1}"/>
          </ac:spMkLst>
        </pc:spChg>
        <pc:spChg chg="add mod">
          <ac:chgData name="Chris Alvin" userId="1477fe7d-12c1-4dcd-b708-f1331679ff1c" providerId="ADAL" clId="{45F9C439-45B9-4AFF-9C50-25532634ECD6}" dt="2023-02-14T13:55:14.254" v="2245" actId="164"/>
          <ac:spMkLst>
            <pc:docMk/>
            <pc:sldMk cId="205019521" sldId="454"/>
            <ac:spMk id="27" creationId="{6466923A-8DE0-C65F-18E9-CB132F84956C}"/>
          </ac:spMkLst>
        </pc:spChg>
        <pc:spChg chg="add del mod">
          <ac:chgData name="Chris Alvin" userId="1477fe7d-12c1-4dcd-b708-f1331679ff1c" providerId="ADAL" clId="{45F9C439-45B9-4AFF-9C50-25532634ECD6}" dt="2023-02-14T13:38:33.504" v="1760" actId="478"/>
          <ac:spMkLst>
            <pc:docMk/>
            <pc:sldMk cId="205019521" sldId="454"/>
            <ac:spMk id="28" creationId="{A3DE4DED-C202-D225-A1C4-276F6E204346}"/>
          </ac:spMkLst>
        </pc:spChg>
        <pc:spChg chg="add del mod">
          <ac:chgData name="Chris Alvin" userId="1477fe7d-12c1-4dcd-b708-f1331679ff1c" providerId="ADAL" clId="{45F9C439-45B9-4AFF-9C50-25532634ECD6}" dt="2023-02-14T13:38:33.504" v="1760" actId="478"/>
          <ac:spMkLst>
            <pc:docMk/>
            <pc:sldMk cId="205019521" sldId="454"/>
            <ac:spMk id="29" creationId="{8B3E19CA-F4C4-B3F9-6B69-EAECE0DCCAE4}"/>
          </ac:spMkLst>
        </pc:spChg>
        <pc:spChg chg="add del mod">
          <ac:chgData name="Chris Alvin" userId="1477fe7d-12c1-4dcd-b708-f1331679ff1c" providerId="ADAL" clId="{45F9C439-45B9-4AFF-9C50-25532634ECD6}" dt="2023-02-14T13:38:33.504" v="1760" actId="478"/>
          <ac:spMkLst>
            <pc:docMk/>
            <pc:sldMk cId="205019521" sldId="454"/>
            <ac:spMk id="30" creationId="{833FB16F-F7FC-BCB5-76CF-337E21FA583B}"/>
          </ac:spMkLst>
        </pc:spChg>
        <pc:spChg chg="add del mod">
          <ac:chgData name="Chris Alvin" userId="1477fe7d-12c1-4dcd-b708-f1331679ff1c" providerId="ADAL" clId="{45F9C439-45B9-4AFF-9C50-25532634ECD6}" dt="2023-02-14T13:38:33.504" v="1760" actId="478"/>
          <ac:spMkLst>
            <pc:docMk/>
            <pc:sldMk cId="205019521" sldId="454"/>
            <ac:spMk id="34" creationId="{2CAFBF55-63FB-6C3F-06FC-FCBCD193E6BD}"/>
          </ac:spMkLst>
        </pc:spChg>
        <pc:spChg chg="add del mod">
          <ac:chgData name="Chris Alvin" userId="1477fe7d-12c1-4dcd-b708-f1331679ff1c" providerId="ADAL" clId="{45F9C439-45B9-4AFF-9C50-25532634ECD6}" dt="2023-02-14T13:38:08.190" v="1754" actId="478"/>
          <ac:spMkLst>
            <pc:docMk/>
            <pc:sldMk cId="205019521" sldId="454"/>
            <ac:spMk id="35" creationId="{AE796FEA-C3F6-BA3F-2C01-2F40E21C2B0D}"/>
          </ac:spMkLst>
        </pc:spChg>
        <pc:spChg chg="add del mod">
          <ac:chgData name="Chris Alvin" userId="1477fe7d-12c1-4dcd-b708-f1331679ff1c" providerId="ADAL" clId="{45F9C439-45B9-4AFF-9C50-25532634ECD6}" dt="2023-02-14T13:38:33.504" v="1760" actId="478"/>
          <ac:spMkLst>
            <pc:docMk/>
            <pc:sldMk cId="205019521" sldId="454"/>
            <ac:spMk id="36" creationId="{6215A6DD-7728-DCD1-8D29-1299B6208723}"/>
          </ac:spMkLst>
        </pc:spChg>
        <pc:spChg chg="add del mod">
          <ac:chgData name="Chris Alvin" userId="1477fe7d-12c1-4dcd-b708-f1331679ff1c" providerId="ADAL" clId="{45F9C439-45B9-4AFF-9C50-25532634ECD6}" dt="2023-02-14T13:56:27.439" v="2259" actId="478"/>
          <ac:spMkLst>
            <pc:docMk/>
            <pc:sldMk cId="205019521" sldId="454"/>
            <ac:spMk id="45" creationId="{7155CC66-04B3-4368-EB1D-A075F9E8312A}"/>
          </ac:spMkLst>
        </pc:spChg>
        <pc:spChg chg="add mod">
          <ac:chgData name="Chris Alvin" userId="1477fe7d-12c1-4dcd-b708-f1331679ff1c" providerId="ADAL" clId="{45F9C439-45B9-4AFF-9C50-25532634ECD6}" dt="2023-02-14T13:55:20.696" v="2246" actId="164"/>
          <ac:spMkLst>
            <pc:docMk/>
            <pc:sldMk cId="205019521" sldId="454"/>
            <ac:spMk id="46" creationId="{E8D163F4-78E9-9051-B066-CB8DE0650CCA}"/>
          </ac:spMkLst>
        </pc:spChg>
        <pc:spChg chg="add mod">
          <ac:chgData name="Chris Alvin" userId="1477fe7d-12c1-4dcd-b708-f1331679ff1c" providerId="ADAL" clId="{45F9C439-45B9-4AFF-9C50-25532634ECD6}" dt="2023-02-14T13:55:20.696" v="2246" actId="164"/>
          <ac:spMkLst>
            <pc:docMk/>
            <pc:sldMk cId="205019521" sldId="454"/>
            <ac:spMk id="47" creationId="{0CCC7D9B-EB98-BEEF-5B8F-2BC6BC2329EB}"/>
          </ac:spMkLst>
        </pc:spChg>
        <pc:spChg chg="add mod">
          <ac:chgData name="Chris Alvin" userId="1477fe7d-12c1-4dcd-b708-f1331679ff1c" providerId="ADAL" clId="{45F9C439-45B9-4AFF-9C50-25532634ECD6}" dt="2023-02-14T13:55:20.696" v="2246" actId="164"/>
          <ac:spMkLst>
            <pc:docMk/>
            <pc:sldMk cId="205019521" sldId="454"/>
            <ac:spMk id="48" creationId="{6B888A4D-D629-2E35-EBFF-761110BDCAD3}"/>
          </ac:spMkLst>
        </pc:spChg>
        <pc:spChg chg="add mod">
          <ac:chgData name="Chris Alvin" userId="1477fe7d-12c1-4dcd-b708-f1331679ff1c" providerId="ADAL" clId="{45F9C439-45B9-4AFF-9C50-25532634ECD6}" dt="2023-02-14T13:55:20.696" v="2246" actId="164"/>
          <ac:spMkLst>
            <pc:docMk/>
            <pc:sldMk cId="205019521" sldId="454"/>
            <ac:spMk id="49" creationId="{8F60135B-ADE9-0C75-12FC-40608A4899BC}"/>
          </ac:spMkLst>
        </pc:spChg>
        <pc:spChg chg="add mod">
          <ac:chgData name="Chris Alvin" userId="1477fe7d-12c1-4dcd-b708-f1331679ff1c" providerId="ADAL" clId="{45F9C439-45B9-4AFF-9C50-25532634ECD6}" dt="2023-02-14T13:55:20.696" v="2246" actId="164"/>
          <ac:spMkLst>
            <pc:docMk/>
            <pc:sldMk cId="205019521" sldId="454"/>
            <ac:spMk id="50" creationId="{25566B01-DE2D-E1C3-F94F-A9EF36F5B3B6}"/>
          </ac:spMkLst>
        </pc:spChg>
        <pc:spChg chg="add mod">
          <ac:chgData name="Chris Alvin" userId="1477fe7d-12c1-4dcd-b708-f1331679ff1c" providerId="ADAL" clId="{45F9C439-45B9-4AFF-9C50-25532634ECD6}" dt="2023-02-14T13:55:20.696" v="2246" actId="164"/>
          <ac:spMkLst>
            <pc:docMk/>
            <pc:sldMk cId="205019521" sldId="454"/>
            <ac:spMk id="52" creationId="{2E22A3AE-93B4-7D6E-F1EC-7A7D3E746AB8}"/>
          </ac:spMkLst>
        </pc:spChg>
        <pc:spChg chg="add del mod">
          <ac:chgData name="Chris Alvin" userId="1477fe7d-12c1-4dcd-b708-f1331679ff1c" providerId="ADAL" clId="{45F9C439-45B9-4AFF-9C50-25532634ECD6}" dt="2023-02-14T13:41:18.430" v="1967" actId="478"/>
          <ac:spMkLst>
            <pc:docMk/>
            <pc:sldMk cId="205019521" sldId="454"/>
            <ac:spMk id="53" creationId="{04579C00-DDA7-130B-3701-1D054A7A3A69}"/>
          </ac:spMkLst>
        </pc:spChg>
        <pc:spChg chg="add del mod">
          <ac:chgData name="Chris Alvin" userId="1477fe7d-12c1-4dcd-b708-f1331679ff1c" providerId="ADAL" clId="{45F9C439-45B9-4AFF-9C50-25532634ECD6}" dt="2023-02-14T13:56:27.439" v="2259" actId="478"/>
          <ac:spMkLst>
            <pc:docMk/>
            <pc:sldMk cId="205019521" sldId="454"/>
            <ac:spMk id="58" creationId="{3FE69CFA-FD61-6BE7-AD59-3475657A5DC7}"/>
          </ac:spMkLst>
        </pc:spChg>
        <pc:spChg chg="add mod">
          <ac:chgData name="Chris Alvin" userId="1477fe7d-12c1-4dcd-b708-f1331679ff1c" providerId="ADAL" clId="{45F9C439-45B9-4AFF-9C50-25532634ECD6}" dt="2023-02-14T13:55:24.689" v="2247" actId="164"/>
          <ac:spMkLst>
            <pc:docMk/>
            <pc:sldMk cId="205019521" sldId="454"/>
            <ac:spMk id="60" creationId="{BB3C0930-268C-33A1-0870-3013520EF213}"/>
          </ac:spMkLst>
        </pc:spChg>
        <pc:spChg chg="add del mod">
          <ac:chgData name="Chris Alvin" userId="1477fe7d-12c1-4dcd-b708-f1331679ff1c" providerId="ADAL" clId="{45F9C439-45B9-4AFF-9C50-25532634ECD6}" dt="2023-02-14T13:44:35.684" v="2059" actId="478"/>
          <ac:spMkLst>
            <pc:docMk/>
            <pc:sldMk cId="205019521" sldId="454"/>
            <ac:spMk id="61" creationId="{73E9C493-4198-B9F6-B044-94F5AF1250C5}"/>
          </ac:spMkLst>
        </pc:spChg>
        <pc:spChg chg="add mod">
          <ac:chgData name="Chris Alvin" userId="1477fe7d-12c1-4dcd-b708-f1331679ff1c" providerId="ADAL" clId="{45F9C439-45B9-4AFF-9C50-25532634ECD6}" dt="2023-02-14T13:55:24.689" v="2247" actId="164"/>
          <ac:spMkLst>
            <pc:docMk/>
            <pc:sldMk cId="205019521" sldId="454"/>
            <ac:spMk id="63" creationId="{47F949AF-05A5-6868-A521-A02839911BC5}"/>
          </ac:spMkLst>
        </pc:spChg>
        <pc:spChg chg="add mod">
          <ac:chgData name="Chris Alvin" userId="1477fe7d-12c1-4dcd-b708-f1331679ff1c" providerId="ADAL" clId="{45F9C439-45B9-4AFF-9C50-25532634ECD6}" dt="2023-02-14T13:55:24.689" v="2247" actId="164"/>
          <ac:spMkLst>
            <pc:docMk/>
            <pc:sldMk cId="205019521" sldId="454"/>
            <ac:spMk id="65" creationId="{9AC06816-1443-6AAB-858A-DCD3CF9B7189}"/>
          </ac:spMkLst>
        </pc:spChg>
        <pc:spChg chg="add mod">
          <ac:chgData name="Chris Alvin" userId="1477fe7d-12c1-4dcd-b708-f1331679ff1c" providerId="ADAL" clId="{45F9C439-45B9-4AFF-9C50-25532634ECD6}" dt="2023-02-14T13:55:24.689" v="2247" actId="164"/>
          <ac:spMkLst>
            <pc:docMk/>
            <pc:sldMk cId="205019521" sldId="454"/>
            <ac:spMk id="66" creationId="{7E6B8BA4-6D38-4A86-10CA-C304A75275BF}"/>
          </ac:spMkLst>
        </pc:spChg>
        <pc:spChg chg="add mod">
          <ac:chgData name="Chris Alvin" userId="1477fe7d-12c1-4dcd-b708-f1331679ff1c" providerId="ADAL" clId="{45F9C439-45B9-4AFF-9C50-25532634ECD6}" dt="2023-02-14T13:55:24.689" v="2247" actId="164"/>
          <ac:spMkLst>
            <pc:docMk/>
            <pc:sldMk cId="205019521" sldId="454"/>
            <ac:spMk id="68" creationId="{428A6F0F-3D4F-B39A-E276-FE1CA768FE33}"/>
          </ac:spMkLst>
        </pc:spChg>
        <pc:spChg chg="add del mod">
          <ac:chgData name="Chris Alvin" userId="1477fe7d-12c1-4dcd-b708-f1331679ff1c" providerId="ADAL" clId="{45F9C439-45B9-4AFF-9C50-25532634ECD6}" dt="2023-02-14T13:56:27.439" v="2259" actId="478"/>
          <ac:spMkLst>
            <pc:docMk/>
            <pc:sldMk cId="205019521" sldId="454"/>
            <ac:spMk id="71" creationId="{65E45B48-0E41-E84E-3A58-6BF1DE5605CF}"/>
          </ac:spMkLst>
        </pc:spChg>
        <pc:spChg chg="add mod">
          <ac:chgData name="Chris Alvin" userId="1477fe7d-12c1-4dcd-b708-f1331679ff1c" providerId="ADAL" clId="{45F9C439-45B9-4AFF-9C50-25532634ECD6}" dt="2023-02-14T13:55:29.982" v="2248" actId="164"/>
          <ac:spMkLst>
            <pc:docMk/>
            <pc:sldMk cId="205019521" sldId="454"/>
            <ac:spMk id="72" creationId="{98A5701B-A6DF-0512-E4E4-6C486C7B5C38}"/>
          </ac:spMkLst>
        </pc:spChg>
        <pc:spChg chg="add mod">
          <ac:chgData name="Chris Alvin" userId="1477fe7d-12c1-4dcd-b708-f1331679ff1c" providerId="ADAL" clId="{45F9C439-45B9-4AFF-9C50-25532634ECD6}" dt="2023-02-14T13:55:29.982" v="2248" actId="164"/>
          <ac:spMkLst>
            <pc:docMk/>
            <pc:sldMk cId="205019521" sldId="454"/>
            <ac:spMk id="74" creationId="{190721C9-8199-118B-3680-042651F23795}"/>
          </ac:spMkLst>
        </pc:spChg>
        <pc:spChg chg="add mod">
          <ac:chgData name="Chris Alvin" userId="1477fe7d-12c1-4dcd-b708-f1331679ff1c" providerId="ADAL" clId="{45F9C439-45B9-4AFF-9C50-25532634ECD6}" dt="2023-02-14T13:55:29.982" v="2248" actId="164"/>
          <ac:spMkLst>
            <pc:docMk/>
            <pc:sldMk cId="205019521" sldId="454"/>
            <ac:spMk id="76" creationId="{8A15D841-B4BA-E381-C90C-33794798AC9F}"/>
          </ac:spMkLst>
        </pc:spChg>
        <pc:spChg chg="add del mod">
          <ac:chgData name="Chris Alvin" userId="1477fe7d-12c1-4dcd-b708-f1331679ff1c" providerId="ADAL" clId="{45F9C439-45B9-4AFF-9C50-25532634ECD6}" dt="2023-02-14T13:53:56.980" v="2236" actId="478"/>
          <ac:spMkLst>
            <pc:docMk/>
            <pc:sldMk cId="205019521" sldId="454"/>
            <ac:spMk id="77" creationId="{5F4868DC-CC93-D148-BD33-E203093D38F2}"/>
          </ac:spMkLst>
        </pc:spChg>
        <pc:spChg chg="add mod">
          <ac:chgData name="Chris Alvin" userId="1477fe7d-12c1-4dcd-b708-f1331679ff1c" providerId="ADAL" clId="{45F9C439-45B9-4AFF-9C50-25532634ECD6}" dt="2023-02-14T13:55:29.982" v="2248" actId="164"/>
          <ac:spMkLst>
            <pc:docMk/>
            <pc:sldMk cId="205019521" sldId="454"/>
            <ac:spMk id="79" creationId="{EDE0B4DD-8AC3-C9D8-59C1-6754E8C85690}"/>
          </ac:spMkLst>
        </pc:spChg>
        <pc:spChg chg="add mod">
          <ac:chgData name="Chris Alvin" userId="1477fe7d-12c1-4dcd-b708-f1331679ff1c" providerId="ADAL" clId="{45F9C439-45B9-4AFF-9C50-25532634ECD6}" dt="2023-02-14T13:55:29.982" v="2248" actId="164"/>
          <ac:spMkLst>
            <pc:docMk/>
            <pc:sldMk cId="205019521" sldId="454"/>
            <ac:spMk id="81" creationId="{806D066A-CEBB-A831-4A95-5AF96BF2E483}"/>
          </ac:spMkLst>
        </pc:spChg>
        <pc:spChg chg="add del mod">
          <ac:chgData name="Chris Alvin" userId="1477fe7d-12c1-4dcd-b708-f1331679ff1c" providerId="ADAL" clId="{45F9C439-45B9-4AFF-9C50-25532634ECD6}" dt="2023-02-14T13:51:10.044" v="2184" actId="478"/>
          <ac:spMkLst>
            <pc:docMk/>
            <pc:sldMk cId="205019521" sldId="454"/>
            <ac:spMk id="83" creationId="{20A70E02-D0A8-2A80-F884-7DD4DAFF5A52}"/>
          </ac:spMkLst>
        </pc:spChg>
        <pc:spChg chg="add mod">
          <ac:chgData name="Chris Alvin" userId="1477fe7d-12c1-4dcd-b708-f1331679ff1c" providerId="ADAL" clId="{45F9C439-45B9-4AFF-9C50-25532634ECD6}" dt="2023-02-14T13:55:29.982" v="2248" actId="164"/>
          <ac:spMkLst>
            <pc:docMk/>
            <pc:sldMk cId="205019521" sldId="454"/>
            <ac:spMk id="85" creationId="{DA602A91-2EB0-DA89-BDD1-41334D68DF35}"/>
          </ac:spMkLst>
        </pc:spChg>
        <pc:spChg chg="add del mod">
          <ac:chgData name="Chris Alvin" userId="1477fe7d-12c1-4dcd-b708-f1331679ff1c" providerId="ADAL" clId="{45F9C439-45B9-4AFF-9C50-25532634ECD6}" dt="2023-02-14T13:50:34.436" v="2177" actId="478"/>
          <ac:spMkLst>
            <pc:docMk/>
            <pc:sldMk cId="205019521" sldId="454"/>
            <ac:spMk id="86" creationId="{D96ACC03-F95D-3FEC-347D-C2AE28A8312A}"/>
          </ac:spMkLst>
        </pc:spChg>
        <pc:spChg chg="add del mod">
          <ac:chgData name="Chris Alvin" userId="1477fe7d-12c1-4dcd-b708-f1331679ff1c" providerId="ADAL" clId="{45F9C439-45B9-4AFF-9C50-25532634ECD6}" dt="2023-02-14T13:50:34.436" v="2177" actId="478"/>
          <ac:spMkLst>
            <pc:docMk/>
            <pc:sldMk cId="205019521" sldId="454"/>
            <ac:spMk id="88" creationId="{B52DA1EB-9180-2861-F931-02C23039DBC7}"/>
          </ac:spMkLst>
        </pc:spChg>
        <pc:spChg chg="add mod">
          <ac:chgData name="Chris Alvin" userId="1477fe7d-12c1-4dcd-b708-f1331679ff1c" providerId="ADAL" clId="{45F9C439-45B9-4AFF-9C50-25532634ECD6}" dt="2023-02-14T13:55:29.982" v="2248" actId="164"/>
          <ac:spMkLst>
            <pc:docMk/>
            <pc:sldMk cId="205019521" sldId="454"/>
            <ac:spMk id="92" creationId="{DC985AA1-2AEE-F4E6-00EE-FB7C406898B4}"/>
          </ac:spMkLst>
        </pc:spChg>
        <pc:spChg chg="add mod">
          <ac:chgData name="Chris Alvin" userId="1477fe7d-12c1-4dcd-b708-f1331679ff1c" providerId="ADAL" clId="{45F9C439-45B9-4AFF-9C50-25532634ECD6}" dt="2023-02-14T13:55:29.982" v="2248" actId="164"/>
          <ac:spMkLst>
            <pc:docMk/>
            <pc:sldMk cId="205019521" sldId="454"/>
            <ac:spMk id="115" creationId="{B665A79E-CA68-FAC9-418E-FA793223A93C}"/>
          </ac:spMkLst>
        </pc:spChg>
        <pc:spChg chg="add mod">
          <ac:chgData name="Chris Alvin" userId="1477fe7d-12c1-4dcd-b708-f1331679ff1c" providerId="ADAL" clId="{45F9C439-45B9-4AFF-9C50-25532634ECD6}" dt="2023-02-14T13:55:29.982" v="2248" actId="164"/>
          <ac:spMkLst>
            <pc:docMk/>
            <pc:sldMk cId="205019521" sldId="454"/>
            <ac:spMk id="117" creationId="{019D6162-7B13-5E06-4030-C382D9BF6A1D}"/>
          </ac:spMkLst>
        </pc:spChg>
        <pc:spChg chg="add mod">
          <ac:chgData name="Chris Alvin" userId="1477fe7d-12c1-4dcd-b708-f1331679ff1c" providerId="ADAL" clId="{45F9C439-45B9-4AFF-9C50-25532634ECD6}" dt="2023-02-14T14:17:29.004" v="3242" actId="114"/>
          <ac:spMkLst>
            <pc:docMk/>
            <pc:sldMk cId="205019521" sldId="454"/>
            <ac:spMk id="141" creationId="{2755227C-2F51-F9E1-23B2-3A9ECDB3C8B0}"/>
          </ac:spMkLst>
        </pc:spChg>
        <pc:spChg chg="add mod">
          <ac:chgData name="Chris Alvin" userId="1477fe7d-12c1-4dcd-b708-f1331679ff1c" providerId="ADAL" clId="{45F9C439-45B9-4AFF-9C50-25532634ECD6}" dt="2023-02-14T14:23:21.502" v="3418" actId="1076"/>
          <ac:spMkLst>
            <pc:docMk/>
            <pc:sldMk cId="205019521" sldId="454"/>
            <ac:spMk id="142" creationId="{34F2C832-6F2A-707C-CC3F-CDADF263D36F}"/>
          </ac:spMkLst>
        </pc:spChg>
        <pc:spChg chg="add del mod">
          <ac:chgData name="Chris Alvin" userId="1477fe7d-12c1-4dcd-b708-f1331679ff1c" providerId="ADAL" clId="{45F9C439-45B9-4AFF-9C50-25532634ECD6}" dt="2023-02-14T14:20:31.852" v="3311" actId="478"/>
          <ac:spMkLst>
            <pc:docMk/>
            <pc:sldMk cId="205019521" sldId="454"/>
            <ac:spMk id="143" creationId="{E327778D-38A6-9515-7CE8-397FD1C10400}"/>
          </ac:spMkLst>
        </pc:spChg>
        <pc:spChg chg="add mod">
          <ac:chgData name="Chris Alvin" userId="1477fe7d-12c1-4dcd-b708-f1331679ff1c" providerId="ADAL" clId="{45F9C439-45B9-4AFF-9C50-25532634ECD6}" dt="2023-02-14T14:23:16.540" v="3417" actId="1076"/>
          <ac:spMkLst>
            <pc:docMk/>
            <pc:sldMk cId="205019521" sldId="454"/>
            <ac:spMk id="144" creationId="{81AF9A4E-A977-C3F4-E6A3-209D29F43489}"/>
          </ac:spMkLst>
        </pc:spChg>
        <pc:spChg chg="add mod">
          <ac:chgData name="Chris Alvin" userId="1477fe7d-12c1-4dcd-b708-f1331679ff1c" providerId="ADAL" clId="{45F9C439-45B9-4AFF-9C50-25532634ECD6}" dt="2023-02-14T14:23:21.502" v="3418" actId="1076"/>
          <ac:spMkLst>
            <pc:docMk/>
            <pc:sldMk cId="205019521" sldId="454"/>
            <ac:spMk id="145" creationId="{533BFC77-BE19-F6C6-EF54-FD28EFF3635F}"/>
          </ac:spMkLst>
        </pc:spChg>
        <pc:spChg chg="add mod">
          <ac:chgData name="Chris Alvin" userId="1477fe7d-12c1-4dcd-b708-f1331679ff1c" providerId="ADAL" clId="{45F9C439-45B9-4AFF-9C50-25532634ECD6}" dt="2023-02-14T14:23:21.502" v="3418" actId="1076"/>
          <ac:spMkLst>
            <pc:docMk/>
            <pc:sldMk cId="205019521" sldId="454"/>
            <ac:spMk id="146" creationId="{408E4003-0439-1E87-BA3E-89D82EC7E84B}"/>
          </ac:spMkLst>
        </pc:spChg>
        <pc:spChg chg="add mod">
          <ac:chgData name="Chris Alvin" userId="1477fe7d-12c1-4dcd-b708-f1331679ff1c" providerId="ADAL" clId="{45F9C439-45B9-4AFF-9C50-25532634ECD6}" dt="2023-02-14T14:23:16.540" v="3417" actId="1076"/>
          <ac:spMkLst>
            <pc:docMk/>
            <pc:sldMk cId="205019521" sldId="454"/>
            <ac:spMk id="147" creationId="{84ABF172-A23E-80E3-C6F8-58146FA2CFF8}"/>
          </ac:spMkLst>
        </pc:spChg>
        <pc:spChg chg="add mod">
          <ac:chgData name="Chris Alvin" userId="1477fe7d-12c1-4dcd-b708-f1331679ff1c" providerId="ADAL" clId="{45F9C439-45B9-4AFF-9C50-25532634ECD6}" dt="2023-02-14T14:23:16.540" v="3417" actId="1076"/>
          <ac:spMkLst>
            <pc:docMk/>
            <pc:sldMk cId="205019521" sldId="454"/>
            <ac:spMk id="148" creationId="{58A089DC-B3A8-6232-9473-42C1D991DFF0}"/>
          </ac:spMkLst>
        </pc:spChg>
        <pc:spChg chg="add mod">
          <ac:chgData name="Chris Alvin" userId="1477fe7d-12c1-4dcd-b708-f1331679ff1c" providerId="ADAL" clId="{45F9C439-45B9-4AFF-9C50-25532634ECD6}" dt="2023-02-14T14:40:32.224" v="3537" actId="1076"/>
          <ac:spMkLst>
            <pc:docMk/>
            <pc:sldMk cId="205019521" sldId="454"/>
            <ac:spMk id="149" creationId="{9263238A-5A37-E49D-8B9E-4900A079A884}"/>
          </ac:spMkLst>
        </pc:spChg>
        <pc:spChg chg="add mod">
          <ac:chgData name="Chris Alvin" userId="1477fe7d-12c1-4dcd-b708-f1331679ff1c" providerId="ADAL" clId="{45F9C439-45B9-4AFF-9C50-25532634ECD6}" dt="2023-02-14T14:40:35.121" v="3538" actId="1076"/>
          <ac:spMkLst>
            <pc:docMk/>
            <pc:sldMk cId="205019521" sldId="454"/>
            <ac:spMk id="150" creationId="{31B19547-CC64-90CF-6490-A3FBC6F9A5DE}"/>
          </ac:spMkLst>
        </pc:spChg>
        <pc:spChg chg="add mod">
          <ac:chgData name="Chris Alvin" userId="1477fe7d-12c1-4dcd-b708-f1331679ff1c" providerId="ADAL" clId="{45F9C439-45B9-4AFF-9C50-25532634ECD6}" dt="2023-02-14T14:42:52.862" v="3747" actId="14100"/>
          <ac:spMkLst>
            <pc:docMk/>
            <pc:sldMk cId="205019521" sldId="454"/>
            <ac:spMk id="151" creationId="{B1C11395-E2F4-5287-569B-596099F2456D}"/>
          </ac:spMkLst>
        </pc:spChg>
        <pc:grpChg chg="add del mod">
          <ac:chgData name="Chris Alvin" userId="1477fe7d-12c1-4dcd-b708-f1331679ff1c" providerId="ADAL" clId="{45F9C439-45B9-4AFF-9C50-25532634ECD6}" dt="2023-02-14T13:56:27.439" v="2259" actId="478"/>
          <ac:grpSpMkLst>
            <pc:docMk/>
            <pc:sldMk cId="205019521" sldId="454"/>
            <ac:grpSpMk id="137" creationId="{23B8A319-A1CC-1803-6B85-0D44817F2ABB}"/>
          </ac:grpSpMkLst>
        </pc:grpChg>
        <pc:grpChg chg="add del mod">
          <ac:chgData name="Chris Alvin" userId="1477fe7d-12c1-4dcd-b708-f1331679ff1c" providerId="ADAL" clId="{45F9C439-45B9-4AFF-9C50-25532634ECD6}" dt="2023-02-14T13:56:27.439" v="2259" actId="478"/>
          <ac:grpSpMkLst>
            <pc:docMk/>
            <pc:sldMk cId="205019521" sldId="454"/>
            <ac:grpSpMk id="138" creationId="{91CAE6CC-4F4D-EB55-4E73-B58130ABB30E}"/>
          </ac:grpSpMkLst>
        </pc:grpChg>
        <pc:grpChg chg="add del mod">
          <ac:chgData name="Chris Alvin" userId="1477fe7d-12c1-4dcd-b708-f1331679ff1c" providerId="ADAL" clId="{45F9C439-45B9-4AFF-9C50-25532634ECD6}" dt="2023-02-14T13:56:27.439" v="2259" actId="478"/>
          <ac:grpSpMkLst>
            <pc:docMk/>
            <pc:sldMk cId="205019521" sldId="454"/>
            <ac:grpSpMk id="139" creationId="{541CA44E-404D-84F6-3F09-C11AEBD6A296}"/>
          </ac:grpSpMkLst>
        </pc:grpChg>
        <pc:grpChg chg="add del mod">
          <ac:chgData name="Chris Alvin" userId="1477fe7d-12c1-4dcd-b708-f1331679ff1c" providerId="ADAL" clId="{45F9C439-45B9-4AFF-9C50-25532634ECD6}" dt="2023-02-14T13:56:27.439" v="2259" actId="478"/>
          <ac:grpSpMkLst>
            <pc:docMk/>
            <pc:sldMk cId="205019521" sldId="454"/>
            <ac:grpSpMk id="140" creationId="{308F97F1-FD62-983F-A0D5-F4B61E7754B1}"/>
          </ac:grpSpMkLst>
        </pc:grpChg>
        <pc:cxnChg chg="add del mod">
          <ac:chgData name="Chris Alvin" userId="1477fe7d-12c1-4dcd-b708-f1331679ff1c" providerId="ADAL" clId="{45F9C439-45B9-4AFF-9C50-25532634ECD6}" dt="2023-02-14T13:37:17.801" v="1732"/>
          <ac:cxnSpMkLst>
            <pc:docMk/>
            <pc:sldMk cId="205019521" sldId="454"/>
            <ac:cxnSpMk id="11" creationId="{1C98B168-C12B-A3A2-B0AE-93E8B45E633E}"/>
          </ac:cxnSpMkLst>
        </pc:cxnChg>
        <pc:cxnChg chg="add del mod">
          <ac:chgData name="Chris Alvin" userId="1477fe7d-12c1-4dcd-b708-f1331679ff1c" providerId="ADAL" clId="{45F9C439-45B9-4AFF-9C50-25532634ECD6}" dt="2023-02-14T13:37:17.801" v="1732"/>
          <ac:cxnSpMkLst>
            <pc:docMk/>
            <pc:sldMk cId="205019521" sldId="454"/>
            <ac:cxnSpMk id="12" creationId="{223A7520-2A96-3EDD-61E2-71FBC37AAF0D}"/>
          </ac:cxnSpMkLst>
        </pc:cxnChg>
        <pc:cxnChg chg="add del mod">
          <ac:chgData name="Chris Alvin" userId="1477fe7d-12c1-4dcd-b708-f1331679ff1c" providerId="ADAL" clId="{45F9C439-45B9-4AFF-9C50-25532634ECD6}" dt="2023-02-14T13:37:17.801" v="1732"/>
          <ac:cxnSpMkLst>
            <pc:docMk/>
            <pc:sldMk cId="205019521" sldId="454"/>
            <ac:cxnSpMk id="13" creationId="{E6A42855-A365-A651-C7C0-E86513BB758F}"/>
          </ac:cxnSpMkLst>
        </pc:cxnChg>
        <pc:cxnChg chg="add del mod">
          <ac:chgData name="Chris Alvin" userId="1477fe7d-12c1-4dcd-b708-f1331679ff1c" providerId="ADAL" clId="{45F9C439-45B9-4AFF-9C50-25532634ECD6}" dt="2023-02-14T13:37:17.801" v="1732"/>
          <ac:cxnSpMkLst>
            <pc:docMk/>
            <pc:sldMk cId="205019521" sldId="454"/>
            <ac:cxnSpMk id="19" creationId="{A2D9AD50-25A6-222A-AE42-6E4F7820CE98}"/>
          </ac:cxnSpMkLst>
        </pc:cxnChg>
        <pc:cxnChg chg="add del mod">
          <ac:chgData name="Chris Alvin" userId="1477fe7d-12c1-4dcd-b708-f1331679ff1c" providerId="ADAL" clId="{45F9C439-45B9-4AFF-9C50-25532634ECD6}" dt="2023-02-14T13:37:17.801" v="1732"/>
          <ac:cxnSpMkLst>
            <pc:docMk/>
            <pc:sldMk cId="205019521" sldId="454"/>
            <ac:cxnSpMk id="20" creationId="{B11E0FDC-A886-E3D3-5E18-6B762B377A09}"/>
          </ac:cxnSpMkLst>
        </pc:cxnChg>
        <pc:cxnChg chg="add del mod">
          <ac:chgData name="Chris Alvin" userId="1477fe7d-12c1-4dcd-b708-f1331679ff1c" providerId="ADAL" clId="{45F9C439-45B9-4AFF-9C50-25532634ECD6}" dt="2023-02-14T13:37:17.801" v="1732"/>
          <ac:cxnSpMkLst>
            <pc:docMk/>
            <pc:sldMk cId="205019521" sldId="454"/>
            <ac:cxnSpMk id="21" creationId="{68D99779-A5B0-BFD1-6B9B-2D0AB6E3A796}"/>
          </ac:cxnSpMkLst>
        </pc:cxnChg>
        <pc:cxnChg chg="add del mod">
          <ac:chgData name="Chris Alvin" userId="1477fe7d-12c1-4dcd-b708-f1331679ff1c" providerId="ADAL" clId="{45F9C439-45B9-4AFF-9C50-25532634ECD6}" dt="2023-02-14T13:37:17.801" v="1732"/>
          <ac:cxnSpMkLst>
            <pc:docMk/>
            <pc:sldMk cId="205019521" sldId="454"/>
            <ac:cxnSpMk id="22" creationId="{C6874443-8A34-6A11-0750-48EA46EEFEC7}"/>
          </ac:cxnSpMkLst>
        </pc:cxnChg>
        <pc:cxnChg chg="add mod">
          <ac:chgData name="Chris Alvin" userId="1477fe7d-12c1-4dcd-b708-f1331679ff1c" providerId="ADAL" clId="{45F9C439-45B9-4AFF-9C50-25532634ECD6}" dt="2023-02-14T13:56:27.439" v="2259" actId="478"/>
          <ac:cxnSpMkLst>
            <pc:docMk/>
            <pc:sldMk cId="205019521" sldId="454"/>
            <ac:cxnSpMk id="25" creationId="{37B029FD-35C7-59F5-F17E-63EBE0ED4572}"/>
          </ac:cxnSpMkLst>
        </pc:cxnChg>
        <pc:cxnChg chg="add del mod">
          <ac:chgData name="Chris Alvin" userId="1477fe7d-12c1-4dcd-b708-f1331679ff1c" providerId="ADAL" clId="{45F9C439-45B9-4AFF-9C50-25532634ECD6}" dt="2023-02-14T13:38:33.504" v="1760" actId="478"/>
          <ac:cxnSpMkLst>
            <pc:docMk/>
            <pc:sldMk cId="205019521" sldId="454"/>
            <ac:cxnSpMk id="31" creationId="{83758669-22C3-8EA9-8387-845B07403C8B}"/>
          </ac:cxnSpMkLst>
        </pc:cxnChg>
        <pc:cxnChg chg="add del mod">
          <ac:chgData name="Chris Alvin" userId="1477fe7d-12c1-4dcd-b708-f1331679ff1c" providerId="ADAL" clId="{45F9C439-45B9-4AFF-9C50-25532634ECD6}" dt="2023-02-14T13:38:33.504" v="1760" actId="478"/>
          <ac:cxnSpMkLst>
            <pc:docMk/>
            <pc:sldMk cId="205019521" sldId="454"/>
            <ac:cxnSpMk id="32" creationId="{3ECAA2EF-49DF-4585-4C7B-400701F6D2AD}"/>
          </ac:cxnSpMkLst>
        </pc:cxnChg>
        <pc:cxnChg chg="add del mod">
          <ac:chgData name="Chris Alvin" userId="1477fe7d-12c1-4dcd-b708-f1331679ff1c" providerId="ADAL" clId="{45F9C439-45B9-4AFF-9C50-25532634ECD6}" dt="2023-02-14T13:38:33.504" v="1760" actId="478"/>
          <ac:cxnSpMkLst>
            <pc:docMk/>
            <pc:sldMk cId="205019521" sldId="454"/>
            <ac:cxnSpMk id="33" creationId="{6E41E905-574E-CCFC-9FDB-CACE1DD8FD66}"/>
          </ac:cxnSpMkLst>
        </pc:cxnChg>
        <pc:cxnChg chg="add mod">
          <ac:chgData name="Chris Alvin" userId="1477fe7d-12c1-4dcd-b708-f1331679ff1c" providerId="ADAL" clId="{45F9C439-45B9-4AFF-9C50-25532634ECD6}" dt="2023-02-14T13:56:27.439" v="2259" actId="478"/>
          <ac:cxnSpMkLst>
            <pc:docMk/>
            <pc:sldMk cId="205019521" sldId="454"/>
            <ac:cxnSpMk id="37" creationId="{319D4A5B-BB39-FE6B-7BF4-9C0369BFC084}"/>
          </ac:cxnSpMkLst>
        </pc:cxnChg>
        <pc:cxnChg chg="add mod">
          <ac:chgData name="Chris Alvin" userId="1477fe7d-12c1-4dcd-b708-f1331679ff1c" providerId="ADAL" clId="{45F9C439-45B9-4AFF-9C50-25532634ECD6}" dt="2023-02-14T13:56:27.439" v="2259" actId="478"/>
          <ac:cxnSpMkLst>
            <pc:docMk/>
            <pc:sldMk cId="205019521" sldId="454"/>
            <ac:cxnSpMk id="38" creationId="{6872EB41-ECF8-61DD-DDC2-4FE6463BDA50}"/>
          </ac:cxnSpMkLst>
        </pc:cxnChg>
        <pc:cxnChg chg="add del mod">
          <ac:chgData name="Chris Alvin" userId="1477fe7d-12c1-4dcd-b708-f1331679ff1c" providerId="ADAL" clId="{45F9C439-45B9-4AFF-9C50-25532634ECD6}" dt="2023-02-14T13:38:33.504" v="1760" actId="478"/>
          <ac:cxnSpMkLst>
            <pc:docMk/>
            <pc:sldMk cId="205019521" sldId="454"/>
            <ac:cxnSpMk id="39" creationId="{BB75AF4A-B30F-A8BD-13FA-2C27216A0E2A}"/>
          </ac:cxnSpMkLst>
        </pc:cxnChg>
        <pc:cxnChg chg="add del mod">
          <ac:chgData name="Chris Alvin" userId="1477fe7d-12c1-4dcd-b708-f1331679ff1c" providerId="ADAL" clId="{45F9C439-45B9-4AFF-9C50-25532634ECD6}" dt="2023-02-14T13:38:33.504" v="1760" actId="478"/>
          <ac:cxnSpMkLst>
            <pc:docMk/>
            <pc:sldMk cId="205019521" sldId="454"/>
            <ac:cxnSpMk id="40" creationId="{5E894595-FB78-E496-F865-FAFDFCB1D712}"/>
          </ac:cxnSpMkLst>
        </pc:cxnChg>
        <pc:cxnChg chg="add del mod">
          <ac:chgData name="Chris Alvin" userId="1477fe7d-12c1-4dcd-b708-f1331679ff1c" providerId="ADAL" clId="{45F9C439-45B9-4AFF-9C50-25532634ECD6}" dt="2023-02-14T13:38:33.504" v="1760" actId="478"/>
          <ac:cxnSpMkLst>
            <pc:docMk/>
            <pc:sldMk cId="205019521" sldId="454"/>
            <ac:cxnSpMk id="41" creationId="{AD0782AA-1A27-998D-D5C6-68CFBFDEB870}"/>
          </ac:cxnSpMkLst>
        </pc:cxnChg>
        <pc:cxnChg chg="add mod">
          <ac:chgData name="Chris Alvin" userId="1477fe7d-12c1-4dcd-b708-f1331679ff1c" providerId="ADAL" clId="{45F9C439-45B9-4AFF-9C50-25532634ECD6}" dt="2023-02-14T13:56:27.439" v="2259" actId="478"/>
          <ac:cxnSpMkLst>
            <pc:docMk/>
            <pc:sldMk cId="205019521" sldId="454"/>
            <ac:cxnSpMk id="51" creationId="{0B5710F5-DBFD-B17C-A27E-2CF53CFB1B42}"/>
          </ac:cxnSpMkLst>
        </pc:cxnChg>
        <pc:cxnChg chg="add mod">
          <ac:chgData name="Chris Alvin" userId="1477fe7d-12c1-4dcd-b708-f1331679ff1c" providerId="ADAL" clId="{45F9C439-45B9-4AFF-9C50-25532634ECD6}" dt="2023-02-14T13:56:27.439" v="2259" actId="478"/>
          <ac:cxnSpMkLst>
            <pc:docMk/>
            <pc:sldMk cId="205019521" sldId="454"/>
            <ac:cxnSpMk id="54" creationId="{9C70E0A9-AB1F-6148-5D9D-6887160902AC}"/>
          </ac:cxnSpMkLst>
        </pc:cxnChg>
        <pc:cxnChg chg="add del mod">
          <ac:chgData name="Chris Alvin" userId="1477fe7d-12c1-4dcd-b708-f1331679ff1c" providerId="ADAL" clId="{45F9C439-45B9-4AFF-9C50-25532634ECD6}" dt="2023-02-14T13:41:43.581" v="1995" actId="478"/>
          <ac:cxnSpMkLst>
            <pc:docMk/>
            <pc:sldMk cId="205019521" sldId="454"/>
            <ac:cxnSpMk id="55" creationId="{59552571-6762-FF52-A84C-4B6EA70362AF}"/>
          </ac:cxnSpMkLst>
        </pc:cxnChg>
        <pc:cxnChg chg="add mod">
          <ac:chgData name="Chris Alvin" userId="1477fe7d-12c1-4dcd-b708-f1331679ff1c" providerId="ADAL" clId="{45F9C439-45B9-4AFF-9C50-25532634ECD6}" dt="2023-02-14T13:56:27.439" v="2259" actId="478"/>
          <ac:cxnSpMkLst>
            <pc:docMk/>
            <pc:sldMk cId="205019521" sldId="454"/>
            <ac:cxnSpMk id="62" creationId="{EE5D64AF-D821-A0F7-105B-3BD9ECBEBBEA}"/>
          </ac:cxnSpMkLst>
        </pc:cxnChg>
        <pc:cxnChg chg="add mod">
          <ac:chgData name="Chris Alvin" userId="1477fe7d-12c1-4dcd-b708-f1331679ff1c" providerId="ADAL" clId="{45F9C439-45B9-4AFF-9C50-25532634ECD6}" dt="2023-02-14T13:56:27.439" v="2259" actId="478"/>
          <ac:cxnSpMkLst>
            <pc:docMk/>
            <pc:sldMk cId="205019521" sldId="454"/>
            <ac:cxnSpMk id="64" creationId="{DA81D3E5-4723-661F-62CF-AFA52566E2C5}"/>
          </ac:cxnSpMkLst>
        </pc:cxnChg>
        <pc:cxnChg chg="add mod">
          <ac:chgData name="Chris Alvin" userId="1477fe7d-12c1-4dcd-b708-f1331679ff1c" providerId="ADAL" clId="{45F9C439-45B9-4AFF-9C50-25532634ECD6}" dt="2023-02-14T13:56:27.439" v="2259" actId="478"/>
          <ac:cxnSpMkLst>
            <pc:docMk/>
            <pc:sldMk cId="205019521" sldId="454"/>
            <ac:cxnSpMk id="67" creationId="{D997D38E-8391-D38A-3875-486AE4A904F6}"/>
          </ac:cxnSpMkLst>
        </pc:cxnChg>
        <pc:cxnChg chg="add mod">
          <ac:chgData name="Chris Alvin" userId="1477fe7d-12c1-4dcd-b708-f1331679ff1c" providerId="ADAL" clId="{45F9C439-45B9-4AFF-9C50-25532634ECD6}" dt="2023-02-14T13:56:27.439" v="2259" actId="478"/>
          <ac:cxnSpMkLst>
            <pc:docMk/>
            <pc:sldMk cId="205019521" sldId="454"/>
            <ac:cxnSpMk id="69" creationId="{DBA95979-D861-B682-B9C3-629CF7E62F64}"/>
          </ac:cxnSpMkLst>
        </pc:cxnChg>
        <pc:cxnChg chg="add mod">
          <ac:chgData name="Chris Alvin" userId="1477fe7d-12c1-4dcd-b708-f1331679ff1c" providerId="ADAL" clId="{45F9C439-45B9-4AFF-9C50-25532634ECD6}" dt="2023-02-14T13:56:27.439" v="2259" actId="478"/>
          <ac:cxnSpMkLst>
            <pc:docMk/>
            <pc:sldMk cId="205019521" sldId="454"/>
            <ac:cxnSpMk id="73" creationId="{0F679509-414F-2A57-FDE9-E042632FB27A}"/>
          </ac:cxnSpMkLst>
        </pc:cxnChg>
        <pc:cxnChg chg="add mod">
          <ac:chgData name="Chris Alvin" userId="1477fe7d-12c1-4dcd-b708-f1331679ff1c" providerId="ADAL" clId="{45F9C439-45B9-4AFF-9C50-25532634ECD6}" dt="2023-02-14T13:56:27.439" v="2259" actId="478"/>
          <ac:cxnSpMkLst>
            <pc:docMk/>
            <pc:sldMk cId="205019521" sldId="454"/>
            <ac:cxnSpMk id="75" creationId="{A67F0390-DB5B-AF9F-AD4F-F5602903FC4C}"/>
          </ac:cxnSpMkLst>
        </pc:cxnChg>
        <pc:cxnChg chg="add mod">
          <ac:chgData name="Chris Alvin" userId="1477fe7d-12c1-4dcd-b708-f1331679ff1c" providerId="ADAL" clId="{45F9C439-45B9-4AFF-9C50-25532634ECD6}" dt="2023-02-14T13:56:27.439" v="2259" actId="478"/>
          <ac:cxnSpMkLst>
            <pc:docMk/>
            <pc:sldMk cId="205019521" sldId="454"/>
            <ac:cxnSpMk id="78" creationId="{1BB8DD7C-C888-C62A-8630-8886C6AFF921}"/>
          </ac:cxnSpMkLst>
        </pc:cxnChg>
        <pc:cxnChg chg="add mod">
          <ac:chgData name="Chris Alvin" userId="1477fe7d-12c1-4dcd-b708-f1331679ff1c" providerId="ADAL" clId="{45F9C439-45B9-4AFF-9C50-25532634ECD6}" dt="2023-02-14T13:56:27.439" v="2259" actId="478"/>
          <ac:cxnSpMkLst>
            <pc:docMk/>
            <pc:sldMk cId="205019521" sldId="454"/>
            <ac:cxnSpMk id="80" creationId="{EA38C91C-4F0A-FACA-9703-D10F01DB9B9C}"/>
          </ac:cxnSpMkLst>
        </pc:cxnChg>
        <pc:cxnChg chg="add mod">
          <ac:chgData name="Chris Alvin" userId="1477fe7d-12c1-4dcd-b708-f1331679ff1c" providerId="ADAL" clId="{45F9C439-45B9-4AFF-9C50-25532634ECD6}" dt="2023-02-14T13:56:27.439" v="2259" actId="478"/>
          <ac:cxnSpMkLst>
            <pc:docMk/>
            <pc:sldMk cId="205019521" sldId="454"/>
            <ac:cxnSpMk id="82" creationId="{12F775C3-EDA5-B60F-3DF1-20DC56C066E7}"/>
          </ac:cxnSpMkLst>
        </pc:cxnChg>
        <pc:cxnChg chg="add mod">
          <ac:chgData name="Chris Alvin" userId="1477fe7d-12c1-4dcd-b708-f1331679ff1c" providerId="ADAL" clId="{45F9C439-45B9-4AFF-9C50-25532634ECD6}" dt="2023-02-14T13:56:27.439" v="2259" actId="478"/>
          <ac:cxnSpMkLst>
            <pc:docMk/>
            <pc:sldMk cId="205019521" sldId="454"/>
            <ac:cxnSpMk id="84" creationId="{19F2E09B-94F5-42BB-7A65-4412863C2FB4}"/>
          </ac:cxnSpMkLst>
        </pc:cxnChg>
        <pc:cxnChg chg="add del mod">
          <ac:chgData name="Chris Alvin" userId="1477fe7d-12c1-4dcd-b708-f1331679ff1c" providerId="ADAL" clId="{45F9C439-45B9-4AFF-9C50-25532634ECD6}" dt="2023-02-14T13:50:34.436" v="2177" actId="478"/>
          <ac:cxnSpMkLst>
            <pc:docMk/>
            <pc:sldMk cId="205019521" sldId="454"/>
            <ac:cxnSpMk id="87" creationId="{37D277CA-6D46-4415-73CD-5164F7776BCD}"/>
          </ac:cxnSpMkLst>
        </pc:cxnChg>
        <pc:cxnChg chg="add del mod">
          <ac:chgData name="Chris Alvin" userId="1477fe7d-12c1-4dcd-b708-f1331679ff1c" providerId="ADAL" clId="{45F9C439-45B9-4AFF-9C50-25532634ECD6}" dt="2023-02-14T13:50:34.436" v="2177" actId="478"/>
          <ac:cxnSpMkLst>
            <pc:docMk/>
            <pc:sldMk cId="205019521" sldId="454"/>
            <ac:cxnSpMk id="89" creationId="{0B3836BA-B48F-7F1E-B6C0-7CF476D2A321}"/>
          </ac:cxnSpMkLst>
        </pc:cxnChg>
        <pc:cxnChg chg="add mod">
          <ac:chgData name="Chris Alvin" userId="1477fe7d-12c1-4dcd-b708-f1331679ff1c" providerId="ADAL" clId="{45F9C439-45B9-4AFF-9C50-25532634ECD6}" dt="2023-02-14T13:56:27.439" v="2259" actId="478"/>
          <ac:cxnSpMkLst>
            <pc:docMk/>
            <pc:sldMk cId="205019521" sldId="454"/>
            <ac:cxnSpMk id="119" creationId="{A262AD90-6189-5DAE-E5D4-8A1F45BD24C3}"/>
          </ac:cxnSpMkLst>
        </pc:cxnChg>
        <pc:cxnChg chg="add mod">
          <ac:chgData name="Chris Alvin" userId="1477fe7d-12c1-4dcd-b708-f1331679ff1c" providerId="ADAL" clId="{45F9C439-45B9-4AFF-9C50-25532634ECD6}" dt="2023-02-14T13:56:27.439" v="2259" actId="478"/>
          <ac:cxnSpMkLst>
            <pc:docMk/>
            <pc:sldMk cId="205019521" sldId="454"/>
            <ac:cxnSpMk id="122" creationId="{BC46EFFD-0D56-AE29-F9F8-93C054BBA08E}"/>
          </ac:cxnSpMkLst>
        </pc:cxnChg>
      </pc:sldChg>
      <pc:sldChg chg="addSp modSp add mod modAnim">
        <pc:chgData name="Chris Alvin" userId="1477fe7d-12c1-4dcd-b708-f1331679ff1c" providerId="ADAL" clId="{45F9C439-45B9-4AFF-9C50-25532634ECD6}" dt="2023-02-14T14:14:55.201" v="3147" actId="20577"/>
        <pc:sldMkLst>
          <pc:docMk/>
          <pc:sldMk cId="895025596" sldId="455"/>
        </pc:sldMkLst>
        <pc:spChg chg="add mod">
          <ac:chgData name="Chris Alvin" userId="1477fe7d-12c1-4dcd-b708-f1331679ff1c" providerId="ADAL" clId="{45F9C439-45B9-4AFF-9C50-25532634ECD6}" dt="2023-02-14T14:05:04.925" v="2457" actId="1076"/>
          <ac:spMkLst>
            <pc:docMk/>
            <pc:sldMk cId="895025596" sldId="455"/>
            <ac:spMk id="2" creationId="{A956AD96-BA2A-8317-613F-3A271971AFE2}"/>
          </ac:spMkLst>
        </pc:spChg>
        <pc:spChg chg="add mod">
          <ac:chgData name="Chris Alvin" userId="1477fe7d-12c1-4dcd-b708-f1331679ff1c" providerId="ADAL" clId="{45F9C439-45B9-4AFF-9C50-25532634ECD6}" dt="2023-02-14T14:05:00.117" v="2456" actId="1076"/>
          <ac:spMkLst>
            <pc:docMk/>
            <pc:sldMk cId="895025596" sldId="455"/>
            <ac:spMk id="3" creationId="{57FEDFFF-F3B7-0FEF-6881-325DD915CB7D}"/>
          </ac:spMkLst>
        </pc:spChg>
        <pc:spChg chg="mod">
          <ac:chgData name="Chris Alvin" userId="1477fe7d-12c1-4dcd-b708-f1331679ff1c" providerId="ADAL" clId="{45F9C439-45B9-4AFF-9C50-25532634ECD6}" dt="2023-02-14T14:14:55.201" v="3147" actId="20577"/>
          <ac:spMkLst>
            <pc:docMk/>
            <pc:sldMk cId="895025596" sldId="455"/>
            <ac:spMk id="5" creationId="{D0831A75-C734-F239-625A-5F6575587689}"/>
          </ac:spMkLst>
        </pc:spChg>
      </pc:sldChg>
      <pc:sldChg chg="add del">
        <pc:chgData name="Chris Alvin" userId="1477fe7d-12c1-4dcd-b708-f1331679ff1c" providerId="ADAL" clId="{45F9C439-45B9-4AFF-9C50-25532634ECD6}" dt="2023-02-14T14:06:31.702" v="2481"/>
        <pc:sldMkLst>
          <pc:docMk/>
          <pc:sldMk cId="97912161" sldId="456"/>
        </pc:sldMkLst>
      </pc:sldChg>
      <pc:sldChg chg="addSp delSp modSp add mod delAnim modAnim">
        <pc:chgData name="Chris Alvin" userId="1477fe7d-12c1-4dcd-b708-f1331679ff1c" providerId="ADAL" clId="{45F9C439-45B9-4AFF-9C50-25532634ECD6}" dt="2023-02-14T14:12:52.260" v="3064" actId="14100"/>
        <pc:sldMkLst>
          <pc:docMk/>
          <pc:sldMk cId="2812581051" sldId="456"/>
        </pc:sldMkLst>
        <pc:spChg chg="del">
          <ac:chgData name="Chris Alvin" userId="1477fe7d-12c1-4dcd-b708-f1331679ff1c" providerId="ADAL" clId="{45F9C439-45B9-4AFF-9C50-25532634ECD6}" dt="2023-02-14T14:07:03.795" v="2537" actId="478"/>
          <ac:spMkLst>
            <pc:docMk/>
            <pc:sldMk cId="2812581051" sldId="456"/>
            <ac:spMk id="2" creationId="{D6FDB000-4A98-2D60-0C7D-49CE843860B4}"/>
          </ac:spMkLst>
        </pc:spChg>
        <pc:spChg chg="del">
          <ac:chgData name="Chris Alvin" userId="1477fe7d-12c1-4dcd-b708-f1331679ff1c" providerId="ADAL" clId="{45F9C439-45B9-4AFF-9C50-25532634ECD6}" dt="2023-02-14T14:07:01.518" v="2536" actId="478"/>
          <ac:spMkLst>
            <pc:docMk/>
            <pc:sldMk cId="2812581051" sldId="456"/>
            <ac:spMk id="3" creationId="{B23ACD24-0834-47AE-064D-FBD8BFF08DCF}"/>
          </ac:spMkLst>
        </pc:spChg>
        <pc:spChg chg="mod">
          <ac:chgData name="Chris Alvin" userId="1477fe7d-12c1-4dcd-b708-f1331679ff1c" providerId="ADAL" clId="{45F9C439-45B9-4AFF-9C50-25532634ECD6}" dt="2023-02-14T14:12:52.260" v="3064" actId="14100"/>
          <ac:spMkLst>
            <pc:docMk/>
            <pc:sldMk cId="2812581051" sldId="456"/>
            <ac:spMk id="4" creationId="{00000000-0000-0000-0000-000000000000}"/>
          </ac:spMkLst>
        </pc:spChg>
        <pc:spChg chg="mod">
          <ac:chgData name="Chris Alvin" userId="1477fe7d-12c1-4dcd-b708-f1331679ff1c" providerId="ADAL" clId="{45F9C439-45B9-4AFF-9C50-25532634ECD6}" dt="2023-02-14T14:11:57.408" v="3055" actId="404"/>
          <ac:spMkLst>
            <pc:docMk/>
            <pc:sldMk cId="2812581051" sldId="456"/>
            <ac:spMk id="5" creationId="{9423C297-A808-77EB-78FE-53F36C2E8D35}"/>
          </ac:spMkLst>
        </pc:spChg>
        <pc:spChg chg="del">
          <ac:chgData name="Chris Alvin" userId="1477fe7d-12c1-4dcd-b708-f1331679ff1c" providerId="ADAL" clId="{45F9C439-45B9-4AFF-9C50-25532634ECD6}" dt="2023-02-14T14:07:01.518" v="2536" actId="478"/>
          <ac:spMkLst>
            <pc:docMk/>
            <pc:sldMk cId="2812581051" sldId="456"/>
            <ac:spMk id="6" creationId="{071C4385-18D4-3373-53BB-60296D32FA26}"/>
          </ac:spMkLst>
        </pc:spChg>
        <pc:spChg chg="del">
          <ac:chgData name="Chris Alvin" userId="1477fe7d-12c1-4dcd-b708-f1331679ff1c" providerId="ADAL" clId="{45F9C439-45B9-4AFF-9C50-25532634ECD6}" dt="2023-02-14T14:07:01.518" v="2536" actId="478"/>
          <ac:spMkLst>
            <pc:docMk/>
            <pc:sldMk cId="2812581051" sldId="456"/>
            <ac:spMk id="7" creationId="{F4DE5E88-B3A1-E560-9A89-0A0BF0728511}"/>
          </ac:spMkLst>
        </pc:spChg>
        <pc:spChg chg="del">
          <ac:chgData name="Chris Alvin" userId="1477fe7d-12c1-4dcd-b708-f1331679ff1c" providerId="ADAL" clId="{45F9C439-45B9-4AFF-9C50-25532634ECD6}" dt="2023-02-14T14:07:01.518" v="2536" actId="478"/>
          <ac:spMkLst>
            <pc:docMk/>
            <pc:sldMk cId="2812581051" sldId="456"/>
            <ac:spMk id="8" creationId="{2D88438F-5099-4B9A-7F93-BE703EF43835}"/>
          </ac:spMkLst>
        </pc:spChg>
        <pc:spChg chg="del">
          <ac:chgData name="Chris Alvin" userId="1477fe7d-12c1-4dcd-b708-f1331679ff1c" providerId="ADAL" clId="{45F9C439-45B9-4AFF-9C50-25532634ECD6}" dt="2023-02-14T14:07:01.518" v="2536" actId="478"/>
          <ac:spMkLst>
            <pc:docMk/>
            <pc:sldMk cId="2812581051" sldId="456"/>
            <ac:spMk id="9" creationId="{C1A23B51-0B80-1626-DDB0-139665B7AC7A}"/>
          </ac:spMkLst>
        </pc:spChg>
        <pc:spChg chg="del">
          <ac:chgData name="Chris Alvin" userId="1477fe7d-12c1-4dcd-b708-f1331679ff1c" providerId="ADAL" clId="{45F9C439-45B9-4AFF-9C50-25532634ECD6}" dt="2023-02-14T14:07:01.518" v="2536" actId="478"/>
          <ac:spMkLst>
            <pc:docMk/>
            <pc:sldMk cId="2812581051" sldId="456"/>
            <ac:spMk id="10" creationId="{96FEAB75-ADEF-16C5-1371-BEB10002183E}"/>
          </ac:spMkLst>
        </pc:spChg>
        <pc:spChg chg="add mod">
          <ac:chgData name="Chris Alvin" userId="1477fe7d-12c1-4dcd-b708-f1331679ff1c" providerId="ADAL" clId="{45F9C439-45B9-4AFF-9C50-25532634ECD6}" dt="2023-02-14T14:11:57.408" v="3055" actId="404"/>
          <ac:spMkLst>
            <pc:docMk/>
            <pc:sldMk cId="2812581051" sldId="456"/>
            <ac:spMk id="11" creationId="{2E31FB10-71CE-6FF9-17DB-F00D7CC3A4A2}"/>
          </ac:spMkLst>
        </pc:spChg>
        <pc:spChg chg="add mod">
          <ac:chgData name="Chris Alvin" userId="1477fe7d-12c1-4dcd-b708-f1331679ff1c" providerId="ADAL" clId="{45F9C439-45B9-4AFF-9C50-25532634ECD6}" dt="2023-02-14T14:11:57.408" v="3055" actId="404"/>
          <ac:spMkLst>
            <pc:docMk/>
            <pc:sldMk cId="2812581051" sldId="456"/>
            <ac:spMk id="12" creationId="{159EB2D1-D6FA-EEFC-DE39-1EFBBBF51D87}"/>
          </ac:spMkLst>
        </pc:spChg>
        <pc:spChg chg="add mod">
          <ac:chgData name="Chris Alvin" userId="1477fe7d-12c1-4dcd-b708-f1331679ff1c" providerId="ADAL" clId="{45F9C439-45B9-4AFF-9C50-25532634ECD6}" dt="2023-02-14T14:11:57.408" v="3055" actId="404"/>
          <ac:spMkLst>
            <pc:docMk/>
            <pc:sldMk cId="2812581051" sldId="456"/>
            <ac:spMk id="15" creationId="{9D004FB4-07D2-12FB-124F-C4358EC5E8D3}"/>
          </ac:spMkLst>
        </pc:spChg>
      </pc:sldChg>
      <pc:sldChg chg="addSp delSp modSp add mod">
        <pc:chgData name="Chris Alvin" userId="1477fe7d-12c1-4dcd-b708-f1331679ff1c" providerId="ADAL" clId="{45F9C439-45B9-4AFF-9C50-25532634ECD6}" dt="2023-02-14T18:38:15.446" v="4694" actId="20577"/>
        <pc:sldMkLst>
          <pc:docMk/>
          <pc:sldMk cId="946723440" sldId="457"/>
        </pc:sldMkLst>
        <pc:spChg chg="add del">
          <ac:chgData name="Chris Alvin" userId="1477fe7d-12c1-4dcd-b708-f1331679ff1c" providerId="ADAL" clId="{45F9C439-45B9-4AFF-9C50-25532634ECD6}" dt="2023-02-14T16:40:04.996" v="3871" actId="22"/>
          <ac:spMkLst>
            <pc:docMk/>
            <pc:sldMk cId="946723440" sldId="457"/>
            <ac:spMk id="3" creationId="{B71FC6DC-DA52-48B0-8129-3FD0B8C64BAB}"/>
          </ac:spMkLst>
        </pc:spChg>
        <pc:spChg chg="mod">
          <ac:chgData name="Chris Alvin" userId="1477fe7d-12c1-4dcd-b708-f1331679ff1c" providerId="ADAL" clId="{45F9C439-45B9-4AFF-9C50-25532634ECD6}" dt="2023-02-14T17:05:34.603" v="4092" actId="2711"/>
          <ac:spMkLst>
            <pc:docMk/>
            <pc:sldMk cId="946723440" sldId="457"/>
            <ac:spMk id="4" creationId="{00000000-0000-0000-0000-000000000000}"/>
          </ac:spMkLst>
        </pc:spChg>
        <pc:spChg chg="add mod">
          <ac:chgData name="Chris Alvin" userId="1477fe7d-12c1-4dcd-b708-f1331679ff1c" providerId="ADAL" clId="{45F9C439-45B9-4AFF-9C50-25532634ECD6}" dt="2023-02-14T17:05:03.730" v="4056" actId="20577"/>
          <ac:spMkLst>
            <pc:docMk/>
            <pc:sldMk cId="946723440" sldId="457"/>
            <ac:spMk id="6" creationId="{D855325E-C0C9-0700-609C-062FDC6A3CBA}"/>
          </ac:spMkLst>
        </pc:spChg>
        <pc:spChg chg="add mod">
          <ac:chgData name="Chris Alvin" userId="1477fe7d-12c1-4dcd-b708-f1331679ff1c" providerId="ADAL" clId="{45F9C439-45B9-4AFF-9C50-25532634ECD6}" dt="2023-02-14T18:36:28.347" v="4687" actId="1076"/>
          <ac:spMkLst>
            <pc:docMk/>
            <pc:sldMk cId="946723440" sldId="457"/>
            <ac:spMk id="7" creationId="{C1C791B2-361A-C1EA-165C-F9A0A8174EBD}"/>
          </ac:spMkLst>
        </pc:spChg>
        <pc:spChg chg="mod topLvl">
          <ac:chgData name="Chris Alvin" userId="1477fe7d-12c1-4dcd-b708-f1331679ff1c" providerId="ADAL" clId="{45F9C439-45B9-4AFF-9C50-25532634ECD6}" dt="2023-02-14T18:38:15.446" v="4694" actId="20577"/>
          <ac:spMkLst>
            <pc:docMk/>
            <pc:sldMk cId="946723440" sldId="457"/>
            <ac:spMk id="12" creationId="{FA2B74F3-9BBB-6827-3324-DE991BAFF529}"/>
          </ac:spMkLst>
        </pc:spChg>
        <pc:spChg chg="add del">
          <ac:chgData name="Chris Alvin" userId="1477fe7d-12c1-4dcd-b708-f1331679ff1c" providerId="ADAL" clId="{45F9C439-45B9-4AFF-9C50-25532634ECD6}" dt="2023-02-14T17:11:08.870" v="4275"/>
          <ac:spMkLst>
            <pc:docMk/>
            <pc:sldMk cId="946723440" sldId="457"/>
            <ac:spMk id="14" creationId="{2C50D15D-ACC0-A3AC-6798-1F063C3A2D81}"/>
          </ac:spMkLst>
        </pc:spChg>
        <pc:spChg chg="mod">
          <ac:chgData name="Chris Alvin" userId="1477fe7d-12c1-4dcd-b708-f1331679ff1c" providerId="ADAL" clId="{45F9C439-45B9-4AFF-9C50-25532634ECD6}" dt="2023-02-14T17:10:04.406" v="4272" actId="1076"/>
          <ac:spMkLst>
            <pc:docMk/>
            <pc:sldMk cId="946723440" sldId="457"/>
            <ac:spMk id="141" creationId="{2755227C-2F51-F9E1-23B2-3A9ECDB3C8B0}"/>
          </ac:spMkLst>
        </pc:spChg>
        <pc:spChg chg="del">
          <ac:chgData name="Chris Alvin" userId="1477fe7d-12c1-4dcd-b708-f1331679ff1c" providerId="ADAL" clId="{45F9C439-45B9-4AFF-9C50-25532634ECD6}" dt="2023-02-14T14:51:40.331" v="3868" actId="478"/>
          <ac:spMkLst>
            <pc:docMk/>
            <pc:sldMk cId="946723440" sldId="457"/>
            <ac:spMk id="142" creationId="{34F2C832-6F2A-707C-CC3F-CDADF263D36F}"/>
          </ac:spMkLst>
        </pc:spChg>
        <pc:spChg chg="del">
          <ac:chgData name="Chris Alvin" userId="1477fe7d-12c1-4dcd-b708-f1331679ff1c" providerId="ADAL" clId="{45F9C439-45B9-4AFF-9C50-25532634ECD6}" dt="2023-02-14T14:51:40.331" v="3868" actId="478"/>
          <ac:spMkLst>
            <pc:docMk/>
            <pc:sldMk cId="946723440" sldId="457"/>
            <ac:spMk id="144" creationId="{81AF9A4E-A977-C3F4-E6A3-209D29F43489}"/>
          </ac:spMkLst>
        </pc:spChg>
        <pc:spChg chg="del">
          <ac:chgData name="Chris Alvin" userId="1477fe7d-12c1-4dcd-b708-f1331679ff1c" providerId="ADAL" clId="{45F9C439-45B9-4AFF-9C50-25532634ECD6}" dt="2023-02-14T14:51:40.331" v="3868" actId="478"/>
          <ac:spMkLst>
            <pc:docMk/>
            <pc:sldMk cId="946723440" sldId="457"/>
            <ac:spMk id="145" creationId="{533BFC77-BE19-F6C6-EF54-FD28EFF3635F}"/>
          </ac:spMkLst>
        </pc:spChg>
        <pc:spChg chg="del">
          <ac:chgData name="Chris Alvin" userId="1477fe7d-12c1-4dcd-b708-f1331679ff1c" providerId="ADAL" clId="{45F9C439-45B9-4AFF-9C50-25532634ECD6}" dt="2023-02-14T14:51:40.331" v="3868" actId="478"/>
          <ac:spMkLst>
            <pc:docMk/>
            <pc:sldMk cId="946723440" sldId="457"/>
            <ac:spMk id="146" creationId="{408E4003-0439-1E87-BA3E-89D82EC7E84B}"/>
          </ac:spMkLst>
        </pc:spChg>
        <pc:spChg chg="del">
          <ac:chgData name="Chris Alvin" userId="1477fe7d-12c1-4dcd-b708-f1331679ff1c" providerId="ADAL" clId="{45F9C439-45B9-4AFF-9C50-25532634ECD6}" dt="2023-02-14T14:51:40.331" v="3868" actId="478"/>
          <ac:spMkLst>
            <pc:docMk/>
            <pc:sldMk cId="946723440" sldId="457"/>
            <ac:spMk id="147" creationId="{84ABF172-A23E-80E3-C6F8-58146FA2CFF8}"/>
          </ac:spMkLst>
        </pc:spChg>
        <pc:spChg chg="del">
          <ac:chgData name="Chris Alvin" userId="1477fe7d-12c1-4dcd-b708-f1331679ff1c" providerId="ADAL" clId="{45F9C439-45B9-4AFF-9C50-25532634ECD6}" dt="2023-02-14T14:51:40.331" v="3868" actId="478"/>
          <ac:spMkLst>
            <pc:docMk/>
            <pc:sldMk cId="946723440" sldId="457"/>
            <ac:spMk id="148" creationId="{58A089DC-B3A8-6232-9473-42C1D991DFF0}"/>
          </ac:spMkLst>
        </pc:spChg>
        <pc:spChg chg="del">
          <ac:chgData name="Chris Alvin" userId="1477fe7d-12c1-4dcd-b708-f1331679ff1c" providerId="ADAL" clId="{45F9C439-45B9-4AFF-9C50-25532634ECD6}" dt="2023-02-14T14:51:44.107" v="3869" actId="478"/>
          <ac:spMkLst>
            <pc:docMk/>
            <pc:sldMk cId="946723440" sldId="457"/>
            <ac:spMk id="149" creationId="{9263238A-5A37-E49D-8B9E-4900A079A884}"/>
          </ac:spMkLst>
        </pc:spChg>
        <pc:spChg chg="del">
          <ac:chgData name="Chris Alvin" userId="1477fe7d-12c1-4dcd-b708-f1331679ff1c" providerId="ADAL" clId="{45F9C439-45B9-4AFF-9C50-25532634ECD6}" dt="2023-02-14T14:51:44.107" v="3869" actId="478"/>
          <ac:spMkLst>
            <pc:docMk/>
            <pc:sldMk cId="946723440" sldId="457"/>
            <ac:spMk id="150" creationId="{31B19547-CC64-90CF-6490-A3FBC6F9A5DE}"/>
          </ac:spMkLst>
        </pc:spChg>
        <pc:spChg chg="del">
          <ac:chgData name="Chris Alvin" userId="1477fe7d-12c1-4dcd-b708-f1331679ff1c" providerId="ADAL" clId="{45F9C439-45B9-4AFF-9C50-25532634ECD6}" dt="2023-02-14T14:51:44.107" v="3869" actId="478"/>
          <ac:spMkLst>
            <pc:docMk/>
            <pc:sldMk cId="946723440" sldId="457"/>
            <ac:spMk id="151" creationId="{B1C11395-E2F4-5287-569B-596099F2456D}"/>
          </ac:spMkLst>
        </pc:spChg>
        <pc:grpChg chg="add mod">
          <ac:chgData name="Chris Alvin" userId="1477fe7d-12c1-4dcd-b708-f1331679ff1c" providerId="ADAL" clId="{45F9C439-45B9-4AFF-9C50-25532634ECD6}" dt="2023-02-14T17:09:41.785" v="4269" actId="164"/>
          <ac:grpSpMkLst>
            <pc:docMk/>
            <pc:sldMk cId="946723440" sldId="457"/>
            <ac:grpSpMk id="10" creationId="{71730958-D0CC-7B1C-AB26-9792579DE326}"/>
          </ac:grpSpMkLst>
        </pc:grpChg>
        <pc:grpChg chg="add del mod">
          <ac:chgData name="Chris Alvin" userId="1477fe7d-12c1-4dcd-b708-f1331679ff1c" providerId="ADAL" clId="{45F9C439-45B9-4AFF-9C50-25532634ECD6}" dt="2023-02-14T17:12:15.694" v="4323" actId="165"/>
          <ac:grpSpMkLst>
            <pc:docMk/>
            <pc:sldMk cId="946723440" sldId="457"/>
            <ac:grpSpMk id="11" creationId="{7ABBDBED-8B9D-C42E-64D5-FE4EFE074D96}"/>
          </ac:grpSpMkLst>
        </pc:grpChg>
        <pc:grpChg chg="add mod">
          <ac:chgData name="Chris Alvin" userId="1477fe7d-12c1-4dcd-b708-f1331679ff1c" providerId="ADAL" clId="{45F9C439-45B9-4AFF-9C50-25532634ECD6}" dt="2023-02-14T17:12:23.346" v="4325" actId="1076"/>
          <ac:grpSpMkLst>
            <pc:docMk/>
            <pc:sldMk cId="946723440" sldId="457"/>
            <ac:grpSpMk id="18" creationId="{C0177D53-9A4A-0F5E-FD09-821E7F7D75D6}"/>
          </ac:grpSpMkLst>
        </pc:grpChg>
        <pc:cxnChg chg="add mod">
          <ac:chgData name="Chris Alvin" userId="1477fe7d-12c1-4dcd-b708-f1331679ff1c" providerId="ADAL" clId="{45F9C439-45B9-4AFF-9C50-25532634ECD6}" dt="2023-02-14T17:09:41.785" v="4269" actId="164"/>
          <ac:cxnSpMkLst>
            <pc:docMk/>
            <pc:sldMk cId="946723440" sldId="457"/>
            <ac:cxnSpMk id="9" creationId="{DE68CB7E-F5D3-1C0C-B5BF-548FC79510B1}"/>
          </ac:cxnSpMkLst>
        </pc:cxnChg>
        <pc:cxnChg chg="mod topLvl">
          <ac:chgData name="Chris Alvin" userId="1477fe7d-12c1-4dcd-b708-f1331679ff1c" providerId="ADAL" clId="{45F9C439-45B9-4AFF-9C50-25532634ECD6}" dt="2023-02-14T17:12:52.951" v="4331" actId="14100"/>
          <ac:cxnSpMkLst>
            <pc:docMk/>
            <pc:sldMk cId="946723440" sldId="457"/>
            <ac:cxnSpMk id="13" creationId="{006ED757-4D4C-E730-C66F-D9288D3E2CC2}"/>
          </ac:cxnSpMkLst>
        </pc:cxnChg>
      </pc:sldChg>
      <pc:sldChg chg="addSp delSp modSp add mod modAnim">
        <pc:chgData name="Chris Alvin" userId="1477fe7d-12c1-4dcd-b708-f1331679ff1c" providerId="ADAL" clId="{45F9C439-45B9-4AFF-9C50-25532634ECD6}" dt="2023-02-14T17:58:41.112" v="4640" actId="1076"/>
        <pc:sldMkLst>
          <pc:docMk/>
          <pc:sldMk cId="1066464949" sldId="458"/>
        </pc:sldMkLst>
        <pc:spChg chg="add del mod">
          <ac:chgData name="Chris Alvin" userId="1477fe7d-12c1-4dcd-b708-f1331679ff1c" providerId="ADAL" clId="{45F9C439-45B9-4AFF-9C50-25532634ECD6}" dt="2023-02-14T17:34:11.232" v="4335" actId="478"/>
          <ac:spMkLst>
            <pc:docMk/>
            <pc:sldMk cId="1066464949" sldId="458"/>
            <ac:spMk id="2" creationId="{3F7F2CAB-3E49-E403-BFA3-899E7D09BBA6}"/>
          </ac:spMkLst>
        </pc:spChg>
        <pc:spChg chg="mod">
          <ac:chgData name="Chris Alvin" userId="1477fe7d-12c1-4dcd-b708-f1331679ff1c" providerId="ADAL" clId="{45F9C439-45B9-4AFF-9C50-25532634ECD6}" dt="2023-02-14T17:06:08.324" v="4095" actId="120"/>
          <ac:spMkLst>
            <pc:docMk/>
            <pc:sldMk cId="1066464949" sldId="458"/>
            <ac:spMk id="4" creationId="{00000000-0000-0000-0000-000000000000}"/>
          </ac:spMkLst>
        </pc:spChg>
        <pc:spChg chg="add del mod">
          <ac:chgData name="Chris Alvin" userId="1477fe7d-12c1-4dcd-b708-f1331679ff1c" providerId="ADAL" clId="{45F9C439-45B9-4AFF-9C50-25532634ECD6}" dt="2023-02-14T17:34:06.016" v="4334" actId="478"/>
          <ac:spMkLst>
            <pc:docMk/>
            <pc:sldMk cId="1066464949" sldId="458"/>
            <ac:spMk id="5" creationId="{BE2FCC09-553D-1D15-E875-C7EEF1DABEF8}"/>
          </ac:spMkLst>
        </pc:spChg>
        <pc:spChg chg="mod">
          <ac:chgData name="Chris Alvin" userId="1477fe7d-12c1-4dcd-b708-f1331679ff1c" providerId="ADAL" clId="{45F9C439-45B9-4AFF-9C50-25532634ECD6}" dt="2023-02-14T17:07:18.385" v="4224" actId="1076"/>
          <ac:spMkLst>
            <pc:docMk/>
            <pc:sldMk cId="1066464949" sldId="458"/>
            <ac:spMk id="6" creationId="{D855325E-C0C9-0700-609C-062FDC6A3CBA}"/>
          </ac:spMkLst>
        </pc:spChg>
        <pc:spChg chg="del mod">
          <ac:chgData name="Chris Alvin" userId="1477fe7d-12c1-4dcd-b708-f1331679ff1c" providerId="ADAL" clId="{45F9C439-45B9-4AFF-9C50-25532634ECD6}" dt="2023-02-14T17:34:36.112" v="4343" actId="478"/>
          <ac:spMkLst>
            <pc:docMk/>
            <pc:sldMk cId="1066464949" sldId="458"/>
            <ac:spMk id="8" creationId="{F651FBA0-56D3-2BA6-5664-4F771FB94341}"/>
          </ac:spMkLst>
        </pc:spChg>
        <pc:spChg chg="del mod">
          <ac:chgData name="Chris Alvin" userId="1477fe7d-12c1-4dcd-b708-f1331679ff1c" providerId="ADAL" clId="{45F9C439-45B9-4AFF-9C50-25532634ECD6}" dt="2023-02-14T17:34:33.319" v="4342" actId="478"/>
          <ac:spMkLst>
            <pc:docMk/>
            <pc:sldMk cId="1066464949" sldId="458"/>
            <ac:spMk id="9" creationId="{182FBA22-AE58-4CFB-2946-6840CFD83A07}"/>
          </ac:spMkLst>
        </pc:spChg>
        <pc:spChg chg="mod topLvl">
          <ac:chgData name="Chris Alvin" userId="1477fe7d-12c1-4dcd-b708-f1331679ff1c" providerId="ADAL" clId="{45F9C439-45B9-4AFF-9C50-25532634ECD6}" dt="2023-02-14T17:53:12.813" v="4616" actId="1076"/>
          <ac:spMkLst>
            <pc:docMk/>
            <pc:sldMk cId="1066464949" sldId="458"/>
            <ac:spMk id="10" creationId="{2E850508-28E7-7A6B-BAED-53E88038B124}"/>
          </ac:spMkLst>
        </pc:spChg>
        <pc:spChg chg="mod topLvl">
          <ac:chgData name="Chris Alvin" userId="1477fe7d-12c1-4dcd-b708-f1331679ff1c" providerId="ADAL" clId="{45F9C439-45B9-4AFF-9C50-25532634ECD6}" dt="2023-02-14T17:40:06.282" v="4467" actId="164"/>
          <ac:spMkLst>
            <pc:docMk/>
            <pc:sldMk cId="1066464949" sldId="458"/>
            <ac:spMk id="11" creationId="{ECAE4186-D319-9385-8CEE-5CFB6108CF7E}"/>
          </ac:spMkLst>
        </pc:spChg>
        <pc:spChg chg="mod topLvl">
          <ac:chgData name="Chris Alvin" userId="1477fe7d-12c1-4dcd-b708-f1331679ff1c" providerId="ADAL" clId="{45F9C439-45B9-4AFF-9C50-25532634ECD6}" dt="2023-02-14T17:40:06.282" v="4467" actId="164"/>
          <ac:spMkLst>
            <pc:docMk/>
            <pc:sldMk cId="1066464949" sldId="458"/>
            <ac:spMk id="12" creationId="{7FE8EFA0-C821-5FC2-0D40-92CE6E0002A5}"/>
          </ac:spMkLst>
        </pc:spChg>
        <pc:spChg chg="mod topLvl">
          <ac:chgData name="Chris Alvin" userId="1477fe7d-12c1-4dcd-b708-f1331679ff1c" providerId="ADAL" clId="{45F9C439-45B9-4AFF-9C50-25532634ECD6}" dt="2023-02-14T17:40:06.282" v="4467" actId="164"/>
          <ac:spMkLst>
            <pc:docMk/>
            <pc:sldMk cId="1066464949" sldId="458"/>
            <ac:spMk id="14" creationId="{49453905-7ED7-FD61-ABC2-3A13A52731D9}"/>
          </ac:spMkLst>
        </pc:spChg>
        <pc:spChg chg="add mod">
          <ac:chgData name="Chris Alvin" userId="1477fe7d-12c1-4dcd-b708-f1331679ff1c" providerId="ADAL" clId="{45F9C439-45B9-4AFF-9C50-25532634ECD6}" dt="2023-02-14T17:53:35.111" v="4617" actId="1076"/>
          <ac:spMkLst>
            <pc:docMk/>
            <pc:sldMk cId="1066464949" sldId="458"/>
            <ac:spMk id="16" creationId="{79756376-B355-3FFE-7247-C16594078678}"/>
          </ac:spMkLst>
        </pc:spChg>
        <pc:spChg chg="add mod">
          <ac:chgData name="Chris Alvin" userId="1477fe7d-12c1-4dcd-b708-f1331679ff1c" providerId="ADAL" clId="{45F9C439-45B9-4AFF-9C50-25532634ECD6}" dt="2023-02-14T17:53:46.369" v="4619" actId="1076"/>
          <ac:spMkLst>
            <pc:docMk/>
            <pc:sldMk cId="1066464949" sldId="458"/>
            <ac:spMk id="17" creationId="{77A9A057-0C8B-BC60-B198-5FAE865C082D}"/>
          </ac:spMkLst>
        </pc:spChg>
        <pc:spChg chg="add mod">
          <ac:chgData name="Chris Alvin" userId="1477fe7d-12c1-4dcd-b708-f1331679ff1c" providerId="ADAL" clId="{45F9C439-45B9-4AFF-9C50-25532634ECD6}" dt="2023-02-14T17:39:41.141" v="4457" actId="1076"/>
          <ac:spMkLst>
            <pc:docMk/>
            <pc:sldMk cId="1066464949" sldId="458"/>
            <ac:spMk id="18" creationId="{A17117F9-689E-820F-D8B6-B0F95BEA5704}"/>
          </ac:spMkLst>
        </pc:spChg>
        <pc:spChg chg="add mod">
          <ac:chgData name="Chris Alvin" userId="1477fe7d-12c1-4dcd-b708-f1331679ff1c" providerId="ADAL" clId="{45F9C439-45B9-4AFF-9C50-25532634ECD6}" dt="2023-02-14T17:54:02.857" v="4623" actId="1076"/>
          <ac:spMkLst>
            <pc:docMk/>
            <pc:sldMk cId="1066464949" sldId="458"/>
            <ac:spMk id="19" creationId="{F1EE9477-F67C-BF2B-6DB4-4B315EE0A020}"/>
          </ac:spMkLst>
        </pc:spChg>
        <pc:spChg chg="mod">
          <ac:chgData name="Chris Alvin" userId="1477fe7d-12c1-4dcd-b708-f1331679ff1c" providerId="ADAL" clId="{45F9C439-45B9-4AFF-9C50-25532634ECD6}" dt="2023-02-14T17:44:03.992" v="4555" actId="14100"/>
          <ac:spMkLst>
            <pc:docMk/>
            <pc:sldMk cId="1066464949" sldId="458"/>
            <ac:spMk id="28" creationId="{7D8AF659-A728-2E6B-823F-3729D05FA36D}"/>
          </ac:spMkLst>
        </pc:spChg>
        <pc:spChg chg="add del mod">
          <ac:chgData name="Chris Alvin" userId="1477fe7d-12c1-4dcd-b708-f1331679ff1c" providerId="ADAL" clId="{45F9C439-45B9-4AFF-9C50-25532634ECD6}" dt="2023-02-14T17:45:07.886" v="4558" actId="478"/>
          <ac:spMkLst>
            <pc:docMk/>
            <pc:sldMk cId="1066464949" sldId="458"/>
            <ac:spMk id="35" creationId="{16600CFF-AA2D-B95C-7199-48166C65BE23}"/>
          </ac:spMkLst>
        </pc:spChg>
        <pc:spChg chg="add mod">
          <ac:chgData name="Chris Alvin" userId="1477fe7d-12c1-4dcd-b708-f1331679ff1c" providerId="ADAL" clId="{45F9C439-45B9-4AFF-9C50-25532634ECD6}" dt="2023-02-14T17:53:07.757" v="4615" actId="404"/>
          <ac:spMkLst>
            <pc:docMk/>
            <pc:sldMk cId="1066464949" sldId="458"/>
            <ac:spMk id="36" creationId="{61BCA188-13B2-F462-FF56-0C95DE5462B7}"/>
          </ac:spMkLst>
        </pc:spChg>
        <pc:spChg chg="mod">
          <ac:chgData name="Chris Alvin" userId="1477fe7d-12c1-4dcd-b708-f1331679ff1c" providerId="ADAL" clId="{45F9C439-45B9-4AFF-9C50-25532634ECD6}" dt="2023-02-14T17:45:08.396" v="4559"/>
          <ac:spMkLst>
            <pc:docMk/>
            <pc:sldMk cId="1066464949" sldId="458"/>
            <ac:spMk id="38" creationId="{C07FF174-BEEB-A33E-FDC9-0AD31829CEF6}"/>
          </ac:spMkLst>
        </pc:spChg>
        <pc:spChg chg="mod">
          <ac:chgData name="Chris Alvin" userId="1477fe7d-12c1-4dcd-b708-f1331679ff1c" providerId="ADAL" clId="{45F9C439-45B9-4AFF-9C50-25532634ECD6}" dt="2023-02-14T17:45:08.396" v="4559"/>
          <ac:spMkLst>
            <pc:docMk/>
            <pc:sldMk cId="1066464949" sldId="458"/>
            <ac:spMk id="40" creationId="{90716C68-7EBA-96BA-B8E0-9076D99D983D}"/>
          </ac:spMkLst>
        </pc:spChg>
        <pc:spChg chg="mod">
          <ac:chgData name="Chris Alvin" userId="1477fe7d-12c1-4dcd-b708-f1331679ff1c" providerId="ADAL" clId="{45F9C439-45B9-4AFF-9C50-25532634ECD6}" dt="2023-02-14T17:45:08.396" v="4559"/>
          <ac:spMkLst>
            <pc:docMk/>
            <pc:sldMk cId="1066464949" sldId="458"/>
            <ac:spMk id="42" creationId="{FE95BFC5-539F-E114-C95F-AB3733667770}"/>
          </ac:spMkLst>
        </pc:spChg>
        <pc:spChg chg="mod">
          <ac:chgData name="Chris Alvin" userId="1477fe7d-12c1-4dcd-b708-f1331679ff1c" providerId="ADAL" clId="{45F9C439-45B9-4AFF-9C50-25532634ECD6}" dt="2023-02-14T17:45:08.396" v="4559"/>
          <ac:spMkLst>
            <pc:docMk/>
            <pc:sldMk cId="1066464949" sldId="458"/>
            <ac:spMk id="43" creationId="{A3B0BC67-8A5B-5813-D3A9-1D151412ACC4}"/>
          </ac:spMkLst>
        </pc:spChg>
        <pc:spChg chg="mod">
          <ac:chgData name="Chris Alvin" userId="1477fe7d-12c1-4dcd-b708-f1331679ff1c" providerId="ADAL" clId="{45F9C439-45B9-4AFF-9C50-25532634ECD6}" dt="2023-02-14T17:45:08.396" v="4559"/>
          <ac:spMkLst>
            <pc:docMk/>
            <pc:sldMk cId="1066464949" sldId="458"/>
            <ac:spMk id="45" creationId="{F3D3906B-B552-5077-3067-3C849EC49465}"/>
          </ac:spMkLst>
        </pc:spChg>
        <pc:spChg chg="add mod">
          <ac:chgData name="Chris Alvin" userId="1477fe7d-12c1-4dcd-b708-f1331679ff1c" providerId="ADAL" clId="{45F9C439-45B9-4AFF-9C50-25532634ECD6}" dt="2023-02-14T17:54:55.801" v="4636"/>
          <ac:spMkLst>
            <pc:docMk/>
            <pc:sldMk cId="1066464949" sldId="458"/>
            <ac:spMk id="47" creationId="{FEFBC1C0-4C90-C69F-4F38-A980CE24E3B8}"/>
          </ac:spMkLst>
        </pc:spChg>
        <pc:spChg chg="mod">
          <ac:chgData name="Chris Alvin" userId="1477fe7d-12c1-4dcd-b708-f1331679ff1c" providerId="ADAL" clId="{45F9C439-45B9-4AFF-9C50-25532634ECD6}" dt="2023-02-14T17:07:11.721" v="4223" actId="14100"/>
          <ac:spMkLst>
            <pc:docMk/>
            <pc:sldMk cId="1066464949" sldId="458"/>
            <ac:spMk id="141" creationId="{2755227C-2F51-F9E1-23B2-3A9ECDB3C8B0}"/>
          </ac:spMkLst>
        </pc:spChg>
        <pc:grpChg chg="add del mod">
          <ac:chgData name="Chris Alvin" userId="1477fe7d-12c1-4dcd-b708-f1331679ff1c" providerId="ADAL" clId="{45F9C439-45B9-4AFF-9C50-25532634ECD6}" dt="2023-02-14T17:34:47.302" v="4345" actId="165"/>
          <ac:grpSpMkLst>
            <pc:docMk/>
            <pc:sldMk cId="1066464949" sldId="458"/>
            <ac:grpSpMk id="7" creationId="{CDE88F19-CC02-B4FB-2767-B0639801B610}"/>
          </ac:grpSpMkLst>
        </pc:grpChg>
        <pc:grpChg chg="add mod">
          <ac:chgData name="Chris Alvin" userId="1477fe7d-12c1-4dcd-b708-f1331679ff1c" providerId="ADAL" clId="{45F9C439-45B9-4AFF-9C50-25532634ECD6}" dt="2023-02-14T17:53:46.369" v="4619" actId="1076"/>
          <ac:grpSpMkLst>
            <pc:docMk/>
            <pc:sldMk cId="1066464949" sldId="458"/>
            <ac:grpSpMk id="22" creationId="{7BF929DF-C170-0916-5A6E-222FE34DC864}"/>
          </ac:grpSpMkLst>
        </pc:grpChg>
        <pc:grpChg chg="add mod">
          <ac:chgData name="Chris Alvin" userId="1477fe7d-12c1-4dcd-b708-f1331679ff1c" providerId="ADAL" clId="{45F9C439-45B9-4AFF-9C50-25532634ECD6}" dt="2023-02-14T17:58:41.112" v="4640" actId="1076"/>
          <ac:grpSpMkLst>
            <pc:docMk/>
            <pc:sldMk cId="1066464949" sldId="458"/>
            <ac:grpSpMk id="27" creationId="{C893F187-0FC1-0C84-DA65-25E1CAF01824}"/>
          </ac:grpSpMkLst>
        </pc:grpChg>
        <pc:grpChg chg="add mod">
          <ac:chgData name="Chris Alvin" userId="1477fe7d-12c1-4dcd-b708-f1331679ff1c" providerId="ADAL" clId="{45F9C439-45B9-4AFF-9C50-25532634ECD6}" dt="2023-02-14T17:53:46.369" v="4619" actId="1076"/>
          <ac:grpSpMkLst>
            <pc:docMk/>
            <pc:sldMk cId="1066464949" sldId="458"/>
            <ac:grpSpMk id="37" creationId="{CC2A62FE-2B1D-B4E3-1493-44EDB5EDB986}"/>
          </ac:grpSpMkLst>
        </pc:grpChg>
        <pc:cxnChg chg="mod topLvl">
          <ac:chgData name="Chris Alvin" userId="1477fe7d-12c1-4dcd-b708-f1331679ff1c" providerId="ADAL" clId="{45F9C439-45B9-4AFF-9C50-25532634ECD6}" dt="2023-02-14T17:40:06.282" v="4467" actId="164"/>
          <ac:cxnSpMkLst>
            <pc:docMk/>
            <pc:sldMk cId="1066464949" sldId="458"/>
            <ac:cxnSpMk id="13" creationId="{613822DE-9EC8-5860-77CC-4D1367780CBC}"/>
          </ac:cxnSpMkLst>
        </pc:cxnChg>
        <pc:cxnChg chg="mod topLvl">
          <ac:chgData name="Chris Alvin" userId="1477fe7d-12c1-4dcd-b708-f1331679ff1c" providerId="ADAL" clId="{45F9C439-45B9-4AFF-9C50-25532634ECD6}" dt="2023-02-14T17:40:06.282" v="4467" actId="164"/>
          <ac:cxnSpMkLst>
            <pc:docMk/>
            <pc:sldMk cId="1066464949" sldId="458"/>
            <ac:cxnSpMk id="15" creationId="{C152710B-CDE0-3414-8831-C334F0B1E6FB}"/>
          </ac:cxnSpMkLst>
        </pc:cxnChg>
        <pc:cxnChg chg="add mod">
          <ac:chgData name="Chris Alvin" userId="1477fe7d-12c1-4dcd-b708-f1331679ff1c" providerId="ADAL" clId="{45F9C439-45B9-4AFF-9C50-25532634ECD6}" dt="2023-02-14T17:53:51.905" v="4620" actId="1076"/>
          <ac:cxnSpMkLst>
            <pc:docMk/>
            <pc:sldMk cId="1066464949" sldId="458"/>
            <ac:cxnSpMk id="21" creationId="{091A9F3B-67A3-256D-670C-F333632B3B30}"/>
          </ac:cxnSpMkLst>
        </pc:cxnChg>
        <pc:cxnChg chg="add mod">
          <ac:chgData name="Chris Alvin" userId="1477fe7d-12c1-4dcd-b708-f1331679ff1c" providerId="ADAL" clId="{45F9C439-45B9-4AFF-9C50-25532634ECD6}" dt="2023-02-14T17:53:35.111" v="4617" actId="1076"/>
          <ac:cxnSpMkLst>
            <pc:docMk/>
            <pc:sldMk cId="1066464949" sldId="458"/>
            <ac:cxnSpMk id="23" creationId="{537D869E-0933-C58A-9964-2DACA4226A44}"/>
          </ac:cxnSpMkLst>
        </pc:cxnChg>
        <pc:cxnChg chg="add mod">
          <ac:chgData name="Chris Alvin" userId="1477fe7d-12c1-4dcd-b708-f1331679ff1c" providerId="ADAL" clId="{45F9C439-45B9-4AFF-9C50-25532634ECD6}" dt="2023-02-14T17:53:37.935" v="4618" actId="1076"/>
          <ac:cxnSpMkLst>
            <pc:docMk/>
            <pc:sldMk cId="1066464949" sldId="458"/>
            <ac:cxnSpMk id="24" creationId="{A474BE56-5CA1-B15B-5446-524EEF4ABD26}"/>
          </ac:cxnSpMkLst>
        </pc:cxnChg>
        <pc:cxnChg chg="mod">
          <ac:chgData name="Chris Alvin" userId="1477fe7d-12c1-4dcd-b708-f1331679ff1c" providerId="ADAL" clId="{45F9C439-45B9-4AFF-9C50-25532634ECD6}" dt="2023-02-14T17:43:53.455" v="4551" actId="1076"/>
          <ac:cxnSpMkLst>
            <pc:docMk/>
            <pc:sldMk cId="1066464949" sldId="458"/>
            <ac:cxnSpMk id="29" creationId="{EA3F6307-80DA-20BE-3018-F89FD3F3EBBA}"/>
          </ac:cxnSpMkLst>
        </pc:cxnChg>
        <pc:cxnChg chg="add mod">
          <ac:chgData name="Chris Alvin" userId="1477fe7d-12c1-4dcd-b708-f1331679ff1c" providerId="ADAL" clId="{45F9C439-45B9-4AFF-9C50-25532634ECD6}" dt="2023-02-14T17:58:37.263" v="4639" actId="1076"/>
          <ac:cxnSpMkLst>
            <pc:docMk/>
            <pc:sldMk cId="1066464949" sldId="458"/>
            <ac:cxnSpMk id="34" creationId="{EB25AD86-F5D7-BB97-A497-716DBB34E53E}"/>
          </ac:cxnSpMkLst>
        </pc:cxnChg>
        <pc:cxnChg chg="mod">
          <ac:chgData name="Chris Alvin" userId="1477fe7d-12c1-4dcd-b708-f1331679ff1c" providerId="ADAL" clId="{45F9C439-45B9-4AFF-9C50-25532634ECD6}" dt="2023-02-14T17:45:08.396" v="4559"/>
          <ac:cxnSpMkLst>
            <pc:docMk/>
            <pc:sldMk cId="1066464949" sldId="458"/>
            <ac:cxnSpMk id="39" creationId="{A8B5AB30-54FE-6A53-5ECA-DA03B862FDAC}"/>
          </ac:cxnSpMkLst>
        </pc:cxnChg>
        <pc:cxnChg chg="mod">
          <ac:chgData name="Chris Alvin" userId="1477fe7d-12c1-4dcd-b708-f1331679ff1c" providerId="ADAL" clId="{45F9C439-45B9-4AFF-9C50-25532634ECD6}" dt="2023-02-14T17:45:08.396" v="4559"/>
          <ac:cxnSpMkLst>
            <pc:docMk/>
            <pc:sldMk cId="1066464949" sldId="458"/>
            <ac:cxnSpMk id="41" creationId="{6D5D22DD-D15E-20A1-85CD-DAFBAB7D99BB}"/>
          </ac:cxnSpMkLst>
        </pc:cxnChg>
        <pc:cxnChg chg="mod">
          <ac:chgData name="Chris Alvin" userId="1477fe7d-12c1-4dcd-b708-f1331679ff1c" providerId="ADAL" clId="{45F9C439-45B9-4AFF-9C50-25532634ECD6}" dt="2023-02-14T17:45:08.396" v="4559"/>
          <ac:cxnSpMkLst>
            <pc:docMk/>
            <pc:sldMk cId="1066464949" sldId="458"/>
            <ac:cxnSpMk id="44" creationId="{D1FA87DA-EA33-8934-ABA9-06AED1AD83A5}"/>
          </ac:cxnSpMkLst>
        </pc:cxnChg>
        <pc:cxnChg chg="mod">
          <ac:chgData name="Chris Alvin" userId="1477fe7d-12c1-4dcd-b708-f1331679ff1c" providerId="ADAL" clId="{45F9C439-45B9-4AFF-9C50-25532634ECD6}" dt="2023-02-14T17:45:08.396" v="4559"/>
          <ac:cxnSpMkLst>
            <pc:docMk/>
            <pc:sldMk cId="1066464949" sldId="458"/>
            <ac:cxnSpMk id="46" creationId="{5977AD6D-D0BD-B93A-14EA-76BA571CAEB8}"/>
          </ac:cxnSpMkLst>
        </pc:cxnChg>
      </pc:sldChg>
      <pc:sldChg chg="modSp add mod">
        <pc:chgData name="Chris Alvin" userId="1477fe7d-12c1-4dcd-b708-f1331679ff1c" providerId="ADAL" clId="{45F9C439-45B9-4AFF-9C50-25532634ECD6}" dt="2023-02-15T16:27:45.034" v="4714" actId="20577"/>
        <pc:sldMkLst>
          <pc:docMk/>
          <pc:sldMk cId="2829270210" sldId="459"/>
        </pc:sldMkLst>
        <pc:spChg chg="mod">
          <ac:chgData name="Chris Alvin" userId="1477fe7d-12c1-4dcd-b708-f1331679ff1c" providerId="ADAL" clId="{45F9C439-45B9-4AFF-9C50-25532634ECD6}" dt="2023-02-15T16:27:45.034" v="4714" actId="20577"/>
          <ac:spMkLst>
            <pc:docMk/>
            <pc:sldMk cId="2829270210" sldId="459"/>
            <ac:spMk id="2" creationId="{00000000-0000-0000-0000-000000000000}"/>
          </ac:spMkLst>
        </pc:spChg>
      </pc:sldChg>
      <pc:sldChg chg="addSp delSp modSp add mod modAnim">
        <pc:chgData name="Chris Alvin" userId="1477fe7d-12c1-4dcd-b708-f1331679ff1c" providerId="ADAL" clId="{45F9C439-45B9-4AFF-9C50-25532634ECD6}" dt="2023-02-17T17:40:10.610" v="8533" actId="207"/>
        <pc:sldMkLst>
          <pc:docMk/>
          <pc:sldMk cId="2625430326" sldId="460"/>
        </pc:sldMkLst>
        <pc:spChg chg="add mod">
          <ac:chgData name="Chris Alvin" userId="1477fe7d-12c1-4dcd-b708-f1331679ff1c" providerId="ADAL" clId="{45F9C439-45B9-4AFF-9C50-25532634ECD6}" dt="2023-02-16T13:35:01.436" v="5365" actId="1076"/>
          <ac:spMkLst>
            <pc:docMk/>
            <pc:sldMk cId="2625430326" sldId="460"/>
            <ac:spMk id="2" creationId="{7B93DBC8-D111-DE52-0567-82CB0148599E}"/>
          </ac:spMkLst>
        </pc:spChg>
        <pc:spChg chg="add del mod">
          <ac:chgData name="Chris Alvin" userId="1477fe7d-12c1-4dcd-b708-f1331679ff1c" providerId="ADAL" clId="{45F9C439-45B9-4AFF-9C50-25532634ECD6}" dt="2023-02-16T13:34:58.108" v="5364" actId="478"/>
          <ac:spMkLst>
            <pc:docMk/>
            <pc:sldMk cId="2625430326" sldId="460"/>
            <ac:spMk id="3" creationId="{D99247AB-F999-9ED9-4558-04A922C2CB98}"/>
          </ac:spMkLst>
        </pc:spChg>
        <pc:spChg chg="mod">
          <ac:chgData name="Chris Alvin" userId="1477fe7d-12c1-4dcd-b708-f1331679ff1c" providerId="ADAL" clId="{45F9C439-45B9-4AFF-9C50-25532634ECD6}" dt="2023-02-15T16:28:26.762" v="4729" actId="20577"/>
          <ac:spMkLst>
            <pc:docMk/>
            <pc:sldMk cId="2625430326" sldId="460"/>
            <ac:spMk id="4" creationId="{00000000-0000-0000-0000-000000000000}"/>
          </ac:spMkLst>
        </pc:spChg>
        <pc:spChg chg="add mod">
          <ac:chgData name="Chris Alvin" userId="1477fe7d-12c1-4dcd-b708-f1331679ff1c" providerId="ADAL" clId="{45F9C439-45B9-4AFF-9C50-25532634ECD6}" dt="2023-02-16T13:38:08.022" v="5549" actId="207"/>
          <ac:spMkLst>
            <pc:docMk/>
            <pc:sldMk cId="2625430326" sldId="460"/>
            <ac:spMk id="5" creationId="{14FC2939-F1A8-FE4B-FA31-0E4BAC9838E5}"/>
          </ac:spMkLst>
        </pc:spChg>
        <pc:spChg chg="add mod">
          <ac:chgData name="Chris Alvin" userId="1477fe7d-12c1-4dcd-b708-f1331679ff1c" providerId="ADAL" clId="{45F9C439-45B9-4AFF-9C50-25532634ECD6}" dt="2023-02-16T13:52:06.405" v="5592" actId="14100"/>
          <ac:spMkLst>
            <pc:docMk/>
            <pc:sldMk cId="2625430326" sldId="460"/>
            <ac:spMk id="6" creationId="{EE221E72-F062-643D-6570-3B17481B19BE}"/>
          </ac:spMkLst>
        </pc:spChg>
        <pc:spChg chg="add mod">
          <ac:chgData name="Chris Alvin" userId="1477fe7d-12c1-4dcd-b708-f1331679ff1c" providerId="ADAL" clId="{45F9C439-45B9-4AFF-9C50-25532634ECD6}" dt="2023-02-17T17:39:29.813" v="8528" actId="207"/>
          <ac:spMkLst>
            <pc:docMk/>
            <pc:sldMk cId="2625430326" sldId="460"/>
            <ac:spMk id="7" creationId="{358F17C6-A23B-AC30-5056-123F00B79A9E}"/>
          </ac:spMkLst>
        </pc:spChg>
        <pc:spChg chg="add mod">
          <ac:chgData name="Chris Alvin" userId="1477fe7d-12c1-4dcd-b708-f1331679ff1c" providerId="ADAL" clId="{45F9C439-45B9-4AFF-9C50-25532634ECD6}" dt="2023-02-16T13:38:17.471" v="5551" actId="207"/>
          <ac:spMkLst>
            <pc:docMk/>
            <pc:sldMk cId="2625430326" sldId="460"/>
            <ac:spMk id="8" creationId="{3ABF6AD2-A3E1-6134-78F2-060C3A78F86E}"/>
          </ac:spMkLst>
        </pc:spChg>
        <pc:spChg chg="add mod">
          <ac:chgData name="Chris Alvin" userId="1477fe7d-12c1-4dcd-b708-f1331679ff1c" providerId="ADAL" clId="{45F9C439-45B9-4AFF-9C50-25532634ECD6}" dt="2023-02-17T17:40:10.610" v="8533" actId="207"/>
          <ac:spMkLst>
            <pc:docMk/>
            <pc:sldMk cId="2625430326" sldId="460"/>
            <ac:spMk id="9" creationId="{CFF03B65-5E1F-79D8-3120-1C1550CD1F58}"/>
          </ac:spMkLst>
        </pc:spChg>
        <pc:spChg chg="add del mod">
          <ac:chgData name="Chris Alvin" userId="1477fe7d-12c1-4dcd-b708-f1331679ff1c" providerId="ADAL" clId="{45F9C439-45B9-4AFF-9C50-25532634ECD6}" dt="2023-02-16T13:36:50.851" v="5410"/>
          <ac:spMkLst>
            <pc:docMk/>
            <pc:sldMk cId="2625430326" sldId="460"/>
            <ac:spMk id="10" creationId="{F8F2B3A9-C032-2E31-C679-5B3C81C0A445}"/>
          </ac:spMkLst>
        </pc:spChg>
        <pc:spChg chg="add mod">
          <ac:chgData name="Chris Alvin" userId="1477fe7d-12c1-4dcd-b708-f1331679ff1c" providerId="ADAL" clId="{45F9C439-45B9-4AFF-9C50-25532634ECD6}" dt="2023-02-17T17:40:08.318" v="8532" actId="207"/>
          <ac:spMkLst>
            <pc:docMk/>
            <pc:sldMk cId="2625430326" sldId="460"/>
            <ac:spMk id="11" creationId="{8A223C3D-3BBC-3694-3807-9258F94FC7C9}"/>
          </ac:spMkLst>
        </pc:spChg>
        <pc:spChg chg="add mod">
          <ac:chgData name="Chris Alvin" userId="1477fe7d-12c1-4dcd-b708-f1331679ff1c" providerId="ADAL" clId="{45F9C439-45B9-4AFF-9C50-25532634ECD6}" dt="2023-02-17T17:40:04.485" v="8531" actId="207"/>
          <ac:spMkLst>
            <pc:docMk/>
            <pc:sldMk cId="2625430326" sldId="460"/>
            <ac:spMk id="12" creationId="{E126F398-AA13-5E37-27AC-5E3093A1CCB3}"/>
          </ac:spMkLst>
        </pc:spChg>
        <pc:spChg chg="mod">
          <ac:chgData name="Chris Alvin" userId="1477fe7d-12c1-4dcd-b708-f1331679ff1c" providerId="ADAL" clId="{45F9C439-45B9-4AFF-9C50-25532634ECD6}" dt="2023-02-15T18:04:30.004" v="4958" actId="207"/>
          <ac:spMkLst>
            <pc:docMk/>
            <pc:sldMk cId="2625430326" sldId="460"/>
            <ac:spMk id="141" creationId="{2755227C-2F51-F9E1-23B2-3A9ECDB3C8B0}"/>
          </ac:spMkLst>
        </pc:spChg>
        <pc:spChg chg="del">
          <ac:chgData name="Chris Alvin" userId="1477fe7d-12c1-4dcd-b708-f1331679ff1c" providerId="ADAL" clId="{45F9C439-45B9-4AFF-9C50-25532634ECD6}" dt="2023-02-15T18:04:38.437" v="4959" actId="478"/>
          <ac:spMkLst>
            <pc:docMk/>
            <pc:sldMk cId="2625430326" sldId="460"/>
            <ac:spMk id="142" creationId="{34F2C832-6F2A-707C-CC3F-CDADF263D36F}"/>
          </ac:spMkLst>
        </pc:spChg>
        <pc:spChg chg="del">
          <ac:chgData name="Chris Alvin" userId="1477fe7d-12c1-4dcd-b708-f1331679ff1c" providerId="ADAL" clId="{45F9C439-45B9-4AFF-9C50-25532634ECD6}" dt="2023-02-15T18:04:38.437" v="4959" actId="478"/>
          <ac:spMkLst>
            <pc:docMk/>
            <pc:sldMk cId="2625430326" sldId="460"/>
            <ac:spMk id="144" creationId="{81AF9A4E-A977-C3F4-E6A3-209D29F43489}"/>
          </ac:spMkLst>
        </pc:spChg>
        <pc:spChg chg="del">
          <ac:chgData name="Chris Alvin" userId="1477fe7d-12c1-4dcd-b708-f1331679ff1c" providerId="ADAL" clId="{45F9C439-45B9-4AFF-9C50-25532634ECD6}" dt="2023-02-15T18:04:38.437" v="4959" actId="478"/>
          <ac:spMkLst>
            <pc:docMk/>
            <pc:sldMk cId="2625430326" sldId="460"/>
            <ac:spMk id="145" creationId="{533BFC77-BE19-F6C6-EF54-FD28EFF3635F}"/>
          </ac:spMkLst>
        </pc:spChg>
        <pc:spChg chg="del">
          <ac:chgData name="Chris Alvin" userId="1477fe7d-12c1-4dcd-b708-f1331679ff1c" providerId="ADAL" clId="{45F9C439-45B9-4AFF-9C50-25532634ECD6}" dt="2023-02-15T18:04:38.437" v="4959" actId="478"/>
          <ac:spMkLst>
            <pc:docMk/>
            <pc:sldMk cId="2625430326" sldId="460"/>
            <ac:spMk id="146" creationId="{408E4003-0439-1E87-BA3E-89D82EC7E84B}"/>
          </ac:spMkLst>
        </pc:spChg>
        <pc:spChg chg="del">
          <ac:chgData name="Chris Alvin" userId="1477fe7d-12c1-4dcd-b708-f1331679ff1c" providerId="ADAL" clId="{45F9C439-45B9-4AFF-9C50-25532634ECD6}" dt="2023-02-15T18:04:38.437" v="4959" actId="478"/>
          <ac:spMkLst>
            <pc:docMk/>
            <pc:sldMk cId="2625430326" sldId="460"/>
            <ac:spMk id="147" creationId="{84ABF172-A23E-80E3-C6F8-58146FA2CFF8}"/>
          </ac:spMkLst>
        </pc:spChg>
        <pc:spChg chg="del">
          <ac:chgData name="Chris Alvin" userId="1477fe7d-12c1-4dcd-b708-f1331679ff1c" providerId="ADAL" clId="{45F9C439-45B9-4AFF-9C50-25532634ECD6}" dt="2023-02-15T18:04:38.437" v="4959" actId="478"/>
          <ac:spMkLst>
            <pc:docMk/>
            <pc:sldMk cId="2625430326" sldId="460"/>
            <ac:spMk id="148" creationId="{58A089DC-B3A8-6232-9473-42C1D991DFF0}"/>
          </ac:spMkLst>
        </pc:spChg>
        <pc:spChg chg="del">
          <ac:chgData name="Chris Alvin" userId="1477fe7d-12c1-4dcd-b708-f1331679ff1c" providerId="ADAL" clId="{45F9C439-45B9-4AFF-9C50-25532634ECD6}" dt="2023-02-15T18:04:51.134" v="4960" actId="478"/>
          <ac:spMkLst>
            <pc:docMk/>
            <pc:sldMk cId="2625430326" sldId="460"/>
            <ac:spMk id="149" creationId="{9263238A-5A37-E49D-8B9E-4900A079A884}"/>
          </ac:spMkLst>
        </pc:spChg>
        <pc:spChg chg="del">
          <ac:chgData name="Chris Alvin" userId="1477fe7d-12c1-4dcd-b708-f1331679ff1c" providerId="ADAL" clId="{45F9C439-45B9-4AFF-9C50-25532634ECD6}" dt="2023-02-15T18:04:51.134" v="4960" actId="478"/>
          <ac:spMkLst>
            <pc:docMk/>
            <pc:sldMk cId="2625430326" sldId="460"/>
            <ac:spMk id="150" creationId="{31B19547-CC64-90CF-6490-A3FBC6F9A5DE}"/>
          </ac:spMkLst>
        </pc:spChg>
        <pc:spChg chg="mod">
          <ac:chgData name="Chris Alvin" userId="1477fe7d-12c1-4dcd-b708-f1331679ff1c" providerId="ADAL" clId="{45F9C439-45B9-4AFF-9C50-25532634ECD6}" dt="2023-02-16T13:32:49.788" v="5217" actId="1076"/>
          <ac:spMkLst>
            <pc:docMk/>
            <pc:sldMk cId="2625430326" sldId="460"/>
            <ac:spMk id="151" creationId="{B1C11395-E2F4-5287-569B-596099F2456D}"/>
          </ac:spMkLst>
        </pc:spChg>
      </pc:sldChg>
      <pc:sldChg chg="addSp delSp modSp add mod delAnim modAnim">
        <pc:chgData name="Chris Alvin" userId="1477fe7d-12c1-4dcd-b708-f1331679ff1c" providerId="ADAL" clId="{45F9C439-45B9-4AFF-9C50-25532634ECD6}" dt="2023-02-16T14:37:27.402" v="6837" actId="2085"/>
        <pc:sldMkLst>
          <pc:docMk/>
          <pc:sldMk cId="491794072" sldId="461"/>
        </pc:sldMkLst>
        <pc:spChg chg="del">
          <ac:chgData name="Chris Alvin" userId="1477fe7d-12c1-4dcd-b708-f1331679ff1c" providerId="ADAL" clId="{45F9C439-45B9-4AFF-9C50-25532634ECD6}" dt="2023-02-16T14:00:32.213" v="5612" actId="478"/>
          <ac:spMkLst>
            <pc:docMk/>
            <pc:sldMk cId="491794072" sldId="461"/>
            <ac:spMk id="2" creationId="{7B93DBC8-D111-DE52-0567-82CB0148599E}"/>
          </ac:spMkLst>
        </pc:spChg>
        <pc:spChg chg="add mod">
          <ac:chgData name="Chris Alvin" userId="1477fe7d-12c1-4dcd-b708-f1331679ff1c" providerId="ADAL" clId="{45F9C439-45B9-4AFF-9C50-25532634ECD6}" dt="2023-02-16T14:26:18.461" v="6810" actId="20577"/>
          <ac:spMkLst>
            <pc:docMk/>
            <pc:sldMk cId="491794072" sldId="461"/>
            <ac:spMk id="3" creationId="{F27EF034-583F-CD49-2CB8-A36C113E41B3}"/>
          </ac:spMkLst>
        </pc:spChg>
        <pc:spChg chg="mod">
          <ac:chgData name="Chris Alvin" userId="1477fe7d-12c1-4dcd-b708-f1331679ff1c" providerId="ADAL" clId="{45F9C439-45B9-4AFF-9C50-25532634ECD6}" dt="2023-02-16T14:00:26.172" v="5611" actId="20577"/>
          <ac:spMkLst>
            <pc:docMk/>
            <pc:sldMk cId="491794072" sldId="461"/>
            <ac:spMk id="4" creationId="{00000000-0000-0000-0000-000000000000}"/>
          </ac:spMkLst>
        </pc:spChg>
        <pc:spChg chg="del">
          <ac:chgData name="Chris Alvin" userId="1477fe7d-12c1-4dcd-b708-f1331679ff1c" providerId="ADAL" clId="{45F9C439-45B9-4AFF-9C50-25532634ECD6}" dt="2023-02-16T14:00:32.213" v="5612" actId="478"/>
          <ac:spMkLst>
            <pc:docMk/>
            <pc:sldMk cId="491794072" sldId="461"/>
            <ac:spMk id="5" creationId="{14FC2939-F1A8-FE4B-FA31-0E4BAC9838E5}"/>
          </ac:spMkLst>
        </pc:spChg>
        <pc:spChg chg="del">
          <ac:chgData name="Chris Alvin" userId="1477fe7d-12c1-4dcd-b708-f1331679ff1c" providerId="ADAL" clId="{45F9C439-45B9-4AFF-9C50-25532634ECD6}" dt="2023-02-16T14:00:32.213" v="5612" actId="478"/>
          <ac:spMkLst>
            <pc:docMk/>
            <pc:sldMk cId="491794072" sldId="461"/>
            <ac:spMk id="6" creationId="{EE221E72-F062-643D-6570-3B17481B19BE}"/>
          </ac:spMkLst>
        </pc:spChg>
        <pc:spChg chg="del">
          <ac:chgData name="Chris Alvin" userId="1477fe7d-12c1-4dcd-b708-f1331679ff1c" providerId="ADAL" clId="{45F9C439-45B9-4AFF-9C50-25532634ECD6}" dt="2023-02-16T14:00:32.213" v="5612" actId="478"/>
          <ac:spMkLst>
            <pc:docMk/>
            <pc:sldMk cId="491794072" sldId="461"/>
            <ac:spMk id="7" creationId="{358F17C6-A23B-AC30-5056-123F00B79A9E}"/>
          </ac:spMkLst>
        </pc:spChg>
        <pc:spChg chg="del">
          <ac:chgData name="Chris Alvin" userId="1477fe7d-12c1-4dcd-b708-f1331679ff1c" providerId="ADAL" clId="{45F9C439-45B9-4AFF-9C50-25532634ECD6}" dt="2023-02-16T14:00:32.213" v="5612" actId="478"/>
          <ac:spMkLst>
            <pc:docMk/>
            <pc:sldMk cId="491794072" sldId="461"/>
            <ac:spMk id="8" creationId="{3ABF6AD2-A3E1-6134-78F2-060C3A78F86E}"/>
          </ac:spMkLst>
        </pc:spChg>
        <pc:spChg chg="del">
          <ac:chgData name="Chris Alvin" userId="1477fe7d-12c1-4dcd-b708-f1331679ff1c" providerId="ADAL" clId="{45F9C439-45B9-4AFF-9C50-25532634ECD6}" dt="2023-02-16T14:00:32.213" v="5612" actId="478"/>
          <ac:spMkLst>
            <pc:docMk/>
            <pc:sldMk cId="491794072" sldId="461"/>
            <ac:spMk id="9" creationId="{CFF03B65-5E1F-79D8-3120-1C1550CD1F58}"/>
          </ac:spMkLst>
        </pc:spChg>
        <pc:spChg chg="del">
          <ac:chgData name="Chris Alvin" userId="1477fe7d-12c1-4dcd-b708-f1331679ff1c" providerId="ADAL" clId="{45F9C439-45B9-4AFF-9C50-25532634ECD6}" dt="2023-02-16T14:00:34.226" v="5613" actId="478"/>
          <ac:spMkLst>
            <pc:docMk/>
            <pc:sldMk cId="491794072" sldId="461"/>
            <ac:spMk id="11" creationId="{8A223C3D-3BBC-3694-3807-9258F94FC7C9}"/>
          </ac:spMkLst>
        </pc:spChg>
        <pc:spChg chg="del">
          <ac:chgData name="Chris Alvin" userId="1477fe7d-12c1-4dcd-b708-f1331679ff1c" providerId="ADAL" clId="{45F9C439-45B9-4AFF-9C50-25532634ECD6}" dt="2023-02-16T14:00:34.226" v="5613" actId="478"/>
          <ac:spMkLst>
            <pc:docMk/>
            <pc:sldMk cId="491794072" sldId="461"/>
            <ac:spMk id="12" creationId="{E126F398-AA13-5E37-27AC-5E3093A1CCB3}"/>
          </ac:spMkLst>
        </pc:spChg>
        <pc:spChg chg="add mod">
          <ac:chgData name="Chris Alvin" userId="1477fe7d-12c1-4dcd-b708-f1331679ff1c" providerId="ADAL" clId="{45F9C439-45B9-4AFF-9C50-25532634ECD6}" dt="2023-02-16T14:25:52.857" v="6788" actId="14100"/>
          <ac:spMkLst>
            <pc:docMk/>
            <pc:sldMk cId="491794072" sldId="461"/>
            <ac:spMk id="13" creationId="{5387E2B6-09A1-9CFE-4F17-C15EA7DFF895}"/>
          </ac:spMkLst>
        </pc:spChg>
        <pc:spChg chg="add del mod">
          <ac:chgData name="Chris Alvin" userId="1477fe7d-12c1-4dcd-b708-f1331679ff1c" providerId="ADAL" clId="{45F9C439-45B9-4AFF-9C50-25532634ECD6}" dt="2023-02-16T14:17:58.296" v="6463" actId="478"/>
          <ac:spMkLst>
            <pc:docMk/>
            <pc:sldMk cId="491794072" sldId="461"/>
            <ac:spMk id="15" creationId="{86A8EB94-D70C-DEE2-8A87-BB8645B30EA7}"/>
          </ac:spMkLst>
        </pc:spChg>
        <pc:spChg chg="add mod">
          <ac:chgData name="Chris Alvin" userId="1477fe7d-12c1-4dcd-b708-f1331679ff1c" providerId="ADAL" clId="{45F9C439-45B9-4AFF-9C50-25532634ECD6}" dt="2023-02-16T14:27:51.502" v="6830" actId="1076"/>
          <ac:spMkLst>
            <pc:docMk/>
            <pc:sldMk cId="491794072" sldId="461"/>
            <ac:spMk id="17" creationId="{A81A5FF0-2D8B-4A29-027D-CC6238DB57F1}"/>
          </ac:spMkLst>
        </pc:spChg>
        <pc:spChg chg="add mod">
          <ac:chgData name="Chris Alvin" userId="1477fe7d-12c1-4dcd-b708-f1331679ff1c" providerId="ADAL" clId="{45F9C439-45B9-4AFF-9C50-25532634ECD6}" dt="2023-02-16T14:37:19.567" v="6836" actId="571"/>
          <ac:spMkLst>
            <pc:docMk/>
            <pc:sldMk cId="491794072" sldId="461"/>
            <ac:spMk id="18" creationId="{66F17E3D-DA99-27EC-D5E3-A07570ABE343}"/>
          </ac:spMkLst>
        </pc:spChg>
        <pc:spChg chg="add mod">
          <ac:chgData name="Chris Alvin" userId="1477fe7d-12c1-4dcd-b708-f1331679ff1c" providerId="ADAL" clId="{45F9C439-45B9-4AFF-9C50-25532634ECD6}" dt="2023-02-16T14:37:27.402" v="6837" actId="2085"/>
          <ac:spMkLst>
            <pc:docMk/>
            <pc:sldMk cId="491794072" sldId="461"/>
            <ac:spMk id="20" creationId="{FAC86FD0-AE18-AE9B-BF4C-069470677E07}"/>
          </ac:spMkLst>
        </pc:spChg>
        <pc:spChg chg="add mod">
          <ac:chgData name="Chris Alvin" userId="1477fe7d-12c1-4dcd-b708-f1331679ff1c" providerId="ADAL" clId="{45F9C439-45B9-4AFF-9C50-25532634ECD6}" dt="2023-02-16T14:27:29.995" v="6823" actId="164"/>
          <ac:spMkLst>
            <pc:docMk/>
            <pc:sldMk cId="491794072" sldId="461"/>
            <ac:spMk id="22" creationId="{C68CA26C-45F2-0BED-4057-7787D298764C}"/>
          </ac:spMkLst>
        </pc:spChg>
        <pc:spChg chg="add mod">
          <ac:chgData name="Chris Alvin" userId="1477fe7d-12c1-4dcd-b708-f1331679ff1c" providerId="ADAL" clId="{45F9C439-45B9-4AFF-9C50-25532634ECD6}" dt="2023-02-16T14:27:29.995" v="6823" actId="164"/>
          <ac:spMkLst>
            <pc:docMk/>
            <pc:sldMk cId="491794072" sldId="461"/>
            <ac:spMk id="23" creationId="{9251EB1F-D7B7-5962-7C84-4ED13606A6D0}"/>
          </ac:spMkLst>
        </pc:spChg>
        <pc:spChg chg="add mod">
          <ac:chgData name="Chris Alvin" userId="1477fe7d-12c1-4dcd-b708-f1331679ff1c" providerId="ADAL" clId="{45F9C439-45B9-4AFF-9C50-25532634ECD6}" dt="2023-02-16T14:27:29.995" v="6823" actId="164"/>
          <ac:spMkLst>
            <pc:docMk/>
            <pc:sldMk cId="491794072" sldId="461"/>
            <ac:spMk id="24" creationId="{BD5102A5-7658-BE9E-BA41-A68E4385C375}"/>
          </ac:spMkLst>
        </pc:spChg>
        <pc:spChg chg="add mod">
          <ac:chgData name="Chris Alvin" userId="1477fe7d-12c1-4dcd-b708-f1331679ff1c" providerId="ADAL" clId="{45F9C439-45B9-4AFF-9C50-25532634ECD6}" dt="2023-02-16T14:27:29.995" v="6823" actId="164"/>
          <ac:spMkLst>
            <pc:docMk/>
            <pc:sldMk cId="491794072" sldId="461"/>
            <ac:spMk id="25" creationId="{EFD06EC6-C830-A584-2AA0-CA1C76C0E099}"/>
          </ac:spMkLst>
        </pc:spChg>
        <pc:spChg chg="add mod">
          <ac:chgData name="Chris Alvin" userId="1477fe7d-12c1-4dcd-b708-f1331679ff1c" providerId="ADAL" clId="{45F9C439-45B9-4AFF-9C50-25532634ECD6}" dt="2023-02-16T14:25:35.653" v="6783" actId="1076"/>
          <ac:spMkLst>
            <pc:docMk/>
            <pc:sldMk cId="491794072" sldId="461"/>
            <ac:spMk id="28" creationId="{93FADD72-9015-EF54-81B2-81216BE1D403}"/>
          </ac:spMkLst>
        </pc:spChg>
        <pc:spChg chg="add mod">
          <ac:chgData name="Chris Alvin" userId="1477fe7d-12c1-4dcd-b708-f1331679ff1c" providerId="ADAL" clId="{45F9C439-45B9-4AFF-9C50-25532634ECD6}" dt="2023-02-16T14:37:19.567" v="6836" actId="571"/>
          <ac:spMkLst>
            <pc:docMk/>
            <pc:sldMk cId="491794072" sldId="461"/>
            <ac:spMk id="30" creationId="{2D34BDAB-2465-BA54-4937-13BC253B87EB}"/>
          </ac:spMkLst>
        </pc:spChg>
        <pc:spChg chg="mod">
          <ac:chgData name="Chris Alvin" userId="1477fe7d-12c1-4dcd-b708-f1331679ff1c" providerId="ADAL" clId="{45F9C439-45B9-4AFF-9C50-25532634ECD6}" dt="2023-02-16T14:26:54.337" v="6820" actId="1076"/>
          <ac:spMkLst>
            <pc:docMk/>
            <pc:sldMk cId="491794072" sldId="461"/>
            <ac:spMk id="141" creationId="{2755227C-2F51-F9E1-23B2-3A9ECDB3C8B0}"/>
          </ac:spMkLst>
        </pc:spChg>
        <pc:spChg chg="del">
          <ac:chgData name="Chris Alvin" userId="1477fe7d-12c1-4dcd-b708-f1331679ff1c" providerId="ADAL" clId="{45F9C439-45B9-4AFF-9C50-25532634ECD6}" dt="2023-02-16T14:00:32.213" v="5612" actId="478"/>
          <ac:spMkLst>
            <pc:docMk/>
            <pc:sldMk cId="491794072" sldId="461"/>
            <ac:spMk id="151" creationId="{B1C11395-E2F4-5287-569B-596099F2456D}"/>
          </ac:spMkLst>
        </pc:spChg>
        <pc:grpChg chg="add mod">
          <ac:chgData name="Chris Alvin" userId="1477fe7d-12c1-4dcd-b708-f1331679ff1c" providerId="ADAL" clId="{45F9C439-45B9-4AFF-9C50-25532634ECD6}" dt="2023-02-16T14:37:19.567" v="6836" actId="571"/>
          <ac:grpSpMkLst>
            <pc:docMk/>
            <pc:sldMk cId="491794072" sldId="461"/>
            <ac:grpSpMk id="21" creationId="{E39527B3-A6F0-ABE3-B7DB-7177ECFA7A07}"/>
          </ac:grpSpMkLst>
        </pc:grpChg>
        <pc:grpChg chg="add mod">
          <ac:chgData name="Chris Alvin" userId="1477fe7d-12c1-4dcd-b708-f1331679ff1c" providerId="ADAL" clId="{45F9C439-45B9-4AFF-9C50-25532634ECD6}" dt="2023-02-16T14:27:29.995" v="6823" actId="164"/>
          <ac:grpSpMkLst>
            <pc:docMk/>
            <pc:sldMk cId="491794072" sldId="461"/>
            <ac:grpSpMk id="29" creationId="{32EB340F-C6D8-32DE-C160-E83232E6608D}"/>
          </ac:grpSpMkLst>
        </pc:grpChg>
        <pc:graphicFrameChg chg="add mod modGraphic">
          <ac:chgData name="Chris Alvin" userId="1477fe7d-12c1-4dcd-b708-f1331679ff1c" providerId="ADAL" clId="{45F9C439-45B9-4AFF-9C50-25532634ECD6}" dt="2023-02-16T14:22:56.323" v="6691" actId="1076"/>
          <ac:graphicFrameMkLst>
            <pc:docMk/>
            <pc:sldMk cId="491794072" sldId="461"/>
            <ac:graphicFrameMk id="16" creationId="{0E0E89DE-A858-0170-2945-5CCF79E941C0}"/>
          </ac:graphicFrameMkLst>
        </pc:graphicFrameChg>
        <pc:graphicFrameChg chg="add mod">
          <ac:chgData name="Chris Alvin" userId="1477fe7d-12c1-4dcd-b708-f1331679ff1c" providerId="ADAL" clId="{45F9C439-45B9-4AFF-9C50-25532634ECD6}" dt="2023-02-16T14:24:31.801" v="6730" actId="571"/>
          <ac:graphicFrameMkLst>
            <pc:docMk/>
            <pc:sldMk cId="491794072" sldId="461"/>
            <ac:graphicFrameMk id="26" creationId="{52E2D358-67A2-897B-E7D4-72D4C2F1CBD4}"/>
          </ac:graphicFrameMkLst>
        </pc:graphicFrameChg>
        <pc:graphicFrameChg chg="add mod">
          <ac:chgData name="Chris Alvin" userId="1477fe7d-12c1-4dcd-b708-f1331679ff1c" providerId="ADAL" clId="{45F9C439-45B9-4AFF-9C50-25532634ECD6}" dt="2023-02-16T14:24:36.851" v="6732" actId="571"/>
          <ac:graphicFrameMkLst>
            <pc:docMk/>
            <pc:sldMk cId="491794072" sldId="461"/>
            <ac:graphicFrameMk id="27" creationId="{283D5A10-08CF-29FE-60F5-E39A4A680F0C}"/>
          </ac:graphicFrameMkLst>
        </pc:graphicFrameChg>
      </pc:sldChg>
      <pc:sldChg chg="add del">
        <pc:chgData name="Chris Alvin" userId="1477fe7d-12c1-4dcd-b708-f1331679ff1c" providerId="ADAL" clId="{45F9C439-45B9-4AFF-9C50-25532634ECD6}" dt="2023-02-16T14:04:23.982" v="6002"/>
        <pc:sldMkLst>
          <pc:docMk/>
          <pc:sldMk cId="2225554617" sldId="462"/>
        </pc:sldMkLst>
      </pc:sldChg>
      <pc:sldChg chg="addSp delSp modSp add mod delAnim">
        <pc:chgData name="Chris Alvin" userId="1477fe7d-12c1-4dcd-b708-f1331679ff1c" providerId="ADAL" clId="{45F9C439-45B9-4AFF-9C50-25532634ECD6}" dt="2023-02-16T16:58:49.690" v="7999" actId="2085"/>
        <pc:sldMkLst>
          <pc:docMk/>
          <pc:sldMk cId="2275880320" sldId="462"/>
        </pc:sldMkLst>
        <pc:spChg chg="add mod">
          <ac:chgData name="Chris Alvin" userId="1477fe7d-12c1-4dcd-b708-f1331679ff1c" providerId="ADAL" clId="{45F9C439-45B9-4AFF-9C50-25532634ECD6}" dt="2023-02-16T16:56:54.793" v="7964" actId="1076"/>
          <ac:spMkLst>
            <pc:docMk/>
            <pc:sldMk cId="2275880320" sldId="462"/>
            <ac:spMk id="2" creationId="{E384B630-6E74-B439-F93D-61A23E5A75F1}"/>
          </ac:spMkLst>
        </pc:spChg>
        <pc:spChg chg="mod">
          <ac:chgData name="Chris Alvin" userId="1477fe7d-12c1-4dcd-b708-f1331679ff1c" providerId="ADAL" clId="{45F9C439-45B9-4AFF-9C50-25532634ECD6}" dt="2023-02-16T16:51:32.106" v="7794" actId="1076"/>
          <ac:spMkLst>
            <pc:docMk/>
            <pc:sldMk cId="2275880320" sldId="462"/>
            <ac:spMk id="3" creationId="{F27EF034-583F-CD49-2CB8-A36C113E41B3}"/>
          </ac:spMkLst>
        </pc:spChg>
        <pc:spChg chg="mod">
          <ac:chgData name="Chris Alvin" userId="1477fe7d-12c1-4dcd-b708-f1331679ff1c" providerId="ADAL" clId="{45F9C439-45B9-4AFF-9C50-25532634ECD6}" dt="2023-02-16T14:41:59.334" v="7050" actId="20577"/>
          <ac:spMkLst>
            <pc:docMk/>
            <pc:sldMk cId="2275880320" sldId="462"/>
            <ac:spMk id="4" creationId="{00000000-0000-0000-0000-000000000000}"/>
          </ac:spMkLst>
        </pc:spChg>
        <pc:spChg chg="add mod">
          <ac:chgData name="Chris Alvin" userId="1477fe7d-12c1-4dcd-b708-f1331679ff1c" providerId="ADAL" clId="{45F9C439-45B9-4AFF-9C50-25532634ECD6}" dt="2023-02-16T14:39:04.702" v="6908" actId="14100"/>
          <ac:spMkLst>
            <pc:docMk/>
            <pc:sldMk cId="2275880320" sldId="462"/>
            <ac:spMk id="5" creationId="{DD2254DD-ADC5-F8CE-840E-C8B04715C40A}"/>
          </ac:spMkLst>
        </pc:spChg>
        <pc:spChg chg="add mod">
          <ac:chgData name="Chris Alvin" userId="1477fe7d-12c1-4dcd-b708-f1331679ff1c" providerId="ADAL" clId="{45F9C439-45B9-4AFF-9C50-25532634ECD6}" dt="2023-02-16T14:39:11.238" v="6909" actId="1076"/>
          <ac:spMkLst>
            <pc:docMk/>
            <pc:sldMk cId="2275880320" sldId="462"/>
            <ac:spMk id="6" creationId="{EA19E7B0-B5CB-3D7E-ACE1-E4E307C0BAE2}"/>
          </ac:spMkLst>
        </pc:spChg>
        <pc:spChg chg="add mod">
          <ac:chgData name="Chris Alvin" userId="1477fe7d-12c1-4dcd-b708-f1331679ff1c" providerId="ADAL" clId="{45F9C439-45B9-4AFF-9C50-25532634ECD6}" dt="2023-02-16T16:51:32.106" v="7794" actId="1076"/>
          <ac:spMkLst>
            <pc:docMk/>
            <pc:sldMk cId="2275880320" sldId="462"/>
            <ac:spMk id="7" creationId="{50562A6B-7B20-6F16-1CA6-08EBF54B0E26}"/>
          </ac:spMkLst>
        </pc:spChg>
        <pc:spChg chg="add mod">
          <ac:chgData name="Chris Alvin" userId="1477fe7d-12c1-4dcd-b708-f1331679ff1c" providerId="ADAL" clId="{45F9C439-45B9-4AFF-9C50-25532634ECD6}" dt="2023-02-16T16:51:39.387" v="7796" actId="1076"/>
          <ac:spMkLst>
            <pc:docMk/>
            <pc:sldMk cId="2275880320" sldId="462"/>
            <ac:spMk id="8" creationId="{8F324469-F31C-215B-2817-D719FD5DF324}"/>
          </ac:spMkLst>
        </pc:spChg>
        <pc:spChg chg="add del mod">
          <ac:chgData name="Chris Alvin" userId="1477fe7d-12c1-4dcd-b708-f1331679ff1c" providerId="ADAL" clId="{45F9C439-45B9-4AFF-9C50-25532634ECD6}" dt="2023-02-16T14:43:17.601" v="7098" actId="478"/>
          <ac:spMkLst>
            <pc:docMk/>
            <pc:sldMk cId="2275880320" sldId="462"/>
            <ac:spMk id="9" creationId="{98C04129-933A-488A-6EA9-315AFEEE367A}"/>
          </ac:spMkLst>
        </pc:spChg>
        <pc:spChg chg="add mod">
          <ac:chgData name="Chris Alvin" userId="1477fe7d-12c1-4dcd-b708-f1331679ff1c" providerId="ADAL" clId="{45F9C439-45B9-4AFF-9C50-25532634ECD6}" dt="2023-02-16T16:56:57.521" v="7965" actId="1076"/>
          <ac:spMkLst>
            <pc:docMk/>
            <pc:sldMk cId="2275880320" sldId="462"/>
            <ac:spMk id="9" creationId="{FCA86704-6661-657D-30B1-3EB71713A813}"/>
          </ac:spMkLst>
        </pc:spChg>
        <pc:spChg chg="add del mod">
          <ac:chgData name="Chris Alvin" userId="1477fe7d-12c1-4dcd-b708-f1331679ff1c" providerId="ADAL" clId="{45F9C439-45B9-4AFF-9C50-25532634ECD6}" dt="2023-02-16T14:52:36.670" v="7579" actId="478"/>
          <ac:spMkLst>
            <pc:docMk/>
            <pc:sldMk cId="2275880320" sldId="462"/>
            <ac:spMk id="10" creationId="{13AE53D8-4716-A117-B522-674CCB5F2723}"/>
          </ac:spMkLst>
        </pc:spChg>
        <pc:spChg chg="add mod">
          <ac:chgData name="Chris Alvin" userId="1477fe7d-12c1-4dcd-b708-f1331679ff1c" providerId="ADAL" clId="{45F9C439-45B9-4AFF-9C50-25532634ECD6}" dt="2023-02-16T16:51:39.387" v="7796" actId="1076"/>
          <ac:spMkLst>
            <pc:docMk/>
            <pc:sldMk cId="2275880320" sldId="462"/>
            <ac:spMk id="11" creationId="{23326DFD-879A-61AC-8395-DF5ED948C2EA}"/>
          </ac:spMkLst>
        </pc:spChg>
        <pc:spChg chg="add mod">
          <ac:chgData name="Chris Alvin" userId="1477fe7d-12c1-4dcd-b708-f1331679ff1c" providerId="ADAL" clId="{45F9C439-45B9-4AFF-9C50-25532634ECD6}" dt="2023-02-16T16:52:14.181" v="7805" actId="1076"/>
          <ac:spMkLst>
            <pc:docMk/>
            <pc:sldMk cId="2275880320" sldId="462"/>
            <ac:spMk id="12" creationId="{4D0886F0-C489-E68A-4EB1-9FC5622AE86A}"/>
          </ac:spMkLst>
        </pc:spChg>
        <pc:spChg chg="add mod">
          <ac:chgData name="Chris Alvin" userId="1477fe7d-12c1-4dcd-b708-f1331679ff1c" providerId="ADAL" clId="{45F9C439-45B9-4AFF-9C50-25532634ECD6}" dt="2023-02-16T16:58:49.690" v="7999" actId="2085"/>
          <ac:spMkLst>
            <pc:docMk/>
            <pc:sldMk cId="2275880320" sldId="462"/>
            <ac:spMk id="13" creationId="{4015F2C3-CEF5-57C6-C3DD-16E22FF0E15C}"/>
          </ac:spMkLst>
        </pc:spChg>
        <pc:spChg chg="del">
          <ac:chgData name="Chris Alvin" userId="1477fe7d-12c1-4dcd-b708-f1331679ff1c" providerId="ADAL" clId="{45F9C439-45B9-4AFF-9C50-25532634ECD6}" dt="2023-02-16T14:28:27.917" v="6833" actId="478"/>
          <ac:spMkLst>
            <pc:docMk/>
            <pc:sldMk cId="2275880320" sldId="462"/>
            <ac:spMk id="13" creationId="{5387E2B6-09A1-9CFE-4F17-C15EA7DFF895}"/>
          </ac:spMkLst>
        </pc:spChg>
        <pc:spChg chg="add mod">
          <ac:chgData name="Chris Alvin" userId="1477fe7d-12c1-4dcd-b708-f1331679ff1c" providerId="ADAL" clId="{45F9C439-45B9-4AFF-9C50-25532634ECD6}" dt="2023-02-16T16:52:27.459" v="7807" actId="14100"/>
          <ac:spMkLst>
            <pc:docMk/>
            <pc:sldMk cId="2275880320" sldId="462"/>
            <ac:spMk id="14" creationId="{DE75260F-AE48-D9FC-D9F9-883BC35FDD80}"/>
          </ac:spMkLst>
        </pc:spChg>
        <pc:spChg chg="add mod">
          <ac:chgData name="Chris Alvin" userId="1477fe7d-12c1-4dcd-b708-f1331679ff1c" providerId="ADAL" clId="{45F9C439-45B9-4AFF-9C50-25532634ECD6}" dt="2023-02-16T14:46:57.951" v="7325" actId="571"/>
          <ac:spMkLst>
            <pc:docMk/>
            <pc:sldMk cId="2275880320" sldId="462"/>
            <ac:spMk id="15" creationId="{089C8B54-14C0-DEDD-0565-289A83B9F63F}"/>
          </ac:spMkLst>
        </pc:spChg>
        <pc:spChg chg="del">
          <ac:chgData name="Chris Alvin" userId="1477fe7d-12c1-4dcd-b708-f1331679ff1c" providerId="ADAL" clId="{45F9C439-45B9-4AFF-9C50-25532634ECD6}" dt="2023-02-16T14:28:27.917" v="6833" actId="478"/>
          <ac:spMkLst>
            <pc:docMk/>
            <pc:sldMk cId="2275880320" sldId="462"/>
            <ac:spMk id="17" creationId="{A81A5FF0-2D8B-4A29-027D-CC6238DB57F1}"/>
          </ac:spMkLst>
        </pc:spChg>
        <pc:spChg chg="add mod">
          <ac:chgData name="Chris Alvin" userId="1477fe7d-12c1-4dcd-b708-f1331679ff1c" providerId="ADAL" clId="{45F9C439-45B9-4AFF-9C50-25532634ECD6}" dt="2023-02-16T16:52:39.259" v="7809" actId="1076"/>
          <ac:spMkLst>
            <pc:docMk/>
            <pc:sldMk cId="2275880320" sldId="462"/>
            <ac:spMk id="19" creationId="{45F2F31A-E538-917D-8167-BD9DFB861A04}"/>
          </ac:spMkLst>
        </pc:spChg>
        <pc:spChg chg="add mod">
          <ac:chgData name="Chris Alvin" userId="1477fe7d-12c1-4dcd-b708-f1331679ff1c" providerId="ADAL" clId="{45F9C439-45B9-4AFF-9C50-25532634ECD6}" dt="2023-02-16T16:56:48.873" v="7962" actId="1076"/>
          <ac:spMkLst>
            <pc:docMk/>
            <pc:sldMk cId="2275880320" sldId="462"/>
            <ac:spMk id="27" creationId="{6BBD3E13-FE77-1279-2EBD-698BD8C898DA}"/>
          </ac:spMkLst>
        </pc:spChg>
        <pc:spChg chg="del">
          <ac:chgData name="Chris Alvin" userId="1477fe7d-12c1-4dcd-b708-f1331679ff1c" providerId="ADAL" clId="{45F9C439-45B9-4AFF-9C50-25532634ECD6}" dt="2023-02-16T14:28:27.917" v="6833" actId="478"/>
          <ac:spMkLst>
            <pc:docMk/>
            <pc:sldMk cId="2275880320" sldId="462"/>
            <ac:spMk id="28" creationId="{93FADD72-9015-EF54-81B2-81216BE1D403}"/>
          </ac:spMkLst>
        </pc:spChg>
        <pc:spChg chg="add mod">
          <ac:chgData name="Chris Alvin" userId="1477fe7d-12c1-4dcd-b708-f1331679ff1c" providerId="ADAL" clId="{45F9C439-45B9-4AFF-9C50-25532634ECD6}" dt="2023-02-16T16:56:48.873" v="7962" actId="1076"/>
          <ac:spMkLst>
            <pc:docMk/>
            <pc:sldMk cId="2275880320" sldId="462"/>
            <ac:spMk id="30" creationId="{D64A2794-FBF9-78CA-B791-728138B9AC7D}"/>
          </ac:spMkLst>
        </pc:spChg>
        <pc:spChg chg="add del mod">
          <ac:chgData name="Chris Alvin" userId="1477fe7d-12c1-4dcd-b708-f1331679ff1c" providerId="ADAL" clId="{45F9C439-45B9-4AFF-9C50-25532634ECD6}" dt="2023-02-16T14:53:16.349" v="7597" actId="478"/>
          <ac:spMkLst>
            <pc:docMk/>
            <pc:sldMk cId="2275880320" sldId="462"/>
            <ac:spMk id="31" creationId="{E0BE18BC-564A-A3EF-C73F-EB2ED1AE5691}"/>
          </ac:spMkLst>
        </pc:spChg>
        <pc:spChg chg="add mod">
          <ac:chgData name="Chris Alvin" userId="1477fe7d-12c1-4dcd-b708-f1331679ff1c" providerId="ADAL" clId="{45F9C439-45B9-4AFF-9C50-25532634ECD6}" dt="2023-02-16T16:51:44.909" v="7797" actId="1076"/>
          <ac:spMkLst>
            <pc:docMk/>
            <pc:sldMk cId="2275880320" sldId="462"/>
            <ac:spMk id="34" creationId="{91BD8434-A6B5-E6F2-2B0D-55F0F6921254}"/>
          </ac:spMkLst>
        </pc:spChg>
        <pc:spChg chg="add mod">
          <ac:chgData name="Chris Alvin" userId="1477fe7d-12c1-4dcd-b708-f1331679ff1c" providerId="ADAL" clId="{45F9C439-45B9-4AFF-9C50-25532634ECD6}" dt="2023-02-16T16:52:31.482" v="7808" actId="1076"/>
          <ac:spMkLst>
            <pc:docMk/>
            <pc:sldMk cId="2275880320" sldId="462"/>
            <ac:spMk id="35" creationId="{599D38D3-FD57-7CA1-00C1-3F24C89E04E8}"/>
          </ac:spMkLst>
        </pc:spChg>
        <pc:spChg chg="add mod">
          <ac:chgData name="Chris Alvin" userId="1477fe7d-12c1-4dcd-b708-f1331679ff1c" providerId="ADAL" clId="{45F9C439-45B9-4AFF-9C50-25532634ECD6}" dt="2023-02-16T16:56:52.681" v="7963" actId="1076"/>
          <ac:spMkLst>
            <pc:docMk/>
            <pc:sldMk cId="2275880320" sldId="462"/>
            <ac:spMk id="36" creationId="{418DC161-B5FC-CBC7-0C98-999910CC9B42}"/>
          </ac:spMkLst>
        </pc:spChg>
        <pc:spChg chg="del">
          <ac:chgData name="Chris Alvin" userId="1477fe7d-12c1-4dcd-b708-f1331679ff1c" providerId="ADAL" clId="{45F9C439-45B9-4AFF-9C50-25532634ECD6}" dt="2023-02-16T14:28:27.917" v="6833" actId="478"/>
          <ac:spMkLst>
            <pc:docMk/>
            <pc:sldMk cId="2275880320" sldId="462"/>
            <ac:spMk id="141" creationId="{2755227C-2F51-F9E1-23B2-3A9ECDB3C8B0}"/>
          </ac:spMkLst>
        </pc:spChg>
        <pc:grpChg chg="del">
          <ac:chgData name="Chris Alvin" userId="1477fe7d-12c1-4dcd-b708-f1331679ff1c" providerId="ADAL" clId="{45F9C439-45B9-4AFF-9C50-25532634ECD6}" dt="2023-02-16T14:28:27.917" v="6833" actId="478"/>
          <ac:grpSpMkLst>
            <pc:docMk/>
            <pc:sldMk cId="2275880320" sldId="462"/>
            <ac:grpSpMk id="21" creationId="{E39527B3-A6F0-ABE3-B7DB-7177ECFA7A07}"/>
          </ac:grpSpMkLst>
        </pc:grpChg>
        <pc:grpChg chg="del">
          <ac:chgData name="Chris Alvin" userId="1477fe7d-12c1-4dcd-b708-f1331679ff1c" providerId="ADAL" clId="{45F9C439-45B9-4AFF-9C50-25532634ECD6}" dt="2023-02-16T14:28:30.816" v="6834" actId="478"/>
          <ac:grpSpMkLst>
            <pc:docMk/>
            <pc:sldMk cId="2275880320" sldId="462"/>
            <ac:grpSpMk id="29" creationId="{32EB340F-C6D8-32DE-C160-E83232E6608D}"/>
          </ac:grpSpMkLst>
        </pc:grpChg>
        <pc:graphicFrameChg chg="del">
          <ac:chgData name="Chris Alvin" userId="1477fe7d-12c1-4dcd-b708-f1331679ff1c" providerId="ADAL" clId="{45F9C439-45B9-4AFF-9C50-25532634ECD6}" dt="2023-02-16T14:28:27.917" v="6833" actId="478"/>
          <ac:graphicFrameMkLst>
            <pc:docMk/>
            <pc:sldMk cId="2275880320" sldId="462"/>
            <ac:graphicFrameMk id="16" creationId="{0E0E89DE-A858-0170-2945-5CCF79E941C0}"/>
          </ac:graphicFrameMkLst>
        </pc:graphicFrameChg>
        <pc:picChg chg="add del mod">
          <ac:chgData name="Chris Alvin" userId="1477fe7d-12c1-4dcd-b708-f1331679ff1c" providerId="ADAL" clId="{45F9C439-45B9-4AFF-9C50-25532634ECD6}" dt="2023-02-16T14:37:56.769" v="6880"/>
          <ac:picMkLst>
            <pc:docMk/>
            <pc:sldMk cId="2275880320" sldId="462"/>
            <ac:picMk id="2" creationId="{924F8553-85C6-A86B-D28F-4DB9769F4723}"/>
          </ac:picMkLst>
        </pc:picChg>
        <pc:cxnChg chg="add mod">
          <ac:chgData name="Chris Alvin" userId="1477fe7d-12c1-4dcd-b708-f1331679ff1c" providerId="ADAL" clId="{45F9C439-45B9-4AFF-9C50-25532634ECD6}" dt="2023-02-16T16:51:34.938" v="7795" actId="1076"/>
          <ac:cxnSpMkLst>
            <pc:docMk/>
            <pc:sldMk cId="2275880320" sldId="462"/>
            <ac:cxnSpMk id="33" creationId="{26EAC9F3-1853-4C35-12AD-1E1E57F797EF}"/>
          </ac:cxnSpMkLst>
        </pc:cxnChg>
      </pc:sldChg>
      <pc:sldChg chg="addSp delSp modSp add mod ord addAnim delAnim modAnim">
        <pc:chgData name="Chris Alvin" userId="1477fe7d-12c1-4dcd-b708-f1331679ff1c" providerId="ADAL" clId="{45F9C439-45B9-4AFF-9C50-25532634ECD6}" dt="2023-02-17T17:52:08.100" v="8786"/>
        <pc:sldMkLst>
          <pc:docMk/>
          <pc:sldMk cId="2431534461" sldId="463"/>
        </pc:sldMkLst>
        <pc:spChg chg="add mod">
          <ac:chgData name="Chris Alvin" userId="1477fe7d-12c1-4dcd-b708-f1331679ff1c" providerId="ADAL" clId="{45F9C439-45B9-4AFF-9C50-25532634ECD6}" dt="2023-02-17T17:43:59.340" v="8590" actId="164"/>
          <ac:spMkLst>
            <pc:docMk/>
            <pc:sldMk cId="2431534461" sldId="463"/>
            <ac:spMk id="2" creationId="{37F02560-5AE5-8D54-545D-54E8C882D685}"/>
          </ac:spMkLst>
        </pc:spChg>
        <pc:spChg chg="del">
          <ac:chgData name="Chris Alvin" userId="1477fe7d-12c1-4dcd-b708-f1331679ff1c" providerId="ADAL" clId="{45F9C439-45B9-4AFF-9C50-25532634ECD6}" dt="2023-02-16T16:57:44.807" v="7977" actId="478"/>
          <ac:spMkLst>
            <pc:docMk/>
            <pc:sldMk cId="2431534461" sldId="463"/>
            <ac:spMk id="2" creationId="{7B93DBC8-D111-DE52-0567-82CB0148599E}"/>
          </ac:spMkLst>
        </pc:spChg>
        <pc:spChg chg="add mod">
          <ac:chgData name="Chris Alvin" userId="1477fe7d-12c1-4dcd-b708-f1331679ff1c" providerId="ADAL" clId="{45F9C439-45B9-4AFF-9C50-25532634ECD6}" dt="2023-02-17T17:43:59.340" v="8590" actId="164"/>
          <ac:spMkLst>
            <pc:docMk/>
            <pc:sldMk cId="2431534461" sldId="463"/>
            <ac:spMk id="3" creationId="{099735C2-D77E-6A7A-EA91-33DAD7EB900A}"/>
          </ac:spMkLst>
        </pc:spChg>
        <pc:spChg chg="mod">
          <ac:chgData name="Chris Alvin" userId="1477fe7d-12c1-4dcd-b708-f1331679ff1c" providerId="ADAL" clId="{45F9C439-45B9-4AFF-9C50-25532634ECD6}" dt="2023-02-17T17:47:42.368" v="8761" actId="1076"/>
          <ac:spMkLst>
            <pc:docMk/>
            <pc:sldMk cId="2431534461" sldId="463"/>
            <ac:spMk id="4" creationId="{00000000-0000-0000-0000-000000000000}"/>
          </ac:spMkLst>
        </pc:spChg>
        <pc:spChg chg="mod">
          <ac:chgData name="Chris Alvin" userId="1477fe7d-12c1-4dcd-b708-f1331679ff1c" providerId="ADAL" clId="{45F9C439-45B9-4AFF-9C50-25532634ECD6}" dt="2023-02-17T17:50:10.947" v="8779" actId="1076"/>
          <ac:spMkLst>
            <pc:docMk/>
            <pc:sldMk cId="2431534461" sldId="463"/>
            <ac:spMk id="5" creationId="{14FC2939-F1A8-FE4B-FA31-0E4BAC9838E5}"/>
          </ac:spMkLst>
        </pc:spChg>
        <pc:spChg chg="add mod">
          <ac:chgData name="Chris Alvin" userId="1477fe7d-12c1-4dcd-b708-f1331679ff1c" providerId="ADAL" clId="{45F9C439-45B9-4AFF-9C50-25532634ECD6}" dt="2023-02-17T17:43:59.340" v="8590" actId="164"/>
          <ac:spMkLst>
            <pc:docMk/>
            <pc:sldMk cId="2431534461" sldId="463"/>
            <ac:spMk id="6" creationId="{B5F12EB0-CC2A-0095-1BE2-76C23703B624}"/>
          </ac:spMkLst>
        </pc:spChg>
        <pc:spChg chg="del">
          <ac:chgData name="Chris Alvin" userId="1477fe7d-12c1-4dcd-b708-f1331679ff1c" providerId="ADAL" clId="{45F9C439-45B9-4AFF-9C50-25532634ECD6}" dt="2023-02-16T16:57:48.522" v="7978" actId="478"/>
          <ac:spMkLst>
            <pc:docMk/>
            <pc:sldMk cId="2431534461" sldId="463"/>
            <ac:spMk id="6" creationId="{EE221E72-F062-643D-6570-3B17481B19BE}"/>
          </ac:spMkLst>
        </pc:spChg>
        <pc:spChg chg="mod">
          <ac:chgData name="Chris Alvin" userId="1477fe7d-12c1-4dcd-b708-f1331679ff1c" providerId="ADAL" clId="{45F9C439-45B9-4AFF-9C50-25532634ECD6}" dt="2023-02-17T17:50:10.947" v="8779" actId="1076"/>
          <ac:spMkLst>
            <pc:docMk/>
            <pc:sldMk cId="2431534461" sldId="463"/>
            <ac:spMk id="7" creationId="{358F17C6-A23B-AC30-5056-123F00B79A9E}"/>
          </ac:spMkLst>
        </pc:spChg>
        <pc:spChg chg="mod">
          <ac:chgData name="Chris Alvin" userId="1477fe7d-12c1-4dcd-b708-f1331679ff1c" providerId="ADAL" clId="{45F9C439-45B9-4AFF-9C50-25532634ECD6}" dt="2023-02-17T17:50:10.947" v="8779" actId="1076"/>
          <ac:spMkLst>
            <pc:docMk/>
            <pc:sldMk cId="2431534461" sldId="463"/>
            <ac:spMk id="8" creationId="{3ABF6AD2-A3E1-6134-78F2-060C3A78F86E}"/>
          </ac:spMkLst>
        </pc:spChg>
        <pc:spChg chg="mod">
          <ac:chgData name="Chris Alvin" userId="1477fe7d-12c1-4dcd-b708-f1331679ff1c" providerId="ADAL" clId="{45F9C439-45B9-4AFF-9C50-25532634ECD6}" dt="2023-02-17T17:50:10.947" v="8779" actId="1076"/>
          <ac:spMkLst>
            <pc:docMk/>
            <pc:sldMk cId="2431534461" sldId="463"/>
            <ac:spMk id="9" creationId="{CFF03B65-5E1F-79D8-3120-1C1550CD1F58}"/>
          </ac:spMkLst>
        </pc:spChg>
        <pc:spChg chg="add mod">
          <ac:chgData name="Chris Alvin" userId="1477fe7d-12c1-4dcd-b708-f1331679ff1c" providerId="ADAL" clId="{45F9C439-45B9-4AFF-9C50-25532634ECD6}" dt="2023-02-17T17:43:59.340" v="8590" actId="164"/>
          <ac:spMkLst>
            <pc:docMk/>
            <pc:sldMk cId="2431534461" sldId="463"/>
            <ac:spMk id="10" creationId="{EFE52F26-6114-8677-7F4C-EC2115C377A7}"/>
          </ac:spMkLst>
        </pc:spChg>
        <pc:spChg chg="mod">
          <ac:chgData name="Chris Alvin" userId="1477fe7d-12c1-4dcd-b708-f1331679ff1c" providerId="ADAL" clId="{45F9C439-45B9-4AFF-9C50-25532634ECD6}" dt="2023-02-17T17:50:14.258" v="8780" actId="1076"/>
          <ac:spMkLst>
            <pc:docMk/>
            <pc:sldMk cId="2431534461" sldId="463"/>
            <ac:spMk id="11" creationId="{8A223C3D-3BBC-3694-3807-9258F94FC7C9}"/>
          </ac:spMkLst>
        </pc:spChg>
        <pc:spChg chg="del mod">
          <ac:chgData name="Chris Alvin" userId="1477fe7d-12c1-4dcd-b708-f1331679ff1c" providerId="ADAL" clId="{45F9C439-45B9-4AFF-9C50-25532634ECD6}" dt="2023-02-17T17:40:37.760" v="8538" actId="478"/>
          <ac:spMkLst>
            <pc:docMk/>
            <pc:sldMk cId="2431534461" sldId="463"/>
            <ac:spMk id="12" creationId="{E126F398-AA13-5E37-27AC-5E3093A1CCB3}"/>
          </ac:spMkLst>
        </pc:spChg>
        <pc:spChg chg="add mod">
          <ac:chgData name="Chris Alvin" userId="1477fe7d-12c1-4dcd-b708-f1331679ff1c" providerId="ADAL" clId="{45F9C439-45B9-4AFF-9C50-25532634ECD6}" dt="2023-02-17T17:43:59.340" v="8590" actId="164"/>
          <ac:spMkLst>
            <pc:docMk/>
            <pc:sldMk cId="2431534461" sldId="463"/>
            <ac:spMk id="13" creationId="{3C71A75F-501E-3F18-7078-CBACDC693C3F}"/>
          </ac:spMkLst>
        </pc:spChg>
        <pc:spChg chg="add mod">
          <ac:chgData name="Chris Alvin" userId="1477fe7d-12c1-4dcd-b708-f1331679ff1c" providerId="ADAL" clId="{45F9C439-45B9-4AFF-9C50-25532634ECD6}" dt="2023-02-17T17:43:59.340" v="8590" actId="164"/>
          <ac:spMkLst>
            <pc:docMk/>
            <pc:sldMk cId="2431534461" sldId="463"/>
            <ac:spMk id="14" creationId="{8BF4A1B7-6D05-1BAF-AD13-C1EB734689D9}"/>
          </ac:spMkLst>
        </pc:spChg>
        <pc:spChg chg="add mod">
          <ac:chgData name="Chris Alvin" userId="1477fe7d-12c1-4dcd-b708-f1331679ff1c" providerId="ADAL" clId="{45F9C439-45B9-4AFF-9C50-25532634ECD6}" dt="2023-02-17T17:43:59.340" v="8590" actId="164"/>
          <ac:spMkLst>
            <pc:docMk/>
            <pc:sldMk cId="2431534461" sldId="463"/>
            <ac:spMk id="15" creationId="{BE3F8392-4A0C-66DB-498D-CAC8661021E0}"/>
          </ac:spMkLst>
        </pc:spChg>
        <pc:spChg chg="add mod">
          <ac:chgData name="Chris Alvin" userId="1477fe7d-12c1-4dcd-b708-f1331679ff1c" providerId="ADAL" clId="{45F9C439-45B9-4AFF-9C50-25532634ECD6}" dt="2023-02-17T17:43:59.340" v="8590" actId="164"/>
          <ac:spMkLst>
            <pc:docMk/>
            <pc:sldMk cId="2431534461" sldId="463"/>
            <ac:spMk id="16" creationId="{8CC7A274-2202-949E-60B3-2C894748C12C}"/>
          </ac:spMkLst>
        </pc:spChg>
        <pc:spChg chg="add mod">
          <ac:chgData name="Chris Alvin" userId="1477fe7d-12c1-4dcd-b708-f1331679ff1c" providerId="ADAL" clId="{45F9C439-45B9-4AFF-9C50-25532634ECD6}" dt="2023-02-17T17:43:59.340" v="8590" actId="164"/>
          <ac:spMkLst>
            <pc:docMk/>
            <pc:sldMk cId="2431534461" sldId="463"/>
            <ac:spMk id="58" creationId="{0ECACF61-CA5A-FFA7-F295-4BE6351B3D33}"/>
          </ac:spMkLst>
        </pc:spChg>
        <pc:spChg chg="add del mod">
          <ac:chgData name="Chris Alvin" userId="1477fe7d-12c1-4dcd-b708-f1331679ff1c" providerId="ADAL" clId="{45F9C439-45B9-4AFF-9C50-25532634ECD6}" dt="2023-02-17T17:37:11.579" v="8460" actId="478"/>
          <ac:spMkLst>
            <pc:docMk/>
            <pc:sldMk cId="2431534461" sldId="463"/>
            <ac:spMk id="60" creationId="{4D3C8A9E-9FBB-ECEC-3F9F-F4725191D61C}"/>
          </ac:spMkLst>
        </pc:spChg>
        <pc:spChg chg="add del mod">
          <ac:chgData name="Chris Alvin" userId="1477fe7d-12c1-4dcd-b708-f1331679ff1c" providerId="ADAL" clId="{45F9C439-45B9-4AFF-9C50-25532634ECD6}" dt="2023-02-17T17:37:14.874" v="8461" actId="478"/>
          <ac:spMkLst>
            <pc:docMk/>
            <pc:sldMk cId="2431534461" sldId="463"/>
            <ac:spMk id="63" creationId="{9CCAE2DE-A044-6BB8-4A50-96CEC4AF2DB5}"/>
          </ac:spMkLst>
        </pc:spChg>
        <pc:spChg chg="add del mod">
          <ac:chgData name="Chris Alvin" userId="1477fe7d-12c1-4dcd-b708-f1331679ff1c" providerId="ADAL" clId="{45F9C439-45B9-4AFF-9C50-25532634ECD6}" dt="2023-02-17T17:37:14.874" v="8461" actId="478"/>
          <ac:spMkLst>
            <pc:docMk/>
            <pc:sldMk cId="2431534461" sldId="463"/>
            <ac:spMk id="64" creationId="{5489F05D-3A3C-CC9C-0A2B-820C80179600}"/>
          </ac:spMkLst>
        </pc:spChg>
        <pc:spChg chg="add mod">
          <ac:chgData name="Chris Alvin" userId="1477fe7d-12c1-4dcd-b708-f1331679ff1c" providerId="ADAL" clId="{45F9C439-45B9-4AFF-9C50-25532634ECD6}" dt="2023-02-17T17:43:59.340" v="8590" actId="164"/>
          <ac:spMkLst>
            <pc:docMk/>
            <pc:sldMk cId="2431534461" sldId="463"/>
            <ac:spMk id="65" creationId="{3750A159-0FFF-F4E0-A6BE-8CA0A695E4A6}"/>
          </ac:spMkLst>
        </pc:spChg>
        <pc:spChg chg="add mod">
          <ac:chgData name="Chris Alvin" userId="1477fe7d-12c1-4dcd-b708-f1331679ff1c" providerId="ADAL" clId="{45F9C439-45B9-4AFF-9C50-25532634ECD6}" dt="2023-02-17T17:43:59.340" v="8590" actId="164"/>
          <ac:spMkLst>
            <pc:docMk/>
            <pc:sldMk cId="2431534461" sldId="463"/>
            <ac:spMk id="66" creationId="{72005C4A-59CC-FE38-DD02-CD8B11E96BD3}"/>
          </ac:spMkLst>
        </pc:spChg>
        <pc:spChg chg="add mod">
          <ac:chgData name="Chris Alvin" userId="1477fe7d-12c1-4dcd-b708-f1331679ff1c" providerId="ADAL" clId="{45F9C439-45B9-4AFF-9C50-25532634ECD6}" dt="2023-02-17T17:43:59.340" v="8590" actId="164"/>
          <ac:spMkLst>
            <pc:docMk/>
            <pc:sldMk cId="2431534461" sldId="463"/>
            <ac:spMk id="67" creationId="{AAD87FE4-7158-FADB-6624-E48E9378F0AB}"/>
          </ac:spMkLst>
        </pc:spChg>
        <pc:spChg chg="add mod">
          <ac:chgData name="Chris Alvin" userId="1477fe7d-12c1-4dcd-b708-f1331679ff1c" providerId="ADAL" clId="{45F9C439-45B9-4AFF-9C50-25532634ECD6}" dt="2023-02-17T17:50:25.395" v="8784" actId="1076"/>
          <ac:spMkLst>
            <pc:docMk/>
            <pc:sldMk cId="2431534461" sldId="463"/>
            <ac:spMk id="68" creationId="{FF305176-A0AC-8C1F-AEC5-92EFEB003B1E}"/>
          </ac:spMkLst>
        </pc:spChg>
        <pc:spChg chg="add mod">
          <ac:chgData name="Chris Alvin" userId="1477fe7d-12c1-4dcd-b708-f1331679ff1c" providerId="ADAL" clId="{45F9C439-45B9-4AFF-9C50-25532634ECD6}" dt="2023-02-17T17:48:42.947" v="8773" actId="1076"/>
          <ac:spMkLst>
            <pc:docMk/>
            <pc:sldMk cId="2431534461" sldId="463"/>
            <ac:spMk id="69" creationId="{6BB77C88-E27A-7762-21F7-94CA12DC0D6C}"/>
          </ac:spMkLst>
        </pc:spChg>
        <pc:spChg chg="add mod">
          <ac:chgData name="Chris Alvin" userId="1477fe7d-12c1-4dcd-b708-f1331679ff1c" providerId="ADAL" clId="{45F9C439-45B9-4AFF-9C50-25532634ECD6}" dt="2023-02-17T17:44:09.438" v="8592" actId="164"/>
          <ac:spMkLst>
            <pc:docMk/>
            <pc:sldMk cId="2431534461" sldId="463"/>
            <ac:spMk id="70" creationId="{21C6288B-9DA4-808A-A8F7-72E9AA6CCE40}"/>
          </ac:spMkLst>
        </pc:spChg>
        <pc:spChg chg="add mod">
          <ac:chgData name="Chris Alvin" userId="1477fe7d-12c1-4dcd-b708-f1331679ff1c" providerId="ADAL" clId="{45F9C439-45B9-4AFF-9C50-25532634ECD6}" dt="2023-02-17T17:44:09.438" v="8592" actId="164"/>
          <ac:spMkLst>
            <pc:docMk/>
            <pc:sldMk cId="2431534461" sldId="463"/>
            <ac:spMk id="71" creationId="{75258BEE-A600-EE92-1915-2355C4D66A05}"/>
          </ac:spMkLst>
        </pc:spChg>
        <pc:spChg chg="add mod">
          <ac:chgData name="Chris Alvin" userId="1477fe7d-12c1-4dcd-b708-f1331679ff1c" providerId="ADAL" clId="{45F9C439-45B9-4AFF-9C50-25532634ECD6}" dt="2023-02-17T17:44:09.438" v="8592" actId="164"/>
          <ac:spMkLst>
            <pc:docMk/>
            <pc:sldMk cId="2431534461" sldId="463"/>
            <ac:spMk id="72" creationId="{0EE1C56C-BA22-EEC4-EEFF-379DB0FA8D8D}"/>
          </ac:spMkLst>
        </pc:spChg>
        <pc:spChg chg="add del mod">
          <ac:chgData name="Chris Alvin" userId="1477fe7d-12c1-4dcd-b708-f1331679ff1c" providerId="ADAL" clId="{45F9C439-45B9-4AFF-9C50-25532634ECD6}" dt="2023-02-17T17:41:57.721" v="8559" actId="478"/>
          <ac:spMkLst>
            <pc:docMk/>
            <pc:sldMk cId="2431534461" sldId="463"/>
            <ac:spMk id="73" creationId="{A990624A-F54B-63A6-50DB-CFC70AD84B6D}"/>
          </ac:spMkLst>
        </pc:spChg>
        <pc:spChg chg="add mod">
          <ac:chgData name="Chris Alvin" userId="1477fe7d-12c1-4dcd-b708-f1331679ff1c" providerId="ADAL" clId="{45F9C439-45B9-4AFF-9C50-25532634ECD6}" dt="2023-02-17T17:44:09.438" v="8592" actId="164"/>
          <ac:spMkLst>
            <pc:docMk/>
            <pc:sldMk cId="2431534461" sldId="463"/>
            <ac:spMk id="74" creationId="{4268DF51-A68F-0EAF-8333-A1FC91D94AE2}"/>
          </ac:spMkLst>
        </pc:spChg>
        <pc:spChg chg="add del mod">
          <ac:chgData name="Chris Alvin" userId="1477fe7d-12c1-4dcd-b708-f1331679ff1c" providerId="ADAL" clId="{45F9C439-45B9-4AFF-9C50-25532634ECD6}" dt="2023-02-17T17:42:39.564" v="8570" actId="478"/>
          <ac:spMkLst>
            <pc:docMk/>
            <pc:sldMk cId="2431534461" sldId="463"/>
            <ac:spMk id="75" creationId="{A6BB9860-26F2-6E48-7631-AF8732E7F322}"/>
          </ac:spMkLst>
        </pc:spChg>
        <pc:spChg chg="add del mod">
          <ac:chgData name="Chris Alvin" userId="1477fe7d-12c1-4dcd-b708-f1331679ff1c" providerId="ADAL" clId="{45F9C439-45B9-4AFF-9C50-25532634ECD6}" dt="2023-02-17T17:42:39.564" v="8570" actId="478"/>
          <ac:spMkLst>
            <pc:docMk/>
            <pc:sldMk cId="2431534461" sldId="463"/>
            <ac:spMk id="76" creationId="{C8FA8A6C-167A-4D4C-6FFB-34C0EC6042F4}"/>
          </ac:spMkLst>
        </pc:spChg>
        <pc:spChg chg="add del mod">
          <ac:chgData name="Chris Alvin" userId="1477fe7d-12c1-4dcd-b708-f1331679ff1c" providerId="ADAL" clId="{45F9C439-45B9-4AFF-9C50-25532634ECD6}" dt="2023-02-17T17:42:05.186" v="8561" actId="478"/>
          <ac:spMkLst>
            <pc:docMk/>
            <pc:sldMk cId="2431534461" sldId="463"/>
            <ac:spMk id="77" creationId="{D866BB37-7132-E5A5-F96B-DBE197B8FFF9}"/>
          </ac:spMkLst>
        </pc:spChg>
        <pc:spChg chg="add del mod">
          <ac:chgData name="Chris Alvin" userId="1477fe7d-12c1-4dcd-b708-f1331679ff1c" providerId="ADAL" clId="{45F9C439-45B9-4AFF-9C50-25532634ECD6}" dt="2023-02-17T17:41:22.596" v="8545" actId="478"/>
          <ac:spMkLst>
            <pc:docMk/>
            <pc:sldMk cId="2431534461" sldId="463"/>
            <ac:spMk id="85" creationId="{847DA7F3-1A7B-A908-5342-EE19A311F947}"/>
          </ac:spMkLst>
        </pc:spChg>
        <pc:spChg chg="add del mod">
          <ac:chgData name="Chris Alvin" userId="1477fe7d-12c1-4dcd-b708-f1331679ff1c" providerId="ADAL" clId="{45F9C439-45B9-4AFF-9C50-25532634ECD6}" dt="2023-02-17T17:41:22.596" v="8545" actId="478"/>
          <ac:spMkLst>
            <pc:docMk/>
            <pc:sldMk cId="2431534461" sldId="463"/>
            <ac:spMk id="86" creationId="{DB4AA938-21AD-87BA-FCA4-E733874113CF}"/>
          </ac:spMkLst>
        </pc:spChg>
        <pc:spChg chg="add del mod">
          <ac:chgData name="Chris Alvin" userId="1477fe7d-12c1-4dcd-b708-f1331679ff1c" providerId="ADAL" clId="{45F9C439-45B9-4AFF-9C50-25532634ECD6}" dt="2023-02-17T17:41:22.596" v="8545" actId="478"/>
          <ac:spMkLst>
            <pc:docMk/>
            <pc:sldMk cId="2431534461" sldId="463"/>
            <ac:spMk id="87" creationId="{AFF7973C-174C-91DE-681C-AD87599573C3}"/>
          </ac:spMkLst>
        </pc:spChg>
        <pc:spChg chg="add del mod">
          <ac:chgData name="Chris Alvin" userId="1477fe7d-12c1-4dcd-b708-f1331679ff1c" providerId="ADAL" clId="{45F9C439-45B9-4AFF-9C50-25532634ECD6}" dt="2023-02-17T17:41:22.596" v="8545" actId="478"/>
          <ac:spMkLst>
            <pc:docMk/>
            <pc:sldMk cId="2431534461" sldId="463"/>
            <ac:spMk id="88" creationId="{857E079A-03A3-1DAB-D16F-DC99BA6ED63F}"/>
          </ac:spMkLst>
        </pc:spChg>
        <pc:spChg chg="add mod">
          <ac:chgData name="Chris Alvin" userId="1477fe7d-12c1-4dcd-b708-f1331679ff1c" providerId="ADAL" clId="{45F9C439-45B9-4AFF-9C50-25532634ECD6}" dt="2023-02-17T17:44:09.438" v="8592" actId="164"/>
          <ac:spMkLst>
            <pc:docMk/>
            <pc:sldMk cId="2431534461" sldId="463"/>
            <ac:spMk id="92" creationId="{BC9785A7-213E-B679-25A8-6DA6EFEAEE75}"/>
          </ac:spMkLst>
        </pc:spChg>
        <pc:spChg chg="add mod">
          <ac:chgData name="Chris Alvin" userId="1477fe7d-12c1-4dcd-b708-f1331679ff1c" providerId="ADAL" clId="{45F9C439-45B9-4AFF-9C50-25532634ECD6}" dt="2023-02-17T17:44:09.438" v="8592" actId="164"/>
          <ac:spMkLst>
            <pc:docMk/>
            <pc:sldMk cId="2431534461" sldId="463"/>
            <ac:spMk id="95" creationId="{BDB09327-2C7E-D5C0-F0F1-31CC57F8190E}"/>
          </ac:spMkLst>
        </pc:spChg>
        <pc:spChg chg="add mod">
          <ac:chgData name="Chris Alvin" userId="1477fe7d-12c1-4dcd-b708-f1331679ff1c" providerId="ADAL" clId="{45F9C439-45B9-4AFF-9C50-25532634ECD6}" dt="2023-02-17T17:44:09.438" v="8592" actId="164"/>
          <ac:spMkLst>
            <pc:docMk/>
            <pc:sldMk cId="2431534461" sldId="463"/>
            <ac:spMk id="98" creationId="{BFE2925A-9B98-1E52-064B-81A20C93EEF6}"/>
          </ac:spMkLst>
        </pc:spChg>
        <pc:spChg chg="add mod">
          <ac:chgData name="Chris Alvin" userId="1477fe7d-12c1-4dcd-b708-f1331679ff1c" providerId="ADAL" clId="{45F9C439-45B9-4AFF-9C50-25532634ECD6}" dt="2023-02-17T17:48:40.811" v="8772" actId="1076"/>
          <ac:spMkLst>
            <pc:docMk/>
            <pc:sldMk cId="2431534461" sldId="463"/>
            <ac:spMk id="100" creationId="{030703E4-5E24-8B50-D744-A04D6DED4A5C}"/>
          </ac:spMkLst>
        </pc:spChg>
        <pc:spChg chg="add mod">
          <ac:chgData name="Chris Alvin" userId="1477fe7d-12c1-4dcd-b708-f1331679ff1c" providerId="ADAL" clId="{45F9C439-45B9-4AFF-9C50-25532634ECD6}" dt="2023-02-17T17:44:28.663" v="8598" actId="164"/>
          <ac:spMkLst>
            <pc:docMk/>
            <pc:sldMk cId="2431534461" sldId="463"/>
            <ac:spMk id="101" creationId="{AB31A0EB-6D81-8A99-E1AA-7E7F5D41A029}"/>
          </ac:spMkLst>
        </pc:spChg>
        <pc:spChg chg="add del mod">
          <ac:chgData name="Chris Alvin" userId="1477fe7d-12c1-4dcd-b708-f1331679ff1c" providerId="ADAL" clId="{45F9C439-45B9-4AFF-9C50-25532634ECD6}" dt="2023-02-17T17:43:05.083" v="8574" actId="478"/>
          <ac:spMkLst>
            <pc:docMk/>
            <pc:sldMk cId="2431534461" sldId="463"/>
            <ac:spMk id="102" creationId="{08A8B2C6-765A-2E41-5ADF-97DC0B2A6EC4}"/>
          </ac:spMkLst>
        </pc:spChg>
        <pc:spChg chg="add del mod">
          <ac:chgData name="Chris Alvin" userId="1477fe7d-12c1-4dcd-b708-f1331679ff1c" providerId="ADAL" clId="{45F9C439-45B9-4AFF-9C50-25532634ECD6}" dt="2023-02-17T17:43:20.296" v="8578" actId="478"/>
          <ac:spMkLst>
            <pc:docMk/>
            <pc:sldMk cId="2431534461" sldId="463"/>
            <ac:spMk id="103" creationId="{C670FC43-3068-488C-5F46-A6B4D09107A5}"/>
          </ac:spMkLst>
        </pc:spChg>
        <pc:spChg chg="add del mod">
          <ac:chgData name="Chris Alvin" userId="1477fe7d-12c1-4dcd-b708-f1331679ff1c" providerId="ADAL" clId="{45F9C439-45B9-4AFF-9C50-25532634ECD6}" dt="2023-02-17T17:43:05.083" v="8574" actId="478"/>
          <ac:spMkLst>
            <pc:docMk/>
            <pc:sldMk cId="2431534461" sldId="463"/>
            <ac:spMk id="104" creationId="{EFF2ACBA-ED69-1A26-95A7-3B9E617006CA}"/>
          </ac:spMkLst>
        </pc:spChg>
        <pc:spChg chg="add del mod">
          <ac:chgData name="Chris Alvin" userId="1477fe7d-12c1-4dcd-b708-f1331679ff1c" providerId="ADAL" clId="{45F9C439-45B9-4AFF-9C50-25532634ECD6}" dt="2023-02-17T17:43:17.811" v="8577" actId="478"/>
          <ac:spMkLst>
            <pc:docMk/>
            <pc:sldMk cId="2431534461" sldId="463"/>
            <ac:spMk id="111" creationId="{124638D7-042B-F02B-983A-F3C0FC99A76B}"/>
          </ac:spMkLst>
        </pc:spChg>
        <pc:spChg chg="add del mod">
          <ac:chgData name="Chris Alvin" userId="1477fe7d-12c1-4dcd-b708-f1331679ff1c" providerId="ADAL" clId="{45F9C439-45B9-4AFF-9C50-25532634ECD6}" dt="2023-02-17T17:43:17.811" v="8577" actId="478"/>
          <ac:spMkLst>
            <pc:docMk/>
            <pc:sldMk cId="2431534461" sldId="463"/>
            <ac:spMk id="112" creationId="{D3507838-1DBA-0FF4-B7BC-B05934FFCEDF}"/>
          </ac:spMkLst>
        </pc:spChg>
        <pc:spChg chg="add mod">
          <ac:chgData name="Chris Alvin" userId="1477fe7d-12c1-4dcd-b708-f1331679ff1c" providerId="ADAL" clId="{45F9C439-45B9-4AFF-9C50-25532634ECD6}" dt="2023-02-17T17:44:28.663" v="8598" actId="164"/>
          <ac:spMkLst>
            <pc:docMk/>
            <pc:sldMk cId="2431534461" sldId="463"/>
            <ac:spMk id="113" creationId="{294A09F5-B804-304A-F8A1-B6B58B2C113D}"/>
          </ac:spMkLst>
        </pc:spChg>
        <pc:spChg chg="add mod">
          <ac:chgData name="Chris Alvin" userId="1477fe7d-12c1-4dcd-b708-f1331679ff1c" providerId="ADAL" clId="{45F9C439-45B9-4AFF-9C50-25532634ECD6}" dt="2023-02-17T17:44:28.663" v="8598" actId="164"/>
          <ac:spMkLst>
            <pc:docMk/>
            <pc:sldMk cId="2431534461" sldId="463"/>
            <ac:spMk id="116" creationId="{22DD2A8B-D5E6-421B-7F4C-ED41CA721C70}"/>
          </ac:spMkLst>
        </pc:spChg>
        <pc:spChg chg="add del mod">
          <ac:chgData name="Chris Alvin" userId="1477fe7d-12c1-4dcd-b708-f1331679ff1c" providerId="ADAL" clId="{45F9C439-45B9-4AFF-9C50-25532634ECD6}" dt="2023-02-17T17:43:37.922" v="8584" actId="478"/>
          <ac:spMkLst>
            <pc:docMk/>
            <pc:sldMk cId="2431534461" sldId="463"/>
            <ac:spMk id="118" creationId="{CE71A1A9-C5B8-D653-542D-D5007B00AFB5}"/>
          </ac:spMkLst>
        </pc:spChg>
        <pc:spChg chg="add mod">
          <ac:chgData name="Chris Alvin" userId="1477fe7d-12c1-4dcd-b708-f1331679ff1c" providerId="ADAL" clId="{45F9C439-45B9-4AFF-9C50-25532634ECD6}" dt="2023-02-17T17:48:35.562" v="8770" actId="1076"/>
          <ac:spMkLst>
            <pc:docMk/>
            <pc:sldMk cId="2431534461" sldId="463"/>
            <ac:spMk id="121" creationId="{3BA533D4-C2EE-AFD7-D955-8D5533DAB2DB}"/>
          </ac:spMkLst>
        </pc:spChg>
        <pc:spChg chg="add del mod">
          <ac:chgData name="Chris Alvin" userId="1477fe7d-12c1-4dcd-b708-f1331679ff1c" providerId="ADAL" clId="{45F9C439-45B9-4AFF-9C50-25532634ECD6}" dt="2023-02-17T17:43:41.154" v="8586" actId="478"/>
          <ac:spMkLst>
            <pc:docMk/>
            <pc:sldMk cId="2431534461" sldId="463"/>
            <ac:spMk id="122" creationId="{3793CC45-75FA-CBCE-E802-92340CCFAB7E}"/>
          </ac:spMkLst>
        </pc:spChg>
        <pc:spChg chg="add mod">
          <ac:chgData name="Chris Alvin" userId="1477fe7d-12c1-4dcd-b708-f1331679ff1c" providerId="ADAL" clId="{45F9C439-45B9-4AFF-9C50-25532634ECD6}" dt="2023-02-17T17:48:35.562" v="8770" actId="1076"/>
          <ac:spMkLst>
            <pc:docMk/>
            <pc:sldMk cId="2431534461" sldId="463"/>
            <ac:spMk id="123" creationId="{FDDD529A-7EFF-AA63-C0D9-D99158EF85AB}"/>
          </ac:spMkLst>
        </pc:spChg>
        <pc:spChg chg="add mod">
          <ac:chgData name="Chris Alvin" userId="1477fe7d-12c1-4dcd-b708-f1331679ff1c" providerId="ADAL" clId="{45F9C439-45B9-4AFF-9C50-25532634ECD6}" dt="2023-02-17T17:47:38.203" v="8759" actId="1076"/>
          <ac:spMkLst>
            <pc:docMk/>
            <pc:sldMk cId="2431534461" sldId="463"/>
            <ac:spMk id="127" creationId="{8A75C1F8-E874-F7E0-9234-3F2CE0228956}"/>
          </ac:spMkLst>
        </pc:spChg>
        <pc:spChg chg="del">
          <ac:chgData name="Chris Alvin" userId="1477fe7d-12c1-4dcd-b708-f1331679ff1c" providerId="ADAL" clId="{45F9C439-45B9-4AFF-9C50-25532634ECD6}" dt="2023-02-16T16:57:41.913" v="7976" actId="478"/>
          <ac:spMkLst>
            <pc:docMk/>
            <pc:sldMk cId="2431534461" sldId="463"/>
            <ac:spMk id="141" creationId="{2755227C-2F51-F9E1-23B2-3A9ECDB3C8B0}"/>
          </ac:spMkLst>
        </pc:spChg>
        <pc:spChg chg="del">
          <ac:chgData name="Chris Alvin" userId="1477fe7d-12c1-4dcd-b708-f1331679ff1c" providerId="ADAL" clId="{45F9C439-45B9-4AFF-9C50-25532634ECD6}" dt="2023-02-16T16:57:41.913" v="7976" actId="478"/>
          <ac:spMkLst>
            <pc:docMk/>
            <pc:sldMk cId="2431534461" sldId="463"/>
            <ac:spMk id="151" creationId="{B1C11395-E2F4-5287-569B-596099F2456D}"/>
          </ac:spMkLst>
        </pc:spChg>
        <pc:grpChg chg="add mod">
          <ac:chgData name="Chris Alvin" userId="1477fe7d-12c1-4dcd-b708-f1331679ff1c" providerId="ADAL" clId="{45F9C439-45B9-4AFF-9C50-25532634ECD6}" dt="2023-02-17T17:48:30.593" v="8769" actId="1076"/>
          <ac:grpSpMkLst>
            <pc:docMk/>
            <pc:sldMk cId="2431534461" sldId="463"/>
            <ac:grpSpMk id="124" creationId="{43A953E6-9123-4B8A-1538-EEE7D9A4308A}"/>
          </ac:grpSpMkLst>
        </pc:grpChg>
        <pc:grpChg chg="add mod">
          <ac:chgData name="Chris Alvin" userId="1477fe7d-12c1-4dcd-b708-f1331679ff1c" providerId="ADAL" clId="{45F9C439-45B9-4AFF-9C50-25532634ECD6}" dt="2023-02-17T17:48:45.876" v="8774" actId="1076"/>
          <ac:grpSpMkLst>
            <pc:docMk/>
            <pc:sldMk cId="2431534461" sldId="463"/>
            <ac:grpSpMk id="125" creationId="{13E9D641-91DB-F056-D6E8-40AD02F5ACD1}"/>
          </ac:grpSpMkLst>
        </pc:grpChg>
        <pc:grpChg chg="add mod">
          <ac:chgData name="Chris Alvin" userId="1477fe7d-12c1-4dcd-b708-f1331679ff1c" providerId="ADAL" clId="{45F9C439-45B9-4AFF-9C50-25532634ECD6}" dt="2023-02-17T17:48:39.058" v="8771" actId="1076"/>
          <ac:grpSpMkLst>
            <pc:docMk/>
            <pc:sldMk cId="2431534461" sldId="463"/>
            <ac:grpSpMk id="126" creationId="{3A7B996C-676D-E179-87C7-064A0C70DCB5}"/>
          </ac:grpSpMkLst>
        </pc:grpChg>
        <pc:cxnChg chg="add mod">
          <ac:chgData name="Chris Alvin" userId="1477fe7d-12c1-4dcd-b708-f1331679ff1c" providerId="ADAL" clId="{45F9C439-45B9-4AFF-9C50-25532634ECD6}" dt="2023-02-17T17:43:59.340" v="8590" actId="164"/>
          <ac:cxnSpMkLst>
            <pc:docMk/>
            <pc:sldMk cId="2431534461" sldId="463"/>
            <ac:cxnSpMk id="18" creationId="{06F4CA35-E265-AFCF-4DF8-25193C5C81A4}"/>
          </ac:cxnSpMkLst>
        </pc:cxnChg>
        <pc:cxnChg chg="add mod">
          <ac:chgData name="Chris Alvin" userId="1477fe7d-12c1-4dcd-b708-f1331679ff1c" providerId="ADAL" clId="{45F9C439-45B9-4AFF-9C50-25532634ECD6}" dt="2023-02-17T17:43:59.340" v="8590" actId="164"/>
          <ac:cxnSpMkLst>
            <pc:docMk/>
            <pc:sldMk cId="2431534461" sldId="463"/>
            <ac:cxnSpMk id="23" creationId="{EC205D7B-CFC2-663C-28D8-23D75143F1DE}"/>
          </ac:cxnSpMkLst>
        </pc:cxnChg>
        <pc:cxnChg chg="add mod">
          <ac:chgData name="Chris Alvin" userId="1477fe7d-12c1-4dcd-b708-f1331679ff1c" providerId="ADAL" clId="{45F9C439-45B9-4AFF-9C50-25532634ECD6}" dt="2023-02-17T17:43:59.340" v="8590" actId="164"/>
          <ac:cxnSpMkLst>
            <pc:docMk/>
            <pc:sldMk cId="2431534461" sldId="463"/>
            <ac:cxnSpMk id="28" creationId="{449BF708-D4B3-7054-2FA0-097B19FFF487}"/>
          </ac:cxnSpMkLst>
        </pc:cxnChg>
        <pc:cxnChg chg="add mod">
          <ac:chgData name="Chris Alvin" userId="1477fe7d-12c1-4dcd-b708-f1331679ff1c" providerId="ADAL" clId="{45F9C439-45B9-4AFF-9C50-25532634ECD6}" dt="2023-02-17T17:43:59.340" v="8590" actId="164"/>
          <ac:cxnSpMkLst>
            <pc:docMk/>
            <pc:sldMk cId="2431534461" sldId="463"/>
            <ac:cxnSpMk id="31" creationId="{397D8664-17D5-FAF7-2771-38916D2F8649}"/>
          </ac:cxnSpMkLst>
        </pc:cxnChg>
        <pc:cxnChg chg="add mod">
          <ac:chgData name="Chris Alvin" userId="1477fe7d-12c1-4dcd-b708-f1331679ff1c" providerId="ADAL" clId="{45F9C439-45B9-4AFF-9C50-25532634ECD6}" dt="2023-02-17T17:43:59.340" v="8590" actId="164"/>
          <ac:cxnSpMkLst>
            <pc:docMk/>
            <pc:sldMk cId="2431534461" sldId="463"/>
            <ac:cxnSpMk id="34" creationId="{FAE13B80-507A-7662-FB6B-D50D8282A101}"/>
          </ac:cxnSpMkLst>
        </pc:cxnChg>
        <pc:cxnChg chg="add mod">
          <ac:chgData name="Chris Alvin" userId="1477fe7d-12c1-4dcd-b708-f1331679ff1c" providerId="ADAL" clId="{45F9C439-45B9-4AFF-9C50-25532634ECD6}" dt="2023-02-17T17:43:59.340" v="8590" actId="164"/>
          <ac:cxnSpMkLst>
            <pc:docMk/>
            <pc:sldMk cId="2431534461" sldId="463"/>
            <ac:cxnSpMk id="37" creationId="{BDF57255-F5E2-651C-41D0-8EED5E2FBAA3}"/>
          </ac:cxnSpMkLst>
        </pc:cxnChg>
        <pc:cxnChg chg="add mod">
          <ac:chgData name="Chris Alvin" userId="1477fe7d-12c1-4dcd-b708-f1331679ff1c" providerId="ADAL" clId="{45F9C439-45B9-4AFF-9C50-25532634ECD6}" dt="2023-02-17T17:43:59.340" v="8590" actId="164"/>
          <ac:cxnSpMkLst>
            <pc:docMk/>
            <pc:sldMk cId="2431534461" sldId="463"/>
            <ac:cxnSpMk id="40" creationId="{77CECD6F-2374-7FCE-5ADE-9A1280932AFE}"/>
          </ac:cxnSpMkLst>
        </pc:cxnChg>
        <pc:cxnChg chg="add mod">
          <ac:chgData name="Chris Alvin" userId="1477fe7d-12c1-4dcd-b708-f1331679ff1c" providerId="ADAL" clId="{45F9C439-45B9-4AFF-9C50-25532634ECD6}" dt="2023-02-17T17:44:09.438" v="8592" actId="164"/>
          <ac:cxnSpMkLst>
            <pc:docMk/>
            <pc:sldMk cId="2431534461" sldId="463"/>
            <ac:cxnSpMk id="78" creationId="{4027BCB6-A0F5-BA11-7366-8E41AE504259}"/>
          </ac:cxnSpMkLst>
        </pc:cxnChg>
        <pc:cxnChg chg="add mod">
          <ac:chgData name="Chris Alvin" userId="1477fe7d-12c1-4dcd-b708-f1331679ff1c" providerId="ADAL" clId="{45F9C439-45B9-4AFF-9C50-25532634ECD6}" dt="2023-02-17T17:44:09.438" v="8592" actId="164"/>
          <ac:cxnSpMkLst>
            <pc:docMk/>
            <pc:sldMk cId="2431534461" sldId="463"/>
            <ac:cxnSpMk id="79" creationId="{F51767A3-C2AB-B496-594B-E4021C57EF94}"/>
          </ac:cxnSpMkLst>
        </pc:cxnChg>
        <pc:cxnChg chg="add mod">
          <ac:chgData name="Chris Alvin" userId="1477fe7d-12c1-4dcd-b708-f1331679ff1c" providerId="ADAL" clId="{45F9C439-45B9-4AFF-9C50-25532634ECD6}" dt="2023-02-17T17:44:09.438" v="8592" actId="164"/>
          <ac:cxnSpMkLst>
            <pc:docMk/>
            <pc:sldMk cId="2431534461" sldId="463"/>
            <ac:cxnSpMk id="80" creationId="{D60ACF82-9AD7-66C3-6B7A-BCC72CD73B99}"/>
          </ac:cxnSpMkLst>
        </pc:cxnChg>
        <pc:cxnChg chg="add mod">
          <ac:chgData name="Chris Alvin" userId="1477fe7d-12c1-4dcd-b708-f1331679ff1c" providerId="ADAL" clId="{45F9C439-45B9-4AFF-9C50-25532634ECD6}" dt="2023-02-17T17:44:09.438" v="8592" actId="164"/>
          <ac:cxnSpMkLst>
            <pc:docMk/>
            <pc:sldMk cId="2431534461" sldId="463"/>
            <ac:cxnSpMk id="81" creationId="{B680D58A-E4B0-3144-9F25-15140DDF77AA}"/>
          </ac:cxnSpMkLst>
        </pc:cxnChg>
        <pc:cxnChg chg="add mod">
          <ac:chgData name="Chris Alvin" userId="1477fe7d-12c1-4dcd-b708-f1331679ff1c" providerId="ADAL" clId="{45F9C439-45B9-4AFF-9C50-25532634ECD6}" dt="2023-02-17T17:44:09.438" v="8592" actId="164"/>
          <ac:cxnSpMkLst>
            <pc:docMk/>
            <pc:sldMk cId="2431534461" sldId="463"/>
            <ac:cxnSpMk id="82" creationId="{2308FCFD-1200-D857-8E40-BC39234682A2}"/>
          </ac:cxnSpMkLst>
        </pc:cxnChg>
        <pc:cxnChg chg="add mod">
          <ac:chgData name="Chris Alvin" userId="1477fe7d-12c1-4dcd-b708-f1331679ff1c" providerId="ADAL" clId="{45F9C439-45B9-4AFF-9C50-25532634ECD6}" dt="2023-02-17T17:44:09.438" v="8592" actId="164"/>
          <ac:cxnSpMkLst>
            <pc:docMk/>
            <pc:sldMk cId="2431534461" sldId="463"/>
            <ac:cxnSpMk id="83" creationId="{3E4AEF03-36A9-E3EE-1E90-609F6A2FC0AC}"/>
          </ac:cxnSpMkLst>
        </pc:cxnChg>
        <pc:cxnChg chg="add del mod">
          <ac:chgData name="Chris Alvin" userId="1477fe7d-12c1-4dcd-b708-f1331679ff1c" providerId="ADAL" clId="{45F9C439-45B9-4AFF-9C50-25532634ECD6}" dt="2023-02-17T17:42:39.564" v="8570" actId="478"/>
          <ac:cxnSpMkLst>
            <pc:docMk/>
            <pc:sldMk cId="2431534461" sldId="463"/>
            <ac:cxnSpMk id="84" creationId="{C8821F4D-9E0A-8427-6CBA-0610859E63FD}"/>
          </ac:cxnSpMkLst>
        </pc:cxnChg>
        <pc:cxnChg chg="add mod">
          <ac:chgData name="Chris Alvin" userId="1477fe7d-12c1-4dcd-b708-f1331679ff1c" providerId="ADAL" clId="{45F9C439-45B9-4AFF-9C50-25532634ECD6}" dt="2023-02-17T17:44:28.663" v="8598" actId="164"/>
          <ac:cxnSpMkLst>
            <pc:docMk/>
            <pc:sldMk cId="2431534461" sldId="463"/>
            <ac:cxnSpMk id="105" creationId="{9B996450-1B01-F300-BFCA-24258EE5D294}"/>
          </ac:cxnSpMkLst>
        </pc:cxnChg>
        <pc:cxnChg chg="add mod">
          <ac:chgData name="Chris Alvin" userId="1477fe7d-12c1-4dcd-b708-f1331679ff1c" providerId="ADAL" clId="{45F9C439-45B9-4AFF-9C50-25532634ECD6}" dt="2023-02-17T17:44:28.663" v="8598" actId="164"/>
          <ac:cxnSpMkLst>
            <pc:docMk/>
            <pc:sldMk cId="2431534461" sldId="463"/>
            <ac:cxnSpMk id="106" creationId="{E34BEF2B-93E3-9FBD-1BEE-4F26E89959BA}"/>
          </ac:cxnSpMkLst>
        </pc:cxnChg>
        <pc:cxnChg chg="add del mod">
          <ac:chgData name="Chris Alvin" userId="1477fe7d-12c1-4dcd-b708-f1331679ff1c" providerId="ADAL" clId="{45F9C439-45B9-4AFF-9C50-25532634ECD6}" dt="2023-02-17T17:43:05.083" v="8574" actId="478"/>
          <ac:cxnSpMkLst>
            <pc:docMk/>
            <pc:sldMk cId="2431534461" sldId="463"/>
            <ac:cxnSpMk id="107" creationId="{64FDE532-C3E0-52D3-770D-AA994A3A20EF}"/>
          </ac:cxnSpMkLst>
        </pc:cxnChg>
        <pc:cxnChg chg="add del mod">
          <ac:chgData name="Chris Alvin" userId="1477fe7d-12c1-4dcd-b708-f1331679ff1c" providerId="ADAL" clId="{45F9C439-45B9-4AFF-9C50-25532634ECD6}" dt="2023-02-17T17:43:05.083" v="8574" actId="478"/>
          <ac:cxnSpMkLst>
            <pc:docMk/>
            <pc:sldMk cId="2431534461" sldId="463"/>
            <ac:cxnSpMk id="108" creationId="{DDBD0114-B75D-96A6-FC57-A66C9F695ECB}"/>
          </ac:cxnSpMkLst>
        </pc:cxnChg>
        <pc:cxnChg chg="add del mod">
          <ac:chgData name="Chris Alvin" userId="1477fe7d-12c1-4dcd-b708-f1331679ff1c" providerId="ADAL" clId="{45F9C439-45B9-4AFF-9C50-25532634ECD6}" dt="2023-02-17T17:43:17.811" v="8577" actId="478"/>
          <ac:cxnSpMkLst>
            <pc:docMk/>
            <pc:sldMk cId="2431534461" sldId="463"/>
            <ac:cxnSpMk id="109" creationId="{9FF0DFD9-76A8-33F8-DE8C-6C9166FDA43B}"/>
          </ac:cxnSpMkLst>
        </pc:cxnChg>
        <pc:cxnChg chg="add del mod">
          <ac:chgData name="Chris Alvin" userId="1477fe7d-12c1-4dcd-b708-f1331679ff1c" providerId="ADAL" clId="{45F9C439-45B9-4AFF-9C50-25532634ECD6}" dt="2023-02-17T17:43:20.296" v="8578" actId="478"/>
          <ac:cxnSpMkLst>
            <pc:docMk/>
            <pc:sldMk cId="2431534461" sldId="463"/>
            <ac:cxnSpMk id="110" creationId="{B64DC3E2-2690-E1A9-B56B-78B3E27829CC}"/>
          </ac:cxnSpMkLst>
        </pc:cxnChg>
        <pc:cxnChg chg="add del mod">
          <ac:chgData name="Chris Alvin" userId="1477fe7d-12c1-4dcd-b708-f1331679ff1c" providerId="ADAL" clId="{45F9C439-45B9-4AFF-9C50-25532634ECD6}" dt="2023-02-17T17:43:37.922" v="8584" actId="478"/>
          <ac:cxnSpMkLst>
            <pc:docMk/>
            <pc:sldMk cId="2431534461" sldId="463"/>
            <ac:cxnSpMk id="119" creationId="{5D9C4696-AB83-AE69-1081-8EAF3E05BFA9}"/>
          </ac:cxnSpMkLst>
        </pc:cxnChg>
        <pc:cxnChg chg="add del mod">
          <ac:chgData name="Chris Alvin" userId="1477fe7d-12c1-4dcd-b708-f1331679ff1c" providerId="ADAL" clId="{45F9C439-45B9-4AFF-9C50-25532634ECD6}" dt="2023-02-17T17:43:37.922" v="8584" actId="478"/>
          <ac:cxnSpMkLst>
            <pc:docMk/>
            <pc:sldMk cId="2431534461" sldId="463"/>
            <ac:cxnSpMk id="120" creationId="{3BA254F2-CF30-170E-3AD7-865BA2B9CDD1}"/>
          </ac:cxnSpMkLst>
        </pc:cxnChg>
      </pc:sldChg>
      <pc:sldChg chg="addSp delSp modSp add mod delAnim modAnim">
        <pc:chgData name="Chris Alvin" userId="1477fe7d-12c1-4dcd-b708-f1331679ff1c" providerId="ADAL" clId="{45F9C439-45B9-4AFF-9C50-25532634ECD6}" dt="2023-02-17T18:49:12.375" v="9584"/>
        <pc:sldMkLst>
          <pc:docMk/>
          <pc:sldMk cId="2630519163" sldId="464"/>
        </pc:sldMkLst>
        <pc:spChg chg="add del mod">
          <ac:chgData name="Chris Alvin" userId="1477fe7d-12c1-4dcd-b708-f1331679ff1c" providerId="ADAL" clId="{45F9C439-45B9-4AFF-9C50-25532634ECD6}" dt="2023-02-17T18:34:30.979" v="9089" actId="478"/>
          <ac:spMkLst>
            <pc:docMk/>
            <pc:sldMk cId="2630519163" sldId="464"/>
            <ac:spMk id="2" creationId="{2AD2D2F9-E808-4FF2-B30C-3ABB2ECF08C8}"/>
          </ac:spMkLst>
        </pc:spChg>
        <pc:spChg chg="add del mod">
          <ac:chgData name="Chris Alvin" userId="1477fe7d-12c1-4dcd-b708-f1331679ff1c" providerId="ADAL" clId="{45F9C439-45B9-4AFF-9C50-25532634ECD6}" dt="2023-02-17T17:15:10.818" v="8043" actId="478"/>
          <ac:spMkLst>
            <pc:docMk/>
            <pc:sldMk cId="2630519163" sldId="464"/>
            <ac:spMk id="3" creationId="{4C0AAB90-35AD-2DBF-9660-B0E402908E1E}"/>
          </ac:spMkLst>
        </pc:spChg>
        <pc:spChg chg="mod">
          <ac:chgData name="Chris Alvin" userId="1477fe7d-12c1-4dcd-b708-f1331679ff1c" providerId="ADAL" clId="{45F9C439-45B9-4AFF-9C50-25532634ECD6}" dt="2023-02-16T16:58:17.679" v="7993" actId="20577"/>
          <ac:spMkLst>
            <pc:docMk/>
            <pc:sldMk cId="2630519163" sldId="464"/>
            <ac:spMk id="4" creationId="{00000000-0000-0000-0000-000000000000}"/>
          </ac:spMkLst>
        </pc:spChg>
        <pc:spChg chg="del">
          <ac:chgData name="Chris Alvin" userId="1477fe7d-12c1-4dcd-b708-f1331679ff1c" providerId="ADAL" clId="{45F9C439-45B9-4AFF-9C50-25532634ECD6}" dt="2023-02-16T16:58:21.638" v="7994" actId="478"/>
          <ac:spMkLst>
            <pc:docMk/>
            <pc:sldMk cId="2630519163" sldId="464"/>
            <ac:spMk id="5" creationId="{14FC2939-F1A8-FE4B-FA31-0E4BAC9838E5}"/>
          </ac:spMkLst>
        </pc:spChg>
        <pc:spChg chg="add del mod">
          <ac:chgData name="Chris Alvin" userId="1477fe7d-12c1-4dcd-b708-f1331679ff1c" providerId="ADAL" clId="{45F9C439-45B9-4AFF-9C50-25532634ECD6}" dt="2023-02-17T18:29:56.530" v="9014" actId="478"/>
          <ac:spMkLst>
            <pc:docMk/>
            <pc:sldMk cId="2630519163" sldId="464"/>
            <ac:spMk id="6" creationId="{A188102A-4C15-8369-6731-7EF606F1FD6A}"/>
          </ac:spMkLst>
        </pc:spChg>
        <pc:spChg chg="del">
          <ac:chgData name="Chris Alvin" userId="1477fe7d-12c1-4dcd-b708-f1331679ff1c" providerId="ADAL" clId="{45F9C439-45B9-4AFF-9C50-25532634ECD6}" dt="2023-02-16T16:58:21.638" v="7994" actId="478"/>
          <ac:spMkLst>
            <pc:docMk/>
            <pc:sldMk cId="2630519163" sldId="464"/>
            <ac:spMk id="7" creationId="{358F17C6-A23B-AC30-5056-123F00B79A9E}"/>
          </ac:spMkLst>
        </pc:spChg>
        <pc:spChg chg="add mod">
          <ac:chgData name="Chris Alvin" userId="1477fe7d-12c1-4dcd-b708-f1331679ff1c" providerId="ADAL" clId="{45F9C439-45B9-4AFF-9C50-25532634ECD6}" dt="2023-02-17T18:47:18.470" v="9547" actId="1076"/>
          <ac:spMkLst>
            <pc:docMk/>
            <pc:sldMk cId="2630519163" sldId="464"/>
            <ac:spMk id="7" creationId="{52FF0A8D-A435-E6E3-77CB-CAEEE6377B9B}"/>
          </ac:spMkLst>
        </pc:spChg>
        <pc:spChg chg="del">
          <ac:chgData name="Chris Alvin" userId="1477fe7d-12c1-4dcd-b708-f1331679ff1c" providerId="ADAL" clId="{45F9C439-45B9-4AFF-9C50-25532634ECD6}" dt="2023-02-16T16:58:21.638" v="7994" actId="478"/>
          <ac:spMkLst>
            <pc:docMk/>
            <pc:sldMk cId="2630519163" sldId="464"/>
            <ac:spMk id="8" creationId="{3ABF6AD2-A3E1-6134-78F2-060C3A78F86E}"/>
          </ac:spMkLst>
        </pc:spChg>
        <pc:spChg chg="add mod">
          <ac:chgData name="Chris Alvin" userId="1477fe7d-12c1-4dcd-b708-f1331679ff1c" providerId="ADAL" clId="{45F9C439-45B9-4AFF-9C50-25532634ECD6}" dt="2023-02-17T18:46:03.559" v="9538" actId="1076"/>
          <ac:spMkLst>
            <pc:docMk/>
            <pc:sldMk cId="2630519163" sldId="464"/>
            <ac:spMk id="8" creationId="{BBC16A6B-3FAC-326C-3A5A-1D5A0915849A}"/>
          </ac:spMkLst>
        </pc:spChg>
        <pc:spChg chg="del">
          <ac:chgData name="Chris Alvin" userId="1477fe7d-12c1-4dcd-b708-f1331679ff1c" providerId="ADAL" clId="{45F9C439-45B9-4AFF-9C50-25532634ECD6}" dt="2023-02-16T16:58:21.638" v="7994" actId="478"/>
          <ac:spMkLst>
            <pc:docMk/>
            <pc:sldMk cId="2630519163" sldId="464"/>
            <ac:spMk id="9" creationId="{CFF03B65-5E1F-79D8-3120-1C1550CD1F58}"/>
          </ac:spMkLst>
        </pc:spChg>
        <pc:spChg chg="add del mod">
          <ac:chgData name="Chris Alvin" userId="1477fe7d-12c1-4dcd-b708-f1331679ff1c" providerId="ADAL" clId="{45F9C439-45B9-4AFF-9C50-25532634ECD6}" dt="2023-02-17T18:31:37.483" v="9048" actId="478"/>
          <ac:spMkLst>
            <pc:docMk/>
            <pc:sldMk cId="2630519163" sldId="464"/>
            <ac:spMk id="10" creationId="{7AE052F8-DF3B-6F47-8949-9F509D872F78}"/>
          </ac:spMkLst>
        </pc:spChg>
        <pc:spChg chg="add mod">
          <ac:chgData name="Chris Alvin" userId="1477fe7d-12c1-4dcd-b708-f1331679ff1c" providerId="ADAL" clId="{45F9C439-45B9-4AFF-9C50-25532634ECD6}" dt="2023-02-17T18:35:59.019" v="9192" actId="20577"/>
          <ac:spMkLst>
            <pc:docMk/>
            <pc:sldMk cId="2630519163" sldId="464"/>
            <ac:spMk id="11" creationId="{6617D443-B781-8CB4-8D19-C75773DD9735}"/>
          </ac:spMkLst>
        </pc:spChg>
        <pc:spChg chg="del">
          <ac:chgData name="Chris Alvin" userId="1477fe7d-12c1-4dcd-b708-f1331679ff1c" providerId="ADAL" clId="{45F9C439-45B9-4AFF-9C50-25532634ECD6}" dt="2023-02-16T16:58:21.638" v="7994" actId="478"/>
          <ac:spMkLst>
            <pc:docMk/>
            <pc:sldMk cId="2630519163" sldId="464"/>
            <ac:spMk id="11" creationId="{8A223C3D-3BBC-3694-3807-9258F94FC7C9}"/>
          </ac:spMkLst>
        </pc:spChg>
        <pc:spChg chg="del">
          <ac:chgData name="Chris Alvin" userId="1477fe7d-12c1-4dcd-b708-f1331679ff1c" providerId="ADAL" clId="{45F9C439-45B9-4AFF-9C50-25532634ECD6}" dt="2023-02-16T16:58:23.298" v="7995" actId="478"/>
          <ac:spMkLst>
            <pc:docMk/>
            <pc:sldMk cId="2630519163" sldId="464"/>
            <ac:spMk id="12" creationId="{E126F398-AA13-5E37-27AC-5E3093A1CCB3}"/>
          </ac:spMkLst>
        </pc:spChg>
        <pc:spChg chg="add del mod">
          <ac:chgData name="Chris Alvin" userId="1477fe7d-12c1-4dcd-b708-f1331679ff1c" providerId="ADAL" clId="{45F9C439-45B9-4AFF-9C50-25532634ECD6}" dt="2023-02-17T18:44:33.435" v="9528" actId="478"/>
          <ac:spMkLst>
            <pc:docMk/>
            <pc:sldMk cId="2630519163" sldId="464"/>
            <ac:spMk id="13" creationId="{AEA1F2AA-646C-E539-CF52-F52EFD852630}"/>
          </ac:spMkLst>
        </pc:spChg>
        <pc:spChg chg="add del mod">
          <ac:chgData name="Chris Alvin" userId="1477fe7d-12c1-4dcd-b708-f1331679ff1c" providerId="ADAL" clId="{45F9C439-45B9-4AFF-9C50-25532634ECD6}" dt="2023-02-17T18:44:33.435" v="9528" actId="478"/>
          <ac:spMkLst>
            <pc:docMk/>
            <pc:sldMk cId="2630519163" sldId="464"/>
            <ac:spMk id="14" creationId="{288801A8-8A40-4A1F-FEF8-2CBA4289DD37}"/>
          </ac:spMkLst>
        </pc:spChg>
        <pc:spChg chg="add mod">
          <ac:chgData name="Chris Alvin" userId="1477fe7d-12c1-4dcd-b708-f1331679ff1c" providerId="ADAL" clId="{45F9C439-45B9-4AFF-9C50-25532634ECD6}" dt="2023-02-17T18:44:20.019" v="9526" actId="1076"/>
          <ac:spMkLst>
            <pc:docMk/>
            <pc:sldMk cId="2630519163" sldId="464"/>
            <ac:spMk id="15" creationId="{B2F2500E-A41A-42F8-567C-A9A406602D0D}"/>
          </ac:spMkLst>
        </pc:spChg>
        <pc:spChg chg="add mod">
          <ac:chgData name="Chris Alvin" userId="1477fe7d-12c1-4dcd-b708-f1331679ff1c" providerId="ADAL" clId="{45F9C439-45B9-4AFF-9C50-25532634ECD6}" dt="2023-02-17T18:47:54.149" v="9551" actId="14100"/>
          <ac:spMkLst>
            <pc:docMk/>
            <pc:sldMk cId="2630519163" sldId="464"/>
            <ac:spMk id="16" creationId="{49EC480B-F38F-6E0F-3AC5-957152FED718}"/>
          </ac:spMkLst>
        </pc:spChg>
        <pc:spChg chg="add del mod">
          <ac:chgData name="Chris Alvin" userId="1477fe7d-12c1-4dcd-b708-f1331679ff1c" providerId="ADAL" clId="{45F9C439-45B9-4AFF-9C50-25532634ECD6}" dt="2023-02-17T18:31:37.483" v="9048" actId="478"/>
          <ac:spMkLst>
            <pc:docMk/>
            <pc:sldMk cId="2630519163" sldId="464"/>
            <ac:spMk id="17" creationId="{B8B471D4-E83F-F611-879A-86F4C60E678B}"/>
          </ac:spMkLst>
        </pc:spChg>
        <pc:spChg chg="add mod">
          <ac:chgData name="Chris Alvin" userId="1477fe7d-12c1-4dcd-b708-f1331679ff1c" providerId="ADAL" clId="{45F9C439-45B9-4AFF-9C50-25532634ECD6}" dt="2023-02-17T18:44:25.941" v="9527" actId="1076"/>
          <ac:spMkLst>
            <pc:docMk/>
            <pc:sldMk cId="2630519163" sldId="464"/>
            <ac:spMk id="18" creationId="{76905964-334D-95F4-C631-0FBA392B2CD8}"/>
          </ac:spMkLst>
        </pc:spChg>
        <pc:spChg chg="add mod">
          <ac:chgData name="Chris Alvin" userId="1477fe7d-12c1-4dcd-b708-f1331679ff1c" providerId="ADAL" clId="{45F9C439-45B9-4AFF-9C50-25532634ECD6}" dt="2023-02-17T18:44:25.941" v="9527" actId="1076"/>
          <ac:spMkLst>
            <pc:docMk/>
            <pc:sldMk cId="2630519163" sldId="464"/>
            <ac:spMk id="19" creationId="{E3254B0F-1058-F312-07F9-9C5601D811FA}"/>
          </ac:spMkLst>
        </pc:spChg>
        <pc:spChg chg="add mod">
          <ac:chgData name="Chris Alvin" userId="1477fe7d-12c1-4dcd-b708-f1331679ff1c" providerId="ADAL" clId="{45F9C439-45B9-4AFF-9C50-25532634ECD6}" dt="2023-02-17T18:44:25.941" v="9527" actId="1076"/>
          <ac:spMkLst>
            <pc:docMk/>
            <pc:sldMk cId="2630519163" sldId="464"/>
            <ac:spMk id="20" creationId="{44B2F81A-1812-E2A7-E403-D8830959C663}"/>
          </ac:spMkLst>
        </pc:spChg>
        <pc:spChg chg="add mod">
          <ac:chgData name="Chris Alvin" userId="1477fe7d-12c1-4dcd-b708-f1331679ff1c" providerId="ADAL" clId="{45F9C439-45B9-4AFF-9C50-25532634ECD6}" dt="2023-02-17T18:46:03.559" v="9538" actId="1076"/>
          <ac:spMkLst>
            <pc:docMk/>
            <pc:sldMk cId="2630519163" sldId="464"/>
            <ac:spMk id="21" creationId="{16EB6B42-D7BF-D3BF-B847-5B48F5A5FA99}"/>
          </ac:spMkLst>
        </pc:spChg>
        <pc:spChg chg="add del mod">
          <ac:chgData name="Chris Alvin" userId="1477fe7d-12c1-4dcd-b708-f1331679ff1c" providerId="ADAL" clId="{45F9C439-45B9-4AFF-9C50-25532634ECD6}" dt="2023-02-17T18:41:06.571" v="9445" actId="478"/>
          <ac:spMkLst>
            <pc:docMk/>
            <pc:sldMk cId="2630519163" sldId="464"/>
            <ac:spMk id="23" creationId="{B1F609DF-9B6C-5C46-7F7F-D147E594DDDB}"/>
          </ac:spMkLst>
        </pc:spChg>
        <pc:spChg chg="add mod">
          <ac:chgData name="Chris Alvin" userId="1477fe7d-12c1-4dcd-b708-f1331679ff1c" providerId="ADAL" clId="{45F9C439-45B9-4AFF-9C50-25532634ECD6}" dt="2023-02-17T18:48:17.559" v="9555" actId="1076"/>
          <ac:spMkLst>
            <pc:docMk/>
            <pc:sldMk cId="2630519163" sldId="464"/>
            <ac:spMk id="25" creationId="{772CF593-649E-0AE8-5D9F-7B86E20E1F42}"/>
          </ac:spMkLst>
        </pc:spChg>
        <pc:spChg chg="add mod">
          <ac:chgData name="Chris Alvin" userId="1477fe7d-12c1-4dcd-b708-f1331679ff1c" providerId="ADAL" clId="{45F9C439-45B9-4AFF-9C50-25532634ECD6}" dt="2023-02-17T18:47:48.498" v="9550" actId="1076"/>
          <ac:spMkLst>
            <pc:docMk/>
            <pc:sldMk cId="2630519163" sldId="464"/>
            <ac:spMk id="26" creationId="{1A52FF60-B2BD-3AAD-CA08-E536B0F3BFE0}"/>
          </ac:spMkLst>
        </pc:spChg>
        <pc:spChg chg="add mod">
          <ac:chgData name="Chris Alvin" userId="1477fe7d-12c1-4dcd-b708-f1331679ff1c" providerId="ADAL" clId="{45F9C439-45B9-4AFF-9C50-25532634ECD6}" dt="2023-02-17T18:48:26.441" v="9556" actId="1076"/>
          <ac:spMkLst>
            <pc:docMk/>
            <pc:sldMk cId="2630519163" sldId="464"/>
            <ac:spMk id="27" creationId="{B619DFBE-1DD5-04F1-1EEB-078814D30ABA}"/>
          </ac:spMkLst>
        </pc:spChg>
        <pc:spChg chg="add mod">
          <ac:chgData name="Chris Alvin" userId="1477fe7d-12c1-4dcd-b708-f1331679ff1c" providerId="ADAL" clId="{45F9C439-45B9-4AFF-9C50-25532634ECD6}" dt="2023-02-17T18:44:25.941" v="9527" actId="1076"/>
          <ac:spMkLst>
            <pc:docMk/>
            <pc:sldMk cId="2630519163" sldId="464"/>
            <ac:spMk id="28" creationId="{3DF1FE85-812C-A95E-38F2-2944AF527C1C}"/>
          </ac:spMkLst>
        </pc:spChg>
        <pc:spChg chg="add mod">
          <ac:chgData name="Chris Alvin" userId="1477fe7d-12c1-4dcd-b708-f1331679ff1c" providerId="ADAL" clId="{45F9C439-45B9-4AFF-9C50-25532634ECD6}" dt="2023-02-17T18:41:31.424" v="9449" actId="114"/>
          <ac:spMkLst>
            <pc:docMk/>
            <pc:sldMk cId="2630519163" sldId="464"/>
            <ac:spMk id="29" creationId="{647D5F2E-FBEE-0DE5-D81A-88E20F780882}"/>
          </ac:spMkLst>
        </pc:spChg>
        <pc:spChg chg="add mod">
          <ac:chgData name="Chris Alvin" userId="1477fe7d-12c1-4dcd-b708-f1331679ff1c" providerId="ADAL" clId="{45F9C439-45B9-4AFF-9C50-25532634ECD6}" dt="2023-02-17T18:48:46.036" v="9561" actId="1076"/>
          <ac:spMkLst>
            <pc:docMk/>
            <pc:sldMk cId="2630519163" sldId="464"/>
            <ac:spMk id="30" creationId="{E4E49EAA-86AA-D5F6-9CA7-F2629AF99AE4}"/>
          </ac:spMkLst>
        </pc:spChg>
        <pc:spChg chg="add mod">
          <ac:chgData name="Chris Alvin" userId="1477fe7d-12c1-4dcd-b708-f1331679ff1c" providerId="ADAL" clId="{45F9C439-45B9-4AFF-9C50-25532634ECD6}" dt="2023-02-17T18:44:25.941" v="9527" actId="1076"/>
          <ac:spMkLst>
            <pc:docMk/>
            <pc:sldMk cId="2630519163" sldId="464"/>
            <ac:spMk id="31" creationId="{EC5A9707-8911-2AC5-1E86-779685DDA700}"/>
          </ac:spMkLst>
        </pc:spChg>
        <pc:spChg chg="add mod">
          <ac:chgData name="Chris Alvin" userId="1477fe7d-12c1-4dcd-b708-f1331679ff1c" providerId="ADAL" clId="{45F9C439-45B9-4AFF-9C50-25532634ECD6}" dt="2023-02-17T18:44:25.941" v="9527" actId="1076"/>
          <ac:spMkLst>
            <pc:docMk/>
            <pc:sldMk cId="2630519163" sldId="464"/>
            <ac:spMk id="32" creationId="{7C054077-8C13-477E-A91B-2A5E5698BF76}"/>
          </ac:spMkLst>
        </pc:spChg>
        <pc:spChg chg="add mod">
          <ac:chgData name="Chris Alvin" userId="1477fe7d-12c1-4dcd-b708-f1331679ff1c" providerId="ADAL" clId="{45F9C439-45B9-4AFF-9C50-25532634ECD6}" dt="2023-02-17T18:44:25.941" v="9527" actId="1076"/>
          <ac:spMkLst>
            <pc:docMk/>
            <pc:sldMk cId="2630519163" sldId="464"/>
            <ac:spMk id="33" creationId="{B1B13ECB-ABCC-274D-461C-0B601FFC6A3C}"/>
          </ac:spMkLst>
        </pc:spChg>
        <pc:spChg chg="add mod">
          <ac:chgData name="Chris Alvin" userId="1477fe7d-12c1-4dcd-b708-f1331679ff1c" providerId="ADAL" clId="{45F9C439-45B9-4AFF-9C50-25532634ECD6}" dt="2023-02-17T18:45:20.255" v="9536"/>
          <ac:spMkLst>
            <pc:docMk/>
            <pc:sldMk cId="2630519163" sldId="464"/>
            <ac:spMk id="34" creationId="{744A98B7-AB7F-CDED-A245-62D9E2B2CB99}"/>
          </ac:spMkLst>
        </pc:spChg>
        <pc:graphicFrameChg chg="add mod modGraphic">
          <ac:chgData name="Chris Alvin" userId="1477fe7d-12c1-4dcd-b708-f1331679ff1c" providerId="ADAL" clId="{45F9C439-45B9-4AFF-9C50-25532634ECD6}" dt="2023-02-17T18:34:11.934" v="9086" actId="1076"/>
          <ac:graphicFrameMkLst>
            <pc:docMk/>
            <pc:sldMk cId="2630519163" sldId="464"/>
            <ac:graphicFrameMk id="5" creationId="{7B34CDC4-C93E-AF49-FF6F-DC33B94FB5A8}"/>
          </ac:graphicFrameMkLst>
        </pc:graphicFrameChg>
      </pc:sldChg>
      <pc:sldChg chg="addSp delSp modSp add mod addAnim delAnim">
        <pc:chgData name="Chris Alvin" userId="1477fe7d-12c1-4dcd-b708-f1331679ff1c" providerId="ADAL" clId="{45F9C439-45B9-4AFF-9C50-25532634ECD6}" dt="2023-02-17T18:50:50.237" v="9614" actId="1076"/>
        <pc:sldMkLst>
          <pc:docMk/>
          <pc:sldMk cId="3264393311" sldId="465"/>
        </pc:sldMkLst>
        <pc:spChg chg="mod">
          <ac:chgData name="Chris Alvin" userId="1477fe7d-12c1-4dcd-b708-f1331679ff1c" providerId="ADAL" clId="{45F9C439-45B9-4AFF-9C50-25532634ECD6}" dt="2023-02-17T18:50:33.761" v="9609" actId="20577"/>
          <ac:spMkLst>
            <pc:docMk/>
            <pc:sldMk cId="3264393311" sldId="465"/>
            <ac:spMk id="4" creationId="{00000000-0000-0000-0000-000000000000}"/>
          </ac:spMkLst>
        </pc:spChg>
        <pc:spChg chg="add del">
          <ac:chgData name="Chris Alvin" userId="1477fe7d-12c1-4dcd-b708-f1331679ff1c" providerId="ADAL" clId="{45F9C439-45B9-4AFF-9C50-25532634ECD6}" dt="2023-02-17T18:50:47.995" v="9613" actId="478"/>
          <ac:spMkLst>
            <pc:docMk/>
            <pc:sldMk cId="3264393311" sldId="465"/>
            <ac:spMk id="7" creationId="{52FF0A8D-A435-E6E3-77CB-CAEEE6377B9B}"/>
          </ac:spMkLst>
        </pc:spChg>
        <pc:spChg chg="add del mod">
          <ac:chgData name="Chris Alvin" userId="1477fe7d-12c1-4dcd-b708-f1331679ff1c" providerId="ADAL" clId="{45F9C439-45B9-4AFF-9C50-25532634ECD6}" dt="2023-02-17T18:50:50.237" v="9614" actId="1076"/>
          <ac:spMkLst>
            <pc:docMk/>
            <pc:sldMk cId="3264393311" sldId="465"/>
            <ac:spMk id="8" creationId="{BBC16A6B-3FAC-326C-3A5A-1D5A0915849A}"/>
          </ac:spMkLst>
        </pc:spChg>
        <pc:spChg chg="add del">
          <ac:chgData name="Chris Alvin" userId="1477fe7d-12c1-4dcd-b708-f1331679ff1c" providerId="ADAL" clId="{45F9C439-45B9-4AFF-9C50-25532634ECD6}" dt="2023-02-17T18:50:47.995" v="9613" actId="478"/>
          <ac:spMkLst>
            <pc:docMk/>
            <pc:sldMk cId="3264393311" sldId="465"/>
            <ac:spMk id="11" creationId="{6617D443-B781-8CB4-8D19-C75773DD9735}"/>
          </ac:spMkLst>
        </pc:spChg>
        <pc:spChg chg="add del">
          <ac:chgData name="Chris Alvin" userId="1477fe7d-12c1-4dcd-b708-f1331679ff1c" providerId="ADAL" clId="{45F9C439-45B9-4AFF-9C50-25532634ECD6}" dt="2023-02-17T18:50:47.995" v="9613" actId="478"/>
          <ac:spMkLst>
            <pc:docMk/>
            <pc:sldMk cId="3264393311" sldId="465"/>
            <ac:spMk id="15" creationId="{B2F2500E-A41A-42F8-567C-A9A406602D0D}"/>
          </ac:spMkLst>
        </pc:spChg>
        <pc:spChg chg="add del">
          <ac:chgData name="Chris Alvin" userId="1477fe7d-12c1-4dcd-b708-f1331679ff1c" providerId="ADAL" clId="{45F9C439-45B9-4AFF-9C50-25532634ECD6}" dt="2023-02-17T18:50:47.995" v="9613" actId="478"/>
          <ac:spMkLst>
            <pc:docMk/>
            <pc:sldMk cId="3264393311" sldId="465"/>
            <ac:spMk id="16" creationId="{49EC480B-F38F-6E0F-3AC5-957152FED718}"/>
          </ac:spMkLst>
        </pc:spChg>
        <pc:spChg chg="add del">
          <ac:chgData name="Chris Alvin" userId="1477fe7d-12c1-4dcd-b708-f1331679ff1c" providerId="ADAL" clId="{45F9C439-45B9-4AFF-9C50-25532634ECD6}" dt="2023-02-17T18:50:47.995" v="9613" actId="478"/>
          <ac:spMkLst>
            <pc:docMk/>
            <pc:sldMk cId="3264393311" sldId="465"/>
            <ac:spMk id="18" creationId="{76905964-334D-95F4-C631-0FBA392B2CD8}"/>
          </ac:spMkLst>
        </pc:spChg>
        <pc:spChg chg="add del">
          <ac:chgData name="Chris Alvin" userId="1477fe7d-12c1-4dcd-b708-f1331679ff1c" providerId="ADAL" clId="{45F9C439-45B9-4AFF-9C50-25532634ECD6}" dt="2023-02-17T18:50:47.995" v="9613" actId="478"/>
          <ac:spMkLst>
            <pc:docMk/>
            <pc:sldMk cId="3264393311" sldId="465"/>
            <ac:spMk id="19" creationId="{E3254B0F-1058-F312-07F9-9C5601D811FA}"/>
          </ac:spMkLst>
        </pc:spChg>
        <pc:spChg chg="add del">
          <ac:chgData name="Chris Alvin" userId="1477fe7d-12c1-4dcd-b708-f1331679ff1c" providerId="ADAL" clId="{45F9C439-45B9-4AFF-9C50-25532634ECD6}" dt="2023-02-17T18:50:47.995" v="9613" actId="478"/>
          <ac:spMkLst>
            <pc:docMk/>
            <pc:sldMk cId="3264393311" sldId="465"/>
            <ac:spMk id="20" creationId="{44B2F81A-1812-E2A7-E403-D8830959C663}"/>
          </ac:spMkLst>
        </pc:spChg>
        <pc:spChg chg="add del">
          <ac:chgData name="Chris Alvin" userId="1477fe7d-12c1-4dcd-b708-f1331679ff1c" providerId="ADAL" clId="{45F9C439-45B9-4AFF-9C50-25532634ECD6}" dt="2023-02-17T18:50:47.995" v="9613" actId="478"/>
          <ac:spMkLst>
            <pc:docMk/>
            <pc:sldMk cId="3264393311" sldId="465"/>
            <ac:spMk id="21" creationId="{16EB6B42-D7BF-D3BF-B847-5B48F5A5FA99}"/>
          </ac:spMkLst>
        </pc:spChg>
        <pc:spChg chg="add del">
          <ac:chgData name="Chris Alvin" userId="1477fe7d-12c1-4dcd-b708-f1331679ff1c" providerId="ADAL" clId="{45F9C439-45B9-4AFF-9C50-25532634ECD6}" dt="2023-02-17T18:50:47.995" v="9613" actId="478"/>
          <ac:spMkLst>
            <pc:docMk/>
            <pc:sldMk cId="3264393311" sldId="465"/>
            <ac:spMk id="25" creationId="{772CF593-649E-0AE8-5D9F-7B86E20E1F42}"/>
          </ac:spMkLst>
        </pc:spChg>
        <pc:spChg chg="add del">
          <ac:chgData name="Chris Alvin" userId="1477fe7d-12c1-4dcd-b708-f1331679ff1c" providerId="ADAL" clId="{45F9C439-45B9-4AFF-9C50-25532634ECD6}" dt="2023-02-17T18:50:47.995" v="9613" actId="478"/>
          <ac:spMkLst>
            <pc:docMk/>
            <pc:sldMk cId="3264393311" sldId="465"/>
            <ac:spMk id="26" creationId="{1A52FF60-B2BD-3AAD-CA08-E536B0F3BFE0}"/>
          </ac:spMkLst>
        </pc:spChg>
        <pc:spChg chg="add del">
          <ac:chgData name="Chris Alvin" userId="1477fe7d-12c1-4dcd-b708-f1331679ff1c" providerId="ADAL" clId="{45F9C439-45B9-4AFF-9C50-25532634ECD6}" dt="2023-02-17T18:50:47.995" v="9613" actId="478"/>
          <ac:spMkLst>
            <pc:docMk/>
            <pc:sldMk cId="3264393311" sldId="465"/>
            <ac:spMk id="27" creationId="{B619DFBE-1DD5-04F1-1EEB-078814D30ABA}"/>
          </ac:spMkLst>
        </pc:spChg>
        <pc:spChg chg="add del">
          <ac:chgData name="Chris Alvin" userId="1477fe7d-12c1-4dcd-b708-f1331679ff1c" providerId="ADAL" clId="{45F9C439-45B9-4AFF-9C50-25532634ECD6}" dt="2023-02-17T18:50:47.995" v="9613" actId="478"/>
          <ac:spMkLst>
            <pc:docMk/>
            <pc:sldMk cId="3264393311" sldId="465"/>
            <ac:spMk id="28" creationId="{3DF1FE85-812C-A95E-38F2-2944AF527C1C}"/>
          </ac:spMkLst>
        </pc:spChg>
        <pc:spChg chg="add del">
          <ac:chgData name="Chris Alvin" userId="1477fe7d-12c1-4dcd-b708-f1331679ff1c" providerId="ADAL" clId="{45F9C439-45B9-4AFF-9C50-25532634ECD6}" dt="2023-02-17T18:50:47.995" v="9613" actId="478"/>
          <ac:spMkLst>
            <pc:docMk/>
            <pc:sldMk cId="3264393311" sldId="465"/>
            <ac:spMk id="29" creationId="{647D5F2E-FBEE-0DE5-D81A-88E20F780882}"/>
          </ac:spMkLst>
        </pc:spChg>
        <pc:spChg chg="add del">
          <ac:chgData name="Chris Alvin" userId="1477fe7d-12c1-4dcd-b708-f1331679ff1c" providerId="ADAL" clId="{45F9C439-45B9-4AFF-9C50-25532634ECD6}" dt="2023-02-17T18:50:47.995" v="9613" actId="478"/>
          <ac:spMkLst>
            <pc:docMk/>
            <pc:sldMk cId="3264393311" sldId="465"/>
            <ac:spMk id="30" creationId="{E4E49EAA-86AA-D5F6-9CA7-F2629AF99AE4}"/>
          </ac:spMkLst>
        </pc:spChg>
        <pc:spChg chg="add del">
          <ac:chgData name="Chris Alvin" userId="1477fe7d-12c1-4dcd-b708-f1331679ff1c" providerId="ADAL" clId="{45F9C439-45B9-4AFF-9C50-25532634ECD6}" dt="2023-02-17T18:50:47.995" v="9613" actId="478"/>
          <ac:spMkLst>
            <pc:docMk/>
            <pc:sldMk cId="3264393311" sldId="465"/>
            <ac:spMk id="31" creationId="{EC5A9707-8911-2AC5-1E86-779685DDA700}"/>
          </ac:spMkLst>
        </pc:spChg>
        <pc:spChg chg="add del">
          <ac:chgData name="Chris Alvin" userId="1477fe7d-12c1-4dcd-b708-f1331679ff1c" providerId="ADAL" clId="{45F9C439-45B9-4AFF-9C50-25532634ECD6}" dt="2023-02-17T18:50:47.995" v="9613" actId="478"/>
          <ac:spMkLst>
            <pc:docMk/>
            <pc:sldMk cId="3264393311" sldId="465"/>
            <ac:spMk id="32" creationId="{7C054077-8C13-477E-A91B-2A5E5698BF76}"/>
          </ac:spMkLst>
        </pc:spChg>
        <pc:spChg chg="add del">
          <ac:chgData name="Chris Alvin" userId="1477fe7d-12c1-4dcd-b708-f1331679ff1c" providerId="ADAL" clId="{45F9C439-45B9-4AFF-9C50-25532634ECD6}" dt="2023-02-17T18:50:47.995" v="9613" actId="478"/>
          <ac:spMkLst>
            <pc:docMk/>
            <pc:sldMk cId="3264393311" sldId="465"/>
            <ac:spMk id="33" creationId="{B1B13ECB-ABCC-274D-461C-0B601FFC6A3C}"/>
          </ac:spMkLst>
        </pc:spChg>
        <pc:spChg chg="add del">
          <ac:chgData name="Chris Alvin" userId="1477fe7d-12c1-4dcd-b708-f1331679ff1c" providerId="ADAL" clId="{45F9C439-45B9-4AFF-9C50-25532634ECD6}" dt="2023-02-17T18:50:47.995" v="9613" actId="478"/>
          <ac:spMkLst>
            <pc:docMk/>
            <pc:sldMk cId="3264393311" sldId="465"/>
            <ac:spMk id="34" creationId="{744A98B7-AB7F-CDED-A245-62D9E2B2CB99}"/>
          </ac:spMkLst>
        </pc:spChg>
        <pc:graphicFrameChg chg="del">
          <ac:chgData name="Chris Alvin" userId="1477fe7d-12c1-4dcd-b708-f1331679ff1c" providerId="ADAL" clId="{45F9C439-45B9-4AFF-9C50-25532634ECD6}" dt="2023-02-17T18:50:40.039" v="9610" actId="478"/>
          <ac:graphicFrameMkLst>
            <pc:docMk/>
            <pc:sldMk cId="3264393311" sldId="465"/>
            <ac:graphicFrameMk id="5" creationId="{7B34CDC4-C93E-AF49-FF6F-DC33B94FB5A8}"/>
          </ac:graphicFrameMkLst>
        </pc:graphicFrameChg>
      </pc:sldChg>
    </pc:docChg>
  </pc:docChgLst>
  <pc:docChgLst>
    <pc:chgData name="Chris Alvin" userId="1477fe7d-12c1-4dcd-b708-f1331679ff1c" providerId="ADAL" clId="{FED20461-F9B0-46A8-8AF8-B5C568D28C7A}"/>
    <pc:docChg chg="delSld modSld">
      <pc:chgData name="Chris Alvin" userId="1477fe7d-12c1-4dcd-b708-f1331679ff1c" providerId="ADAL" clId="{FED20461-F9B0-46A8-8AF8-B5C568D28C7A}" dt="2023-06-20T13:55:17.712" v="28" actId="47"/>
      <pc:docMkLst>
        <pc:docMk/>
      </pc:docMkLst>
      <pc:sldChg chg="modSp mod">
        <pc:chgData name="Chris Alvin" userId="1477fe7d-12c1-4dcd-b708-f1331679ff1c" providerId="ADAL" clId="{FED20461-F9B0-46A8-8AF8-B5C568D28C7A}" dt="2023-06-20T13:55:10.849" v="19" actId="20577"/>
        <pc:sldMkLst>
          <pc:docMk/>
          <pc:sldMk cId="923078003" sldId="265"/>
        </pc:sldMkLst>
        <pc:spChg chg="mod">
          <ac:chgData name="Chris Alvin" userId="1477fe7d-12c1-4dcd-b708-f1331679ff1c" providerId="ADAL" clId="{FED20461-F9B0-46A8-8AF8-B5C568D28C7A}" dt="2023-06-20T13:55:10.849" v="19" actId="20577"/>
          <ac:spMkLst>
            <pc:docMk/>
            <pc:sldMk cId="923078003" sldId="265"/>
            <ac:spMk id="2" creationId="{00000000-0000-0000-0000-000000000000}"/>
          </ac:spMkLst>
        </pc:spChg>
      </pc:sldChg>
      <pc:sldChg chg="del">
        <pc:chgData name="Chris Alvin" userId="1477fe7d-12c1-4dcd-b708-f1331679ff1c" providerId="ADAL" clId="{FED20461-F9B0-46A8-8AF8-B5C568D28C7A}" dt="2023-06-20T13:55:13.394" v="20" actId="47"/>
        <pc:sldMkLst>
          <pc:docMk/>
          <pc:sldMk cId="340332717" sldId="452"/>
        </pc:sldMkLst>
      </pc:sldChg>
      <pc:sldChg chg="del">
        <pc:chgData name="Chris Alvin" userId="1477fe7d-12c1-4dcd-b708-f1331679ff1c" providerId="ADAL" clId="{FED20461-F9B0-46A8-8AF8-B5C568D28C7A}" dt="2023-06-20T13:55:14.927" v="23" actId="47"/>
        <pc:sldMkLst>
          <pc:docMk/>
          <pc:sldMk cId="3327285577" sldId="470"/>
        </pc:sldMkLst>
      </pc:sldChg>
      <pc:sldChg chg="del">
        <pc:chgData name="Chris Alvin" userId="1477fe7d-12c1-4dcd-b708-f1331679ff1c" providerId="ADAL" clId="{FED20461-F9B0-46A8-8AF8-B5C568D28C7A}" dt="2023-06-20T13:55:15.090" v="24" actId="47"/>
        <pc:sldMkLst>
          <pc:docMk/>
          <pc:sldMk cId="3301625856" sldId="474"/>
        </pc:sldMkLst>
      </pc:sldChg>
      <pc:sldChg chg="del">
        <pc:chgData name="Chris Alvin" userId="1477fe7d-12c1-4dcd-b708-f1331679ff1c" providerId="ADAL" clId="{FED20461-F9B0-46A8-8AF8-B5C568D28C7A}" dt="2023-06-20T13:55:14.039" v="21" actId="47"/>
        <pc:sldMkLst>
          <pc:docMk/>
          <pc:sldMk cId="1759180496" sldId="508"/>
        </pc:sldMkLst>
      </pc:sldChg>
      <pc:sldChg chg="del">
        <pc:chgData name="Chris Alvin" userId="1477fe7d-12c1-4dcd-b708-f1331679ff1c" providerId="ADAL" clId="{FED20461-F9B0-46A8-8AF8-B5C568D28C7A}" dt="2023-06-20T13:55:14.609" v="22" actId="47"/>
        <pc:sldMkLst>
          <pc:docMk/>
          <pc:sldMk cId="828532228" sldId="509"/>
        </pc:sldMkLst>
      </pc:sldChg>
      <pc:sldChg chg="del">
        <pc:chgData name="Chris Alvin" userId="1477fe7d-12c1-4dcd-b708-f1331679ff1c" providerId="ADAL" clId="{FED20461-F9B0-46A8-8AF8-B5C568D28C7A}" dt="2023-06-20T13:55:15.648" v="25" actId="47"/>
        <pc:sldMkLst>
          <pc:docMk/>
          <pc:sldMk cId="130630021" sldId="510"/>
        </pc:sldMkLst>
      </pc:sldChg>
      <pc:sldChg chg="del">
        <pc:chgData name="Chris Alvin" userId="1477fe7d-12c1-4dcd-b708-f1331679ff1c" providerId="ADAL" clId="{FED20461-F9B0-46A8-8AF8-B5C568D28C7A}" dt="2023-06-20T13:55:16.307" v="26" actId="47"/>
        <pc:sldMkLst>
          <pc:docMk/>
          <pc:sldMk cId="3268232533" sldId="511"/>
        </pc:sldMkLst>
      </pc:sldChg>
      <pc:sldChg chg="del">
        <pc:chgData name="Chris Alvin" userId="1477fe7d-12c1-4dcd-b708-f1331679ff1c" providerId="ADAL" clId="{FED20461-F9B0-46A8-8AF8-B5C568D28C7A}" dt="2023-06-20T13:55:16.684" v="27" actId="47"/>
        <pc:sldMkLst>
          <pc:docMk/>
          <pc:sldMk cId="913163799" sldId="512"/>
        </pc:sldMkLst>
      </pc:sldChg>
      <pc:sldChg chg="del">
        <pc:chgData name="Chris Alvin" userId="1477fe7d-12c1-4dcd-b708-f1331679ff1c" providerId="ADAL" clId="{FED20461-F9B0-46A8-8AF8-B5C568D28C7A}" dt="2023-06-20T13:55:17.712" v="28" actId="47"/>
        <pc:sldMkLst>
          <pc:docMk/>
          <pc:sldMk cId="369212704" sldId="513"/>
        </pc:sldMkLst>
      </pc:sldChg>
    </pc:docChg>
  </pc:docChgLst>
  <pc:docChgLst>
    <pc:chgData name="Chris Alvin" userId="1477fe7d-12c1-4dcd-b708-f1331679ff1c" providerId="ADAL" clId="{E9351D83-3E75-409D-BDB8-C957A920DF99}"/>
    <pc:docChg chg="undo redo custSel addSld delSld modSld sldOrd">
      <pc:chgData name="Chris Alvin" userId="1477fe7d-12c1-4dcd-b708-f1331679ff1c" providerId="ADAL" clId="{E9351D83-3E75-409D-BDB8-C957A920DF99}" dt="2023-07-13T13:08:39.490" v="11585" actId="478"/>
      <pc:docMkLst>
        <pc:docMk/>
      </pc:docMkLst>
      <pc:sldChg chg="modSp mod">
        <pc:chgData name="Chris Alvin" userId="1477fe7d-12c1-4dcd-b708-f1331679ff1c" providerId="ADAL" clId="{E9351D83-3E75-409D-BDB8-C957A920DF99}" dt="2023-06-26T15:44:03.910" v="11" actId="20577"/>
        <pc:sldMkLst>
          <pc:docMk/>
          <pc:sldMk cId="923078003" sldId="265"/>
        </pc:sldMkLst>
        <pc:spChg chg="mod">
          <ac:chgData name="Chris Alvin" userId="1477fe7d-12c1-4dcd-b708-f1331679ff1c" providerId="ADAL" clId="{E9351D83-3E75-409D-BDB8-C957A920DF99}" dt="2023-06-26T15:44:03.910" v="11" actId="20577"/>
          <ac:spMkLst>
            <pc:docMk/>
            <pc:sldMk cId="923078003" sldId="265"/>
            <ac:spMk id="2" creationId="{00000000-0000-0000-0000-000000000000}"/>
          </ac:spMkLst>
        </pc:spChg>
      </pc:sldChg>
      <pc:sldChg chg="addSp delSp modSp mod addAnim delAnim modAnim">
        <pc:chgData name="Chris Alvin" userId="1477fe7d-12c1-4dcd-b708-f1331679ff1c" providerId="ADAL" clId="{E9351D83-3E75-409D-BDB8-C957A920DF99}" dt="2023-07-11T18:37:11.281" v="10172"/>
        <pc:sldMkLst>
          <pc:docMk/>
          <pc:sldMk cId="4216772154" sldId="514"/>
        </pc:sldMkLst>
        <pc:spChg chg="add mod">
          <ac:chgData name="Chris Alvin" userId="1477fe7d-12c1-4dcd-b708-f1331679ff1c" providerId="ADAL" clId="{E9351D83-3E75-409D-BDB8-C957A920DF99}" dt="2023-06-26T16:53:50.874" v="435" actId="113"/>
          <ac:spMkLst>
            <pc:docMk/>
            <pc:sldMk cId="4216772154" sldId="514"/>
            <ac:spMk id="2" creationId="{95878188-7311-E98A-6571-79D01375CC6A}"/>
          </ac:spMkLst>
        </pc:spChg>
        <pc:spChg chg="del mod">
          <ac:chgData name="Chris Alvin" userId="1477fe7d-12c1-4dcd-b708-f1331679ff1c" providerId="ADAL" clId="{E9351D83-3E75-409D-BDB8-C957A920DF99}" dt="2023-06-26T16:56:24.787" v="500" actId="478"/>
          <ac:spMkLst>
            <pc:docMk/>
            <pc:sldMk cId="4216772154" sldId="514"/>
            <ac:spMk id="3" creationId="{032F458D-AEFA-4597-62B6-1A759D2AFFC5}"/>
          </ac:spMkLst>
        </pc:spChg>
        <pc:spChg chg="mod">
          <ac:chgData name="Chris Alvin" userId="1477fe7d-12c1-4dcd-b708-f1331679ff1c" providerId="ADAL" clId="{E9351D83-3E75-409D-BDB8-C957A920DF99}" dt="2023-06-26T16:26:14.632" v="126" actId="20577"/>
          <ac:spMkLst>
            <pc:docMk/>
            <pc:sldMk cId="4216772154" sldId="514"/>
            <ac:spMk id="4" creationId="{00000000-0000-0000-0000-000000000000}"/>
          </ac:spMkLst>
        </pc:spChg>
        <pc:spChg chg="add mod">
          <ac:chgData name="Chris Alvin" userId="1477fe7d-12c1-4dcd-b708-f1331679ff1c" providerId="ADAL" clId="{E9351D83-3E75-409D-BDB8-C957A920DF99}" dt="2023-06-26T17:26:46.977" v="1036" actId="1076"/>
          <ac:spMkLst>
            <pc:docMk/>
            <pc:sldMk cId="4216772154" sldId="514"/>
            <ac:spMk id="5" creationId="{7962EA2C-BBBF-7DB2-D550-55FC9106013B}"/>
          </ac:spMkLst>
        </pc:spChg>
        <pc:spChg chg="add del mod">
          <ac:chgData name="Chris Alvin" userId="1477fe7d-12c1-4dcd-b708-f1331679ff1c" providerId="ADAL" clId="{E9351D83-3E75-409D-BDB8-C957A920DF99}" dt="2023-06-26T16:55:26.981" v="495"/>
          <ac:spMkLst>
            <pc:docMk/>
            <pc:sldMk cId="4216772154" sldId="514"/>
            <ac:spMk id="6" creationId="{F5CE6DBA-D5C3-D7CF-0FA9-093C6EB33161}"/>
          </ac:spMkLst>
        </pc:spChg>
        <pc:spChg chg="add del mod">
          <ac:chgData name="Chris Alvin" userId="1477fe7d-12c1-4dcd-b708-f1331679ff1c" providerId="ADAL" clId="{E9351D83-3E75-409D-BDB8-C957A920DF99}" dt="2023-06-26T16:57:08.270" v="529" actId="478"/>
          <ac:spMkLst>
            <pc:docMk/>
            <pc:sldMk cId="4216772154" sldId="514"/>
            <ac:spMk id="7" creationId="{50701FCB-92C4-4E05-79F1-F84F412A638B}"/>
          </ac:spMkLst>
        </pc:spChg>
        <pc:spChg chg="add del mod">
          <ac:chgData name="Chris Alvin" userId="1477fe7d-12c1-4dcd-b708-f1331679ff1c" providerId="ADAL" clId="{E9351D83-3E75-409D-BDB8-C957A920DF99}" dt="2023-06-26T16:49:00.596" v="189" actId="114"/>
          <ac:spMkLst>
            <pc:docMk/>
            <pc:sldMk cId="4216772154" sldId="514"/>
            <ac:spMk id="8" creationId="{F88BBABB-B1F2-26D7-529B-A31BD0B409C5}"/>
          </ac:spMkLst>
        </pc:spChg>
        <pc:spChg chg="add mod">
          <ac:chgData name="Chris Alvin" userId="1477fe7d-12c1-4dcd-b708-f1331679ff1c" providerId="ADAL" clId="{E9351D83-3E75-409D-BDB8-C957A920DF99}" dt="2023-07-11T18:36:31.621" v="10160" actId="164"/>
          <ac:spMkLst>
            <pc:docMk/>
            <pc:sldMk cId="4216772154" sldId="514"/>
            <ac:spMk id="9" creationId="{A0F654BB-0903-3034-4828-C71A3C1444EE}"/>
          </ac:spMkLst>
        </pc:spChg>
        <pc:spChg chg="add mod">
          <ac:chgData name="Chris Alvin" userId="1477fe7d-12c1-4dcd-b708-f1331679ff1c" providerId="ADAL" clId="{E9351D83-3E75-409D-BDB8-C957A920DF99}" dt="2023-06-26T16:57:23.269" v="533" actId="571"/>
          <ac:spMkLst>
            <pc:docMk/>
            <pc:sldMk cId="4216772154" sldId="514"/>
            <ac:spMk id="10" creationId="{E13F7490-006F-439E-29DD-F9E7496446E2}"/>
          </ac:spMkLst>
        </pc:spChg>
        <pc:spChg chg="add mod">
          <ac:chgData name="Chris Alvin" userId="1477fe7d-12c1-4dcd-b708-f1331679ff1c" providerId="ADAL" clId="{E9351D83-3E75-409D-BDB8-C957A920DF99}" dt="2023-06-26T17:25:24.799" v="1028" actId="14100"/>
          <ac:spMkLst>
            <pc:docMk/>
            <pc:sldMk cId="4216772154" sldId="514"/>
            <ac:spMk id="11" creationId="{1A5A2C24-FF73-05D3-00F9-D76E1E874E68}"/>
          </ac:spMkLst>
        </pc:spChg>
        <pc:spChg chg="add del">
          <ac:chgData name="Chris Alvin" userId="1477fe7d-12c1-4dcd-b708-f1331679ff1c" providerId="ADAL" clId="{E9351D83-3E75-409D-BDB8-C957A920DF99}" dt="2023-06-26T16:25:25.665" v="25" actId="478"/>
          <ac:spMkLst>
            <pc:docMk/>
            <pc:sldMk cId="4216772154" sldId="514"/>
            <ac:spMk id="12" creationId="{3B761AC6-F559-538A-52F5-0FC38AB8CCFE}"/>
          </ac:spMkLst>
        </pc:spChg>
        <pc:spChg chg="add mod">
          <ac:chgData name="Chris Alvin" userId="1477fe7d-12c1-4dcd-b708-f1331679ff1c" providerId="ADAL" clId="{E9351D83-3E75-409D-BDB8-C957A920DF99}" dt="2023-07-11T18:37:06.066" v="10170" actId="164"/>
          <ac:spMkLst>
            <pc:docMk/>
            <pc:sldMk cId="4216772154" sldId="514"/>
            <ac:spMk id="13" creationId="{7BAC0C11-4A42-06F7-2FE2-814D7AC08326}"/>
          </ac:spMkLst>
        </pc:spChg>
        <pc:spChg chg="add mod">
          <ac:chgData name="Chris Alvin" userId="1477fe7d-12c1-4dcd-b708-f1331679ff1c" providerId="ADAL" clId="{E9351D83-3E75-409D-BDB8-C957A920DF99}" dt="2023-07-11T18:37:06.066" v="10170" actId="164"/>
          <ac:spMkLst>
            <pc:docMk/>
            <pc:sldMk cId="4216772154" sldId="514"/>
            <ac:spMk id="14" creationId="{C7529CE6-3D2F-C68C-44B3-E612CFBADACC}"/>
          </ac:spMkLst>
        </pc:spChg>
        <pc:spChg chg="add del">
          <ac:chgData name="Chris Alvin" userId="1477fe7d-12c1-4dcd-b708-f1331679ff1c" providerId="ADAL" clId="{E9351D83-3E75-409D-BDB8-C957A920DF99}" dt="2023-06-26T16:25:22.963" v="24" actId="478"/>
          <ac:spMkLst>
            <pc:docMk/>
            <pc:sldMk cId="4216772154" sldId="514"/>
            <ac:spMk id="15" creationId="{0B8D8923-28AB-7F0A-1770-2D1BB68EB0FE}"/>
          </ac:spMkLst>
        </pc:spChg>
        <pc:spChg chg="add del">
          <ac:chgData name="Chris Alvin" userId="1477fe7d-12c1-4dcd-b708-f1331679ff1c" providerId="ADAL" clId="{E9351D83-3E75-409D-BDB8-C957A920DF99}" dt="2023-06-26T16:25:22.963" v="24" actId="478"/>
          <ac:spMkLst>
            <pc:docMk/>
            <pc:sldMk cId="4216772154" sldId="514"/>
            <ac:spMk id="16" creationId="{698E1899-6683-225E-E1BD-A49557003F05}"/>
          </ac:spMkLst>
        </pc:spChg>
        <pc:spChg chg="add mod">
          <ac:chgData name="Chris Alvin" userId="1477fe7d-12c1-4dcd-b708-f1331679ff1c" providerId="ADAL" clId="{E9351D83-3E75-409D-BDB8-C957A920DF99}" dt="2023-07-11T18:36:31.621" v="10160" actId="164"/>
          <ac:spMkLst>
            <pc:docMk/>
            <pc:sldMk cId="4216772154" sldId="514"/>
            <ac:spMk id="17" creationId="{30E9E5C3-3F59-00D8-609F-DBDC820D0B3B}"/>
          </ac:spMkLst>
        </pc:spChg>
        <pc:spChg chg="add mod">
          <ac:chgData name="Chris Alvin" userId="1477fe7d-12c1-4dcd-b708-f1331679ff1c" providerId="ADAL" clId="{E9351D83-3E75-409D-BDB8-C957A920DF99}" dt="2023-07-11T18:36:53.592" v="10166" actId="164"/>
          <ac:spMkLst>
            <pc:docMk/>
            <pc:sldMk cId="4216772154" sldId="514"/>
            <ac:spMk id="18" creationId="{80AFEC47-40AC-6C9A-15BF-E4F0120456C6}"/>
          </ac:spMkLst>
        </pc:spChg>
        <pc:spChg chg="add del">
          <ac:chgData name="Chris Alvin" userId="1477fe7d-12c1-4dcd-b708-f1331679ff1c" providerId="ADAL" clId="{E9351D83-3E75-409D-BDB8-C957A920DF99}" dt="2023-06-26T16:25:22.963" v="24" actId="478"/>
          <ac:spMkLst>
            <pc:docMk/>
            <pc:sldMk cId="4216772154" sldId="514"/>
            <ac:spMk id="19" creationId="{D27B8D1E-8F21-37E6-D1B8-D40A5F2086BE}"/>
          </ac:spMkLst>
        </pc:spChg>
        <pc:spChg chg="add mod">
          <ac:chgData name="Chris Alvin" userId="1477fe7d-12c1-4dcd-b708-f1331679ff1c" providerId="ADAL" clId="{E9351D83-3E75-409D-BDB8-C957A920DF99}" dt="2023-07-11T18:36:37.768" v="10162" actId="164"/>
          <ac:spMkLst>
            <pc:docMk/>
            <pc:sldMk cId="4216772154" sldId="514"/>
            <ac:spMk id="20" creationId="{90C42344-B492-8896-EC96-CAA1C9C2F805}"/>
          </ac:spMkLst>
        </pc:spChg>
        <pc:spChg chg="add mod">
          <ac:chgData name="Chris Alvin" userId="1477fe7d-12c1-4dcd-b708-f1331679ff1c" providerId="ADAL" clId="{E9351D83-3E75-409D-BDB8-C957A920DF99}" dt="2023-07-11T18:36:37.768" v="10162" actId="164"/>
          <ac:spMkLst>
            <pc:docMk/>
            <pc:sldMk cId="4216772154" sldId="514"/>
            <ac:spMk id="21" creationId="{9227EA7B-227A-2D56-F07B-351AC57770C5}"/>
          </ac:spMkLst>
        </pc:spChg>
        <pc:spChg chg="add mod">
          <ac:chgData name="Chris Alvin" userId="1477fe7d-12c1-4dcd-b708-f1331679ff1c" providerId="ADAL" clId="{E9351D83-3E75-409D-BDB8-C957A920DF99}" dt="2023-07-11T18:36:44.279" v="10164" actId="164"/>
          <ac:spMkLst>
            <pc:docMk/>
            <pc:sldMk cId="4216772154" sldId="514"/>
            <ac:spMk id="22" creationId="{3B6D755A-9893-1AE4-EC73-6A66578F9767}"/>
          </ac:spMkLst>
        </pc:spChg>
        <pc:spChg chg="add mod">
          <ac:chgData name="Chris Alvin" userId="1477fe7d-12c1-4dcd-b708-f1331679ff1c" providerId="ADAL" clId="{E9351D83-3E75-409D-BDB8-C957A920DF99}" dt="2023-07-11T18:36:53.592" v="10166" actId="164"/>
          <ac:spMkLst>
            <pc:docMk/>
            <pc:sldMk cId="4216772154" sldId="514"/>
            <ac:spMk id="33" creationId="{0D3B2958-9E40-EC08-87F6-8DCEC7EB59BF}"/>
          </ac:spMkLst>
        </pc:spChg>
        <pc:grpChg chg="add mod">
          <ac:chgData name="Chris Alvin" userId="1477fe7d-12c1-4dcd-b708-f1331679ff1c" providerId="ADAL" clId="{E9351D83-3E75-409D-BDB8-C957A920DF99}" dt="2023-07-11T18:36:31.621" v="10160" actId="164"/>
          <ac:grpSpMkLst>
            <pc:docMk/>
            <pc:sldMk cId="4216772154" sldId="514"/>
            <ac:grpSpMk id="7" creationId="{E66D8268-504E-5C54-07CD-73D15B214A6B}"/>
          </ac:grpSpMkLst>
        </pc:grpChg>
        <pc:grpChg chg="add mod">
          <ac:chgData name="Chris Alvin" userId="1477fe7d-12c1-4dcd-b708-f1331679ff1c" providerId="ADAL" clId="{E9351D83-3E75-409D-BDB8-C957A920DF99}" dt="2023-07-11T18:36:37.768" v="10162" actId="164"/>
          <ac:grpSpMkLst>
            <pc:docMk/>
            <pc:sldMk cId="4216772154" sldId="514"/>
            <ac:grpSpMk id="10" creationId="{05E9DD81-7BE2-F392-AE3E-C1CCDFA8B9AD}"/>
          </ac:grpSpMkLst>
        </pc:grpChg>
        <pc:grpChg chg="add mod">
          <ac:chgData name="Chris Alvin" userId="1477fe7d-12c1-4dcd-b708-f1331679ff1c" providerId="ADAL" clId="{E9351D83-3E75-409D-BDB8-C957A920DF99}" dt="2023-07-11T18:36:44.279" v="10164" actId="164"/>
          <ac:grpSpMkLst>
            <pc:docMk/>
            <pc:sldMk cId="4216772154" sldId="514"/>
            <ac:grpSpMk id="12" creationId="{D36BBC2E-406B-F1FB-EC7D-43499D6163CE}"/>
          </ac:grpSpMkLst>
        </pc:grpChg>
        <pc:grpChg chg="add mod">
          <ac:chgData name="Chris Alvin" userId="1477fe7d-12c1-4dcd-b708-f1331679ff1c" providerId="ADAL" clId="{E9351D83-3E75-409D-BDB8-C957A920DF99}" dt="2023-07-11T18:36:53.592" v="10166" actId="164"/>
          <ac:grpSpMkLst>
            <pc:docMk/>
            <pc:sldMk cId="4216772154" sldId="514"/>
            <ac:grpSpMk id="15" creationId="{53E02061-F468-CC09-5258-315432288CEF}"/>
          </ac:grpSpMkLst>
        </pc:grpChg>
        <pc:grpChg chg="add mod">
          <ac:chgData name="Chris Alvin" userId="1477fe7d-12c1-4dcd-b708-f1331679ff1c" providerId="ADAL" clId="{E9351D83-3E75-409D-BDB8-C957A920DF99}" dt="2023-07-11T18:37:06.066" v="10170" actId="164"/>
          <ac:grpSpMkLst>
            <pc:docMk/>
            <pc:sldMk cId="4216772154" sldId="514"/>
            <ac:grpSpMk id="16" creationId="{EA61A107-502D-7D67-2895-5AE95C4CBDEE}"/>
          </ac:grpSpMkLst>
        </pc:grpChg>
        <pc:cxnChg chg="add mod">
          <ac:chgData name="Chris Alvin" userId="1477fe7d-12c1-4dcd-b708-f1331679ff1c" providerId="ADAL" clId="{E9351D83-3E75-409D-BDB8-C957A920DF99}" dt="2023-07-11T18:36:44.279" v="10164" actId="164"/>
          <ac:cxnSpMkLst>
            <pc:docMk/>
            <pc:sldMk cId="4216772154" sldId="514"/>
            <ac:cxnSpMk id="24" creationId="{9A5A95CC-32B2-80C0-6D48-82195EEE1A7C}"/>
          </ac:cxnSpMkLst>
        </pc:cxnChg>
        <pc:cxnChg chg="add mod">
          <ac:chgData name="Chris Alvin" userId="1477fe7d-12c1-4dcd-b708-f1331679ff1c" providerId="ADAL" clId="{E9351D83-3E75-409D-BDB8-C957A920DF99}" dt="2023-07-11T18:36:31.621" v="10160" actId="164"/>
          <ac:cxnSpMkLst>
            <pc:docMk/>
            <pc:sldMk cId="4216772154" sldId="514"/>
            <ac:cxnSpMk id="29" creationId="{33E5C250-A870-FE06-B395-854722166DBC}"/>
          </ac:cxnSpMkLst>
        </pc:cxnChg>
        <pc:cxnChg chg="add mod">
          <ac:chgData name="Chris Alvin" userId="1477fe7d-12c1-4dcd-b708-f1331679ff1c" providerId="ADAL" clId="{E9351D83-3E75-409D-BDB8-C957A920DF99}" dt="2023-07-11T18:36:53.592" v="10166" actId="164"/>
          <ac:cxnSpMkLst>
            <pc:docMk/>
            <pc:sldMk cId="4216772154" sldId="514"/>
            <ac:cxnSpMk id="34" creationId="{9146BA98-D749-92FC-5442-207DD3A387CC}"/>
          </ac:cxnSpMkLst>
        </pc:cxnChg>
      </pc:sldChg>
      <pc:sldChg chg="del">
        <pc:chgData name="Chris Alvin" userId="1477fe7d-12c1-4dcd-b708-f1331679ff1c" providerId="ADAL" clId="{E9351D83-3E75-409D-BDB8-C957A920DF99}" dt="2023-06-26T19:21:13.904" v="2633" actId="47"/>
        <pc:sldMkLst>
          <pc:docMk/>
          <pc:sldMk cId="3533236140" sldId="515"/>
        </pc:sldMkLst>
      </pc:sldChg>
      <pc:sldChg chg="addSp delSp modSp mod delAnim modAnim">
        <pc:chgData name="Chris Alvin" userId="1477fe7d-12c1-4dcd-b708-f1331679ff1c" providerId="ADAL" clId="{E9351D83-3E75-409D-BDB8-C957A920DF99}" dt="2023-07-11T18:41:36.620" v="10194" actId="1076"/>
        <pc:sldMkLst>
          <pc:docMk/>
          <pc:sldMk cId="1474183318" sldId="516"/>
        </pc:sldMkLst>
        <pc:spChg chg="add mod">
          <ac:chgData name="Chris Alvin" userId="1477fe7d-12c1-4dcd-b708-f1331679ff1c" providerId="ADAL" clId="{E9351D83-3E75-409D-BDB8-C957A920DF99}" dt="2023-06-26T19:03:15.074" v="2310" actId="14"/>
          <ac:spMkLst>
            <pc:docMk/>
            <pc:sldMk cId="1474183318" sldId="516"/>
            <ac:spMk id="2" creationId="{41F99126-43BC-6EA3-702C-64919219C2A1}"/>
          </ac:spMkLst>
        </pc:spChg>
        <pc:spChg chg="add del mod">
          <ac:chgData name="Chris Alvin" userId="1477fe7d-12c1-4dcd-b708-f1331679ff1c" providerId="ADAL" clId="{E9351D83-3E75-409D-BDB8-C957A920DF99}" dt="2023-06-26T18:53:14.540" v="1802" actId="478"/>
          <ac:spMkLst>
            <pc:docMk/>
            <pc:sldMk cId="1474183318" sldId="516"/>
            <ac:spMk id="3" creationId="{21A1E46D-D6F2-1D32-4731-F81A9ED652A8}"/>
          </ac:spMkLst>
        </pc:spChg>
        <pc:spChg chg="mod">
          <ac:chgData name="Chris Alvin" userId="1477fe7d-12c1-4dcd-b708-f1331679ff1c" providerId="ADAL" clId="{E9351D83-3E75-409D-BDB8-C957A920DF99}" dt="2023-06-26T18:41:30.907" v="1231" actId="20577"/>
          <ac:spMkLst>
            <pc:docMk/>
            <pc:sldMk cId="1474183318" sldId="516"/>
            <ac:spMk id="4" creationId="{00000000-0000-0000-0000-000000000000}"/>
          </ac:spMkLst>
        </pc:spChg>
        <pc:spChg chg="mod topLvl">
          <ac:chgData name="Chris Alvin" userId="1477fe7d-12c1-4dcd-b708-f1331679ff1c" providerId="ADAL" clId="{E9351D83-3E75-409D-BDB8-C957A920DF99}" dt="2023-06-26T19:19:11.473" v="2603" actId="1076"/>
          <ac:spMkLst>
            <pc:docMk/>
            <pc:sldMk cId="1474183318" sldId="516"/>
            <ac:spMk id="6" creationId="{1CABD37C-D6FE-802E-ED43-3D9552856677}"/>
          </ac:spMkLst>
        </pc:spChg>
        <pc:spChg chg="mod">
          <ac:chgData name="Chris Alvin" userId="1477fe7d-12c1-4dcd-b708-f1331679ff1c" providerId="ADAL" clId="{E9351D83-3E75-409D-BDB8-C957A920DF99}" dt="2023-07-11T18:39:26.481" v="10177" actId="1076"/>
          <ac:spMkLst>
            <pc:docMk/>
            <pc:sldMk cId="1474183318" sldId="516"/>
            <ac:spMk id="7" creationId="{50701FCB-92C4-4E05-79F1-F84F412A638B}"/>
          </ac:spMkLst>
        </pc:spChg>
        <pc:spChg chg="del mod">
          <ac:chgData name="Chris Alvin" userId="1477fe7d-12c1-4dcd-b708-f1331679ff1c" providerId="ADAL" clId="{E9351D83-3E75-409D-BDB8-C957A920DF99}" dt="2023-06-26T18:50:08.867" v="1712" actId="478"/>
          <ac:spMkLst>
            <pc:docMk/>
            <pc:sldMk cId="1474183318" sldId="516"/>
            <ac:spMk id="8" creationId="{F88BBABB-B1F2-26D7-529B-A31BD0B409C5}"/>
          </ac:spMkLst>
        </pc:spChg>
        <pc:spChg chg="mod topLvl">
          <ac:chgData name="Chris Alvin" userId="1477fe7d-12c1-4dcd-b708-f1331679ff1c" providerId="ADAL" clId="{E9351D83-3E75-409D-BDB8-C957A920DF99}" dt="2023-06-26T19:19:11.473" v="2603" actId="1076"/>
          <ac:spMkLst>
            <pc:docMk/>
            <pc:sldMk cId="1474183318" sldId="516"/>
            <ac:spMk id="9" creationId="{F89CF5C6-DC44-3AEC-F181-93CBC6C0592A}"/>
          </ac:spMkLst>
        </pc:spChg>
        <pc:spChg chg="mod topLvl">
          <ac:chgData name="Chris Alvin" userId="1477fe7d-12c1-4dcd-b708-f1331679ff1c" providerId="ADAL" clId="{E9351D83-3E75-409D-BDB8-C957A920DF99}" dt="2023-06-26T19:19:11.473" v="2603" actId="1076"/>
          <ac:spMkLst>
            <pc:docMk/>
            <pc:sldMk cId="1474183318" sldId="516"/>
            <ac:spMk id="10" creationId="{C021A426-7BFE-A3F4-ECEC-2DB47A86ACD2}"/>
          </ac:spMkLst>
        </pc:spChg>
        <pc:spChg chg="mod topLvl">
          <ac:chgData name="Chris Alvin" userId="1477fe7d-12c1-4dcd-b708-f1331679ff1c" providerId="ADAL" clId="{E9351D83-3E75-409D-BDB8-C957A920DF99}" dt="2023-06-26T19:19:11.473" v="2603" actId="1076"/>
          <ac:spMkLst>
            <pc:docMk/>
            <pc:sldMk cId="1474183318" sldId="516"/>
            <ac:spMk id="11" creationId="{D57468A2-8DE0-6C5B-9BD9-6BFF7221D810}"/>
          </ac:spMkLst>
        </pc:spChg>
        <pc:spChg chg="del mod">
          <ac:chgData name="Chris Alvin" userId="1477fe7d-12c1-4dcd-b708-f1331679ff1c" providerId="ADAL" clId="{E9351D83-3E75-409D-BDB8-C957A920DF99}" dt="2023-06-26T18:50:08.867" v="1712" actId="478"/>
          <ac:spMkLst>
            <pc:docMk/>
            <pc:sldMk cId="1474183318" sldId="516"/>
            <ac:spMk id="12" creationId="{3B761AC6-F559-538A-52F5-0FC38AB8CCFE}"/>
          </ac:spMkLst>
        </pc:spChg>
        <pc:spChg chg="del mod topLvl">
          <ac:chgData name="Chris Alvin" userId="1477fe7d-12c1-4dcd-b708-f1331679ff1c" providerId="ADAL" clId="{E9351D83-3E75-409D-BDB8-C957A920DF99}" dt="2023-06-26T19:00:49.102" v="2146" actId="478"/>
          <ac:spMkLst>
            <pc:docMk/>
            <pc:sldMk cId="1474183318" sldId="516"/>
            <ac:spMk id="13" creationId="{9505807A-8BB3-351E-ABF3-2D52012FEBEA}"/>
          </ac:spMkLst>
        </pc:spChg>
        <pc:spChg chg="del">
          <ac:chgData name="Chris Alvin" userId="1477fe7d-12c1-4dcd-b708-f1331679ff1c" providerId="ADAL" clId="{E9351D83-3E75-409D-BDB8-C957A920DF99}" dt="2023-06-26T18:50:15.363" v="1714" actId="478"/>
          <ac:spMkLst>
            <pc:docMk/>
            <pc:sldMk cId="1474183318" sldId="516"/>
            <ac:spMk id="15" creationId="{0B8D8923-28AB-7F0A-1770-2D1BB68EB0FE}"/>
          </ac:spMkLst>
        </pc:spChg>
        <pc:spChg chg="del">
          <ac:chgData name="Chris Alvin" userId="1477fe7d-12c1-4dcd-b708-f1331679ff1c" providerId="ADAL" clId="{E9351D83-3E75-409D-BDB8-C957A920DF99}" dt="2023-06-26T18:50:15.363" v="1714" actId="478"/>
          <ac:spMkLst>
            <pc:docMk/>
            <pc:sldMk cId="1474183318" sldId="516"/>
            <ac:spMk id="16" creationId="{698E1899-6683-225E-E1BD-A49557003F05}"/>
          </ac:spMkLst>
        </pc:spChg>
        <pc:spChg chg="add mod">
          <ac:chgData name="Chris Alvin" userId="1477fe7d-12c1-4dcd-b708-f1331679ff1c" providerId="ADAL" clId="{E9351D83-3E75-409D-BDB8-C957A920DF99}" dt="2023-06-26T19:19:11.473" v="2603" actId="1076"/>
          <ac:spMkLst>
            <pc:docMk/>
            <pc:sldMk cId="1474183318" sldId="516"/>
            <ac:spMk id="18" creationId="{18DD30ED-4598-B5E4-B07E-FE663975D0F0}"/>
          </ac:spMkLst>
        </pc:spChg>
        <pc:spChg chg="del">
          <ac:chgData name="Chris Alvin" userId="1477fe7d-12c1-4dcd-b708-f1331679ff1c" providerId="ADAL" clId="{E9351D83-3E75-409D-BDB8-C957A920DF99}" dt="2023-06-26T18:50:15.363" v="1714" actId="478"/>
          <ac:spMkLst>
            <pc:docMk/>
            <pc:sldMk cId="1474183318" sldId="516"/>
            <ac:spMk id="19" creationId="{D27B8D1E-8F21-37E6-D1B8-D40A5F2086BE}"/>
          </ac:spMkLst>
        </pc:spChg>
        <pc:spChg chg="add mod">
          <ac:chgData name="Chris Alvin" userId="1477fe7d-12c1-4dcd-b708-f1331679ff1c" providerId="ADAL" clId="{E9351D83-3E75-409D-BDB8-C957A920DF99}" dt="2023-06-26T19:19:11.473" v="2603" actId="1076"/>
          <ac:spMkLst>
            <pc:docMk/>
            <pc:sldMk cId="1474183318" sldId="516"/>
            <ac:spMk id="20" creationId="{E643980A-1073-4CF5-3F90-DE234A417643}"/>
          </ac:spMkLst>
        </pc:spChg>
        <pc:spChg chg="add mod">
          <ac:chgData name="Chris Alvin" userId="1477fe7d-12c1-4dcd-b708-f1331679ff1c" providerId="ADAL" clId="{E9351D83-3E75-409D-BDB8-C957A920DF99}" dt="2023-06-26T19:18:20.626" v="2593" actId="1076"/>
          <ac:spMkLst>
            <pc:docMk/>
            <pc:sldMk cId="1474183318" sldId="516"/>
            <ac:spMk id="21" creationId="{B428399F-FE0C-AFBC-11D3-85B3E6AED767}"/>
          </ac:spMkLst>
        </pc:spChg>
        <pc:spChg chg="add mod">
          <ac:chgData name="Chris Alvin" userId="1477fe7d-12c1-4dcd-b708-f1331679ff1c" providerId="ADAL" clId="{E9351D83-3E75-409D-BDB8-C957A920DF99}" dt="2023-06-26T19:18:20.626" v="2593" actId="1076"/>
          <ac:spMkLst>
            <pc:docMk/>
            <pc:sldMk cId="1474183318" sldId="516"/>
            <ac:spMk id="22" creationId="{134AF344-64A8-DB1E-9766-09AA0B3E1480}"/>
          </ac:spMkLst>
        </pc:spChg>
        <pc:spChg chg="add mod">
          <ac:chgData name="Chris Alvin" userId="1477fe7d-12c1-4dcd-b708-f1331679ff1c" providerId="ADAL" clId="{E9351D83-3E75-409D-BDB8-C957A920DF99}" dt="2023-06-26T19:18:20.626" v="2593" actId="1076"/>
          <ac:spMkLst>
            <pc:docMk/>
            <pc:sldMk cId="1474183318" sldId="516"/>
            <ac:spMk id="23" creationId="{24BF2740-FB33-3E22-23A2-389ABF1B6B83}"/>
          </ac:spMkLst>
        </pc:spChg>
        <pc:spChg chg="add mod">
          <ac:chgData name="Chris Alvin" userId="1477fe7d-12c1-4dcd-b708-f1331679ff1c" providerId="ADAL" clId="{E9351D83-3E75-409D-BDB8-C957A920DF99}" dt="2023-06-26T19:18:05.992" v="2590" actId="1076"/>
          <ac:spMkLst>
            <pc:docMk/>
            <pc:sldMk cId="1474183318" sldId="516"/>
            <ac:spMk id="24" creationId="{76C548AB-5450-3E19-3B53-E485416A8C7B}"/>
          </ac:spMkLst>
        </pc:spChg>
        <pc:spChg chg="add mod">
          <ac:chgData name="Chris Alvin" userId="1477fe7d-12c1-4dcd-b708-f1331679ff1c" providerId="ADAL" clId="{E9351D83-3E75-409D-BDB8-C957A920DF99}" dt="2023-06-26T19:18:05.992" v="2590" actId="1076"/>
          <ac:spMkLst>
            <pc:docMk/>
            <pc:sldMk cId="1474183318" sldId="516"/>
            <ac:spMk id="25" creationId="{72498D09-51AA-92E1-269C-52B9B0D1816A}"/>
          </ac:spMkLst>
        </pc:spChg>
        <pc:spChg chg="add mod">
          <ac:chgData name="Chris Alvin" userId="1477fe7d-12c1-4dcd-b708-f1331679ff1c" providerId="ADAL" clId="{E9351D83-3E75-409D-BDB8-C957A920DF99}" dt="2023-06-26T19:20:54.154" v="2632"/>
          <ac:spMkLst>
            <pc:docMk/>
            <pc:sldMk cId="1474183318" sldId="516"/>
            <ac:spMk id="26" creationId="{ABEE1EEB-3030-919C-6B7D-31C7348BC5B7}"/>
          </ac:spMkLst>
        </pc:spChg>
        <pc:spChg chg="add mod">
          <ac:chgData name="Chris Alvin" userId="1477fe7d-12c1-4dcd-b708-f1331679ff1c" providerId="ADAL" clId="{E9351D83-3E75-409D-BDB8-C957A920DF99}" dt="2023-06-26T19:18:40.869" v="2597" actId="1076"/>
          <ac:spMkLst>
            <pc:docMk/>
            <pc:sldMk cId="1474183318" sldId="516"/>
            <ac:spMk id="27" creationId="{2BEC3DB1-096B-7C38-18E2-843C92E4D43A}"/>
          </ac:spMkLst>
        </pc:spChg>
        <pc:spChg chg="add mod">
          <ac:chgData name="Chris Alvin" userId="1477fe7d-12c1-4dcd-b708-f1331679ff1c" providerId="ADAL" clId="{E9351D83-3E75-409D-BDB8-C957A920DF99}" dt="2023-06-26T19:18:40.869" v="2597" actId="1076"/>
          <ac:spMkLst>
            <pc:docMk/>
            <pc:sldMk cId="1474183318" sldId="516"/>
            <ac:spMk id="28" creationId="{5DEE5213-3227-9515-CF55-D91F3170192A}"/>
          </ac:spMkLst>
        </pc:spChg>
        <pc:spChg chg="add mod">
          <ac:chgData name="Chris Alvin" userId="1477fe7d-12c1-4dcd-b708-f1331679ff1c" providerId="ADAL" clId="{E9351D83-3E75-409D-BDB8-C957A920DF99}" dt="2023-06-26T19:10:40.483" v="2455" actId="571"/>
          <ac:spMkLst>
            <pc:docMk/>
            <pc:sldMk cId="1474183318" sldId="516"/>
            <ac:spMk id="29" creationId="{506FA504-2502-4476-5824-822DF655FB30}"/>
          </ac:spMkLst>
        </pc:spChg>
        <pc:spChg chg="add mod">
          <ac:chgData name="Chris Alvin" userId="1477fe7d-12c1-4dcd-b708-f1331679ff1c" providerId="ADAL" clId="{E9351D83-3E75-409D-BDB8-C957A920DF99}" dt="2023-06-26T19:19:11.473" v="2603" actId="1076"/>
          <ac:spMkLst>
            <pc:docMk/>
            <pc:sldMk cId="1474183318" sldId="516"/>
            <ac:spMk id="30" creationId="{8F13F981-554C-7944-21A4-D8004FD8BE3C}"/>
          </ac:spMkLst>
        </pc:spChg>
        <pc:spChg chg="add mod">
          <ac:chgData name="Chris Alvin" userId="1477fe7d-12c1-4dcd-b708-f1331679ff1c" providerId="ADAL" clId="{E9351D83-3E75-409D-BDB8-C957A920DF99}" dt="2023-06-26T19:19:11.473" v="2603" actId="1076"/>
          <ac:spMkLst>
            <pc:docMk/>
            <pc:sldMk cId="1474183318" sldId="516"/>
            <ac:spMk id="31" creationId="{DFBA7BAA-7A8B-5032-80E9-58CC6F5554A3}"/>
          </ac:spMkLst>
        </pc:spChg>
        <pc:spChg chg="add mod">
          <ac:chgData name="Chris Alvin" userId="1477fe7d-12c1-4dcd-b708-f1331679ff1c" providerId="ADAL" clId="{E9351D83-3E75-409D-BDB8-C957A920DF99}" dt="2023-07-11T18:40:56.351" v="10191" actId="20577"/>
          <ac:spMkLst>
            <pc:docMk/>
            <pc:sldMk cId="1474183318" sldId="516"/>
            <ac:spMk id="32" creationId="{AFE75D3B-84A1-23EE-EC2A-D38D0EB8F222}"/>
          </ac:spMkLst>
        </pc:spChg>
        <pc:spChg chg="add mod">
          <ac:chgData name="Chris Alvin" userId="1477fe7d-12c1-4dcd-b708-f1331679ff1c" providerId="ADAL" clId="{E9351D83-3E75-409D-BDB8-C957A920DF99}" dt="2023-06-26T19:18:40.869" v="2597" actId="1076"/>
          <ac:spMkLst>
            <pc:docMk/>
            <pc:sldMk cId="1474183318" sldId="516"/>
            <ac:spMk id="33" creationId="{701F3A54-8185-2AF7-0ADF-BAD147F0766A}"/>
          </ac:spMkLst>
        </pc:spChg>
        <pc:spChg chg="add del mod">
          <ac:chgData name="Chris Alvin" userId="1477fe7d-12c1-4dcd-b708-f1331679ff1c" providerId="ADAL" clId="{E9351D83-3E75-409D-BDB8-C957A920DF99}" dt="2023-06-26T19:12:41.868" v="2516" actId="478"/>
          <ac:spMkLst>
            <pc:docMk/>
            <pc:sldMk cId="1474183318" sldId="516"/>
            <ac:spMk id="34" creationId="{D3D46DC8-EFAD-0982-4C35-7F775399A487}"/>
          </ac:spMkLst>
        </pc:spChg>
        <pc:spChg chg="add mod">
          <ac:chgData name="Chris Alvin" userId="1477fe7d-12c1-4dcd-b708-f1331679ff1c" providerId="ADAL" clId="{E9351D83-3E75-409D-BDB8-C957A920DF99}" dt="2023-06-26T19:20:02.020" v="2623" actId="16959"/>
          <ac:spMkLst>
            <pc:docMk/>
            <pc:sldMk cId="1474183318" sldId="516"/>
            <ac:spMk id="35" creationId="{F833D86B-02DC-4426-7F52-BAE5451883C5}"/>
          </ac:spMkLst>
        </pc:spChg>
        <pc:spChg chg="add mod">
          <ac:chgData name="Chris Alvin" userId="1477fe7d-12c1-4dcd-b708-f1331679ff1c" providerId="ADAL" clId="{E9351D83-3E75-409D-BDB8-C957A920DF99}" dt="2023-06-26T19:18:51.093" v="2599" actId="1076"/>
          <ac:spMkLst>
            <pc:docMk/>
            <pc:sldMk cId="1474183318" sldId="516"/>
            <ac:spMk id="36" creationId="{859FA1AD-DC81-622F-ED93-CE495829B0EF}"/>
          </ac:spMkLst>
        </pc:spChg>
        <pc:spChg chg="add mod">
          <ac:chgData name="Chris Alvin" userId="1477fe7d-12c1-4dcd-b708-f1331679ff1c" providerId="ADAL" clId="{E9351D83-3E75-409D-BDB8-C957A920DF99}" dt="2023-07-11T18:41:33.243" v="10193" actId="1076"/>
          <ac:spMkLst>
            <pc:docMk/>
            <pc:sldMk cId="1474183318" sldId="516"/>
            <ac:spMk id="37" creationId="{8AA28BD3-81C3-6A46-D785-4E08C8AE3F46}"/>
          </ac:spMkLst>
        </pc:spChg>
        <pc:spChg chg="add mod">
          <ac:chgData name="Chris Alvin" userId="1477fe7d-12c1-4dcd-b708-f1331679ff1c" providerId="ADAL" clId="{E9351D83-3E75-409D-BDB8-C957A920DF99}" dt="2023-06-26T19:18:20.626" v="2593" actId="1076"/>
          <ac:spMkLst>
            <pc:docMk/>
            <pc:sldMk cId="1474183318" sldId="516"/>
            <ac:spMk id="38" creationId="{5FF168EC-6080-1255-B930-B54D906F6D77}"/>
          </ac:spMkLst>
        </pc:spChg>
        <pc:spChg chg="add mod">
          <ac:chgData name="Chris Alvin" userId="1477fe7d-12c1-4dcd-b708-f1331679ff1c" providerId="ADAL" clId="{E9351D83-3E75-409D-BDB8-C957A920DF99}" dt="2023-06-26T19:16:41.491" v="2574" actId="571"/>
          <ac:spMkLst>
            <pc:docMk/>
            <pc:sldMk cId="1474183318" sldId="516"/>
            <ac:spMk id="39" creationId="{0F4A9F20-4CF1-32E9-190F-CBB35C6AE462}"/>
          </ac:spMkLst>
        </pc:spChg>
        <pc:spChg chg="add mod">
          <ac:chgData name="Chris Alvin" userId="1477fe7d-12c1-4dcd-b708-f1331679ff1c" providerId="ADAL" clId="{E9351D83-3E75-409D-BDB8-C957A920DF99}" dt="2023-06-26T19:18:20.626" v="2593" actId="1076"/>
          <ac:spMkLst>
            <pc:docMk/>
            <pc:sldMk cId="1474183318" sldId="516"/>
            <ac:spMk id="40" creationId="{67B2B5D5-9E9D-34CA-E0C9-AD44F3620E66}"/>
          </ac:spMkLst>
        </pc:spChg>
        <pc:spChg chg="add del mod">
          <ac:chgData name="Chris Alvin" userId="1477fe7d-12c1-4dcd-b708-f1331679ff1c" providerId="ADAL" clId="{E9351D83-3E75-409D-BDB8-C957A920DF99}" dt="2023-06-26T19:17:08.546" v="2579" actId="478"/>
          <ac:spMkLst>
            <pc:docMk/>
            <pc:sldMk cId="1474183318" sldId="516"/>
            <ac:spMk id="41" creationId="{EB5F191E-5E93-F2AA-824E-18E580AA49CC}"/>
          </ac:spMkLst>
        </pc:spChg>
        <pc:spChg chg="add mod">
          <ac:chgData name="Chris Alvin" userId="1477fe7d-12c1-4dcd-b708-f1331679ff1c" providerId="ADAL" clId="{E9351D83-3E75-409D-BDB8-C957A920DF99}" dt="2023-06-26T19:18:20.626" v="2593" actId="1076"/>
          <ac:spMkLst>
            <pc:docMk/>
            <pc:sldMk cId="1474183318" sldId="516"/>
            <ac:spMk id="42" creationId="{C19C03D0-0DBC-60B1-7766-DF041AFDF6B8}"/>
          </ac:spMkLst>
        </pc:spChg>
        <pc:spChg chg="add mod">
          <ac:chgData name="Chris Alvin" userId="1477fe7d-12c1-4dcd-b708-f1331679ff1c" providerId="ADAL" clId="{E9351D83-3E75-409D-BDB8-C957A920DF99}" dt="2023-06-26T19:18:36.196" v="2596" actId="1076"/>
          <ac:spMkLst>
            <pc:docMk/>
            <pc:sldMk cId="1474183318" sldId="516"/>
            <ac:spMk id="43" creationId="{8C5D806E-AB9D-6201-84C1-2A6E2C35568E}"/>
          </ac:spMkLst>
        </pc:spChg>
        <pc:spChg chg="add mod">
          <ac:chgData name="Chris Alvin" userId="1477fe7d-12c1-4dcd-b708-f1331679ff1c" providerId="ADAL" clId="{E9351D83-3E75-409D-BDB8-C957A920DF99}" dt="2023-06-26T19:18:36.196" v="2596" actId="1076"/>
          <ac:spMkLst>
            <pc:docMk/>
            <pc:sldMk cId="1474183318" sldId="516"/>
            <ac:spMk id="44" creationId="{46BD3DBA-CD8F-0BB2-88B9-9DD66BD3DA32}"/>
          </ac:spMkLst>
        </pc:spChg>
        <pc:spChg chg="add del mod">
          <ac:chgData name="Chris Alvin" userId="1477fe7d-12c1-4dcd-b708-f1331679ff1c" providerId="ADAL" clId="{E9351D83-3E75-409D-BDB8-C957A920DF99}" dt="2023-06-26T19:17:23.668" v="2582" actId="478"/>
          <ac:spMkLst>
            <pc:docMk/>
            <pc:sldMk cId="1474183318" sldId="516"/>
            <ac:spMk id="45" creationId="{C6B8DC67-502E-5B67-0418-1DD87A6CD549}"/>
          </ac:spMkLst>
        </pc:spChg>
        <pc:spChg chg="add del mod">
          <ac:chgData name="Chris Alvin" userId="1477fe7d-12c1-4dcd-b708-f1331679ff1c" providerId="ADAL" clId="{E9351D83-3E75-409D-BDB8-C957A920DF99}" dt="2023-07-11T18:41:30.258" v="10192" actId="1076"/>
          <ac:spMkLst>
            <pc:docMk/>
            <pc:sldMk cId="1474183318" sldId="516"/>
            <ac:spMk id="46" creationId="{ABAA5C1D-7383-6BA8-E30B-9298A64B14AF}"/>
          </ac:spMkLst>
        </pc:spChg>
        <pc:spChg chg="add del mod">
          <ac:chgData name="Chris Alvin" userId="1477fe7d-12c1-4dcd-b708-f1331679ff1c" providerId="ADAL" clId="{E9351D83-3E75-409D-BDB8-C957A920DF99}" dt="2023-06-26T19:17:39.276" v="2586" actId="478"/>
          <ac:spMkLst>
            <pc:docMk/>
            <pc:sldMk cId="1474183318" sldId="516"/>
            <ac:spMk id="47" creationId="{3BCE54EA-AA68-C66D-D5D8-248144AAE24C}"/>
          </ac:spMkLst>
        </pc:spChg>
        <pc:spChg chg="add mod">
          <ac:chgData name="Chris Alvin" userId="1477fe7d-12c1-4dcd-b708-f1331679ff1c" providerId="ADAL" clId="{E9351D83-3E75-409D-BDB8-C957A920DF99}" dt="2023-06-26T19:19:03.376" v="2602" actId="1076"/>
          <ac:spMkLst>
            <pc:docMk/>
            <pc:sldMk cId="1474183318" sldId="516"/>
            <ac:spMk id="48" creationId="{BC179C8D-81C8-A1B4-6A14-CE95ED5B9B43}"/>
          </ac:spMkLst>
        </pc:spChg>
        <pc:spChg chg="add mod">
          <ac:chgData name="Chris Alvin" userId="1477fe7d-12c1-4dcd-b708-f1331679ff1c" providerId="ADAL" clId="{E9351D83-3E75-409D-BDB8-C957A920DF99}" dt="2023-07-11T18:41:36.620" v="10194" actId="1076"/>
          <ac:spMkLst>
            <pc:docMk/>
            <pc:sldMk cId="1474183318" sldId="516"/>
            <ac:spMk id="49" creationId="{77CB1C59-AE29-D4D3-92E7-CA4D7DD1F22E}"/>
          </ac:spMkLst>
        </pc:spChg>
        <pc:spChg chg="add mod">
          <ac:chgData name="Chris Alvin" userId="1477fe7d-12c1-4dcd-b708-f1331679ff1c" providerId="ADAL" clId="{E9351D83-3E75-409D-BDB8-C957A920DF99}" dt="2023-06-26T19:19:03.376" v="2602" actId="1076"/>
          <ac:spMkLst>
            <pc:docMk/>
            <pc:sldMk cId="1474183318" sldId="516"/>
            <ac:spMk id="50" creationId="{7C2D33E9-B7FB-3840-60B9-2AC0B1A0AC4A}"/>
          </ac:spMkLst>
        </pc:spChg>
        <pc:spChg chg="add del mod">
          <ac:chgData name="Chris Alvin" userId="1477fe7d-12c1-4dcd-b708-f1331679ff1c" providerId="ADAL" clId="{E9351D83-3E75-409D-BDB8-C957A920DF99}" dt="2023-06-26T19:19:25.908" v="2617" actId="478"/>
          <ac:spMkLst>
            <pc:docMk/>
            <pc:sldMk cId="1474183318" sldId="516"/>
            <ac:spMk id="51" creationId="{F363C709-9B83-FD1D-D1EF-FC5E073B70DE}"/>
          </ac:spMkLst>
        </pc:spChg>
        <pc:grpChg chg="add del mod">
          <ac:chgData name="Chris Alvin" userId="1477fe7d-12c1-4dcd-b708-f1331679ff1c" providerId="ADAL" clId="{E9351D83-3E75-409D-BDB8-C957A920DF99}" dt="2023-06-26T18:59:49.434" v="2076" actId="165"/>
          <ac:grpSpMkLst>
            <pc:docMk/>
            <pc:sldMk cId="1474183318" sldId="516"/>
            <ac:grpSpMk id="5" creationId="{EE5F4DA6-70F8-2F36-BFF3-287D55159237}"/>
          </ac:grpSpMkLst>
        </pc:grpChg>
        <pc:cxnChg chg="mod topLvl">
          <ac:chgData name="Chris Alvin" userId="1477fe7d-12c1-4dcd-b708-f1331679ff1c" providerId="ADAL" clId="{E9351D83-3E75-409D-BDB8-C957A920DF99}" dt="2023-06-26T19:19:11.473" v="2603" actId="1076"/>
          <ac:cxnSpMkLst>
            <pc:docMk/>
            <pc:sldMk cId="1474183318" sldId="516"/>
            <ac:cxnSpMk id="14" creationId="{F1AB3CE4-4380-49C3-2C94-858B22D8253B}"/>
          </ac:cxnSpMkLst>
        </pc:cxnChg>
        <pc:cxnChg chg="mod topLvl">
          <ac:chgData name="Chris Alvin" userId="1477fe7d-12c1-4dcd-b708-f1331679ff1c" providerId="ADAL" clId="{E9351D83-3E75-409D-BDB8-C957A920DF99}" dt="2023-06-26T19:19:11.473" v="2603" actId="1076"/>
          <ac:cxnSpMkLst>
            <pc:docMk/>
            <pc:sldMk cId="1474183318" sldId="516"/>
            <ac:cxnSpMk id="17" creationId="{D3227787-63FB-E5BE-D89C-2E8085E0854B}"/>
          </ac:cxnSpMkLst>
        </pc:cxnChg>
      </pc:sldChg>
      <pc:sldChg chg="addSp delSp modSp mod delAnim modAnim">
        <pc:chgData name="Chris Alvin" userId="1477fe7d-12c1-4dcd-b708-f1331679ff1c" providerId="ADAL" clId="{E9351D83-3E75-409D-BDB8-C957A920DF99}" dt="2023-06-26T18:49:53.728" v="1710"/>
        <pc:sldMkLst>
          <pc:docMk/>
          <pc:sldMk cId="2730148931" sldId="517"/>
        </pc:sldMkLst>
        <pc:spChg chg="del">
          <ac:chgData name="Chris Alvin" userId="1477fe7d-12c1-4dcd-b708-f1331679ff1c" providerId="ADAL" clId="{E9351D83-3E75-409D-BDB8-C957A920DF99}" dt="2023-06-26T17:27:07.297" v="1051" actId="478"/>
          <ac:spMkLst>
            <pc:docMk/>
            <pc:sldMk cId="2730148931" sldId="517"/>
            <ac:spMk id="2" creationId="{847D42CF-9E04-5158-760E-9FAB62D68742}"/>
          </ac:spMkLst>
        </pc:spChg>
        <pc:spChg chg="mod">
          <ac:chgData name="Chris Alvin" userId="1477fe7d-12c1-4dcd-b708-f1331679ff1c" providerId="ADAL" clId="{E9351D83-3E75-409D-BDB8-C957A920DF99}" dt="2023-06-26T17:27:03.126" v="1049" actId="20577"/>
          <ac:spMkLst>
            <pc:docMk/>
            <pc:sldMk cId="2730148931" sldId="517"/>
            <ac:spMk id="4" creationId="{00000000-0000-0000-0000-000000000000}"/>
          </ac:spMkLst>
        </pc:spChg>
        <pc:spChg chg="add mod">
          <ac:chgData name="Chris Alvin" userId="1477fe7d-12c1-4dcd-b708-f1331679ff1c" providerId="ADAL" clId="{E9351D83-3E75-409D-BDB8-C957A920DF99}" dt="2023-06-26T18:46:43.185" v="1573" actId="14100"/>
          <ac:spMkLst>
            <pc:docMk/>
            <pc:sldMk cId="2730148931" sldId="517"/>
            <ac:spMk id="5" creationId="{6BA237D4-2975-222E-6711-33CAE1FF8A4D}"/>
          </ac:spMkLst>
        </pc:spChg>
        <pc:spChg chg="add mod">
          <ac:chgData name="Chris Alvin" userId="1477fe7d-12c1-4dcd-b708-f1331679ff1c" providerId="ADAL" clId="{E9351D83-3E75-409D-BDB8-C957A920DF99}" dt="2023-06-26T18:49:33.274" v="1705" actId="20577"/>
          <ac:spMkLst>
            <pc:docMk/>
            <pc:sldMk cId="2730148931" sldId="517"/>
            <ac:spMk id="6" creationId="{788F9ABD-51E3-6BEC-48D4-BFC94689C960}"/>
          </ac:spMkLst>
        </pc:spChg>
        <pc:spChg chg="del mod">
          <ac:chgData name="Chris Alvin" userId="1477fe7d-12c1-4dcd-b708-f1331679ff1c" providerId="ADAL" clId="{E9351D83-3E75-409D-BDB8-C957A920DF99}" dt="2023-06-26T17:27:07.297" v="1051" actId="478"/>
          <ac:spMkLst>
            <pc:docMk/>
            <pc:sldMk cId="2730148931" sldId="517"/>
            <ac:spMk id="7" creationId="{50701FCB-92C4-4E05-79F1-F84F412A638B}"/>
          </ac:spMkLst>
        </pc:spChg>
        <pc:spChg chg="add mod">
          <ac:chgData name="Chris Alvin" userId="1477fe7d-12c1-4dcd-b708-f1331679ff1c" providerId="ADAL" clId="{E9351D83-3E75-409D-BDB8-C957A920DF99}" dt="2023-06-26T18:49:10.711" v="1697" actId="1076"/>
          <ac:spMkLst>
            <pc:docMk/>
            <pc:sldMk cId="2730148931" sldId="517"/>
            <ac:spMk id="8" creationId="{AC694C38-EC59-857D-778F-7E66DE37AC59}"/>
          </ac:spMkLst>
        </pc:spChg>
        <pc:spChg chg="add mod">
          <ac:chgData name="Chris Alvin" userId="1477fe7d-12c1-4dcd-b708-f1331679ff1c" providerId="ADAL" clId="{E9351D83-3E75-409D-BDB8-C957A920DF99}" dt="2023-06-26T18:47:30.080" v="1640" actId="1076"/>
          <ac:spMkLst>
            <pc:docMk/>
            <pc:sldMk cId="2730148931" sldId="517"/>
            <ac:spMk id="9" creationId="{5136099B-6903-9FFC-0E75-DE9B7201D6F6}"/>
          </ac:spMkLst>
        </pc:spChg>
        <pc:spChg chg="add mod">
          <ac:chgData name="Chris Alvin" userId="1477fe7d-12c1-4dcd-b708-f1331679ff1c" providerId="ADAL" clId="{E9351D83-3E75-409D-BDB8-C957A920DF99}" dt="2023-06-26T18:49:07.615" v="1696" actId="1076"/>
          <ac:spMkLst>
            <pc:docMk/>
            <pc:sldMk cId="2730148931" sldId="517"/>
            <ac:spMk id="10" creationId="{DA0B3903-71B7-E81E-640D-DB6C87EA0FBE}"/>
          </ac:spMkLst>
        </pc:spChg>
        <pc:spChg chg="del mod">
          <ac:chgData name="Chris Alvin" userId="1477fe7d-12c1-4dcd-b708-f1331679ff1c" providerId="ADAL" clId="{E9351D83-3E75-409D-BDB8-C957A920DF99}" dt="2023-06-26T17:27:09.951" v="1052" actId="478"/>
          <ac:spMkLst>
            <pc:docMk/>
            <pc:sldMk cId="2730148931" sldId="517"/>
            <ac:spMk id="12" creationId="{3B761AC6-F559-538A-52F5-0FC38AB8CCFE}"/>
          </ac:spMkLst>
        </pc:spChg>
        <pc:graphicFrameChg chg="add mod modGraphic">
          <ac:chgData name="Chris Alvin" userId="1477fe7d-12c1-4dcd-b708-f1331679ff1c" providerId="ADAL" clId="{E9351D83-3E75-409D-BDB8-C957A920DF99}" dt="2023-06-26T18:49:25.753" v="1702" actId="1076"/>
          <ac:graphicFrameMkLst>
            <pc:docMk/>
            <pc:sldMk cId="2730148931" sldId="517"/>
            <ac:graphicFrameMk id="3" creationId="{765C61BC-3E78-4D42-171A-B8404EA69F46}"/>
          </ac:graphicFrameMkLst>
        </pc:graphicFrameChg>
      </pc:sldChg>
      <pc:sldChg chg="addSp delSp modSp add mod delAnim modAnim">
        <pc:chgData name="Chris Alvin" userId="1477fe7d-12c1-4dcd-b708-f1331679ff1c" providerId="ADAL" clId="{E9351D83-3E75-409D-BDB8-C957A920DF99}" dt="2023-07-11T18:43:58.046" v="10260" actId="1076"/>
        <pc:sldMkLst>
          <pc:docMk/>
          <pc:sldMk cId="155281804" sldId="518"/>
        </pc:sldMkLst>
        <pc:spChg chg="del">
          <ac:chgData name="Chris Alvin" userId="1477fe7d-12c1-4dcd-b708-f1331679ff1c" providerId="ADAL" clId="{E9351D83-3E75-409D-BDB8-C957A920DF99}" dt="2023-06-26T19:22:25.311" v="2686" actId="478"/>
          <ac:spMkLst>
            <pc:docMk/>
            <pc:sldMk cId="155281804" sldId="518"/>
            <ac:spMk id="2" creationId="{41F99126-43BC-6EA3-702C-64919219C2A1}"/>
          </ac:spMkLst>
        </pc:spChg>
        <pc:spChg chg="add mod">
          <ac:chgData name="Chris Alvin" userId="1477fe7d-12c1-4dcd-b708-f1331679ff1c" providerId="ADAL" clId="{E9351D83-3E75-409D-BDB8-C957A920DF99}" dt="2023-06-26T19:24:32.065" v="2867" actId="1076"/>
          <ac:spMkLst>
            <pc:docMk/>
            <pc:sldMk cId="155281804" sldId="518"/>
            <ac:spMk id="3" creationId="{B8E7D1FF-DFE3-7EAB-5CB3-804697E2A320}"/>
          </ac:spMkLst>
        </pc:spChg>
        <pc:spChg chg="mod">
          <ac:chgData name="Chris Alvin" userId="1477fe7d-12c1-4dcd-b708-f1331679ff1c" providerId="ADAL" clId="{E9351D83-3E75-409D-BDB8-C957A920DF99}" dt="2023-06-26T19:22:20.518" v="2685" actId="20577"/>
          <ac:spMkLst>
            <pc:docMk/>
            <pc:sldMk cId="155281804" sldId="518"/>
            <ac:spMk id="4" creationId="{00000000-0000-0000-0000-000000000000}"/>
          </ac:spMkLst>
        </pc:spChg>
        <pc:spChg chg="add mod">
          <ac:chgData name="Chris Alvin" userId="1477fe7d-12c1-4dcd-b708-f1331679ff1c" providerId="ADAL" clId="{E9351D83-3E75-409D-BDB8-C957A920DF99}" dt="2023-06-27T12:17:23.573" v="4644" actId="114"/>
          <ac:spMkLst>
            <pc:docMk/>
            <pc:sldMk cId="155281804" sldId="518"/>
            <ac:spMk id="5" creationId="{2FB65ED7-6EBD-BE1E-5FF0-69C83BB4F678}"/>
          </ac:spMkLst>
        </pc:spChg>
        <pc:spChg chg="del">
          <ac:chgData name="Chris Alvin" userId="1477fe7d-12c1-4dcd-b708-f1331679ff1c" providerId="ADAL" clId="{E9351D83-3E75-409D-BDB8-C957A920DF99}" dt="2023-06-26T19:21:55.658" v="2675" actId="478"/>
          <ac:spMkLst>
            <pc:docMk/>
            <pc:sldMk cId="155281804" sldId="518"/>
            <ac:spMk id="6" creationId="{1CABD37C-D6FE-802E-ED43-3D9552856677}"/>
          </ac:spMkLst>
        </pc:spChg>
        <pc:spChg chg="del">
          <ac:chgData name="Chris Alvin" userId="1477fe7d-12c1-4dcd-b708-f1331679ff1c" providerId="ADAL" clId="{E9351D83-3E75-409D-BDB8-C957A920DF99}" dt="2023-06-26T19:22:28.550" v="2687" actId="478"/>
          <ac:spMkLst>
            <pc:docMk/>
            <pc:sldMk cId="155281804" sldId="518"/>
            <ac:spMk id="7" creationId="{50701FCB-92C4-4E05-79F1-F84F412A638B}"/>
          </ac:spMkLst>
        </pc:spChg>
        <pc:spChg chg="add mod">
          <ac:chgData name="Chris Alvin" userId="1477fe7d-12c1-4dcd-b708-f1331679ff1c" providerId="ADAL" clId="{E9351D83-3E75-409D-BDB8-C957A920DF99}" dt="2023-06-26T19:32:45.084" v="3370" actId="1076"/>
          <ac:spMkLst>
            <pc:docMk/>
            <pc:sldMk cId="155281804" sldId="518"/>
            <ac:spMk id="8" creationId="{E6DCCE4C-E03D-3D31-F9DF-5776F12BFC89}"/>
          </ac:spMkLst>
        </pc:spChg>
        <pc:spChg chg="del">
          <ac:chgData name="Chris Alvin" userId="1477fe7d-12c1-4dcd-b708-f1331679ff1c" providerId="ADAL" clId="{E9351D83-3E75-409D-BDB8-C957A920DF99}" dt="2023-06-26T19:21:55.658" v="2675" actId="478"/>
          <ac:spMkLst>
            <pc:docMk/>
            <pc:sldMk cId="155281804" sldId="518"/>
            <ac:spMk id="9" creationId="{F89CF5C6-DC44-3AEC-F181-93CBC6C0592A}"/>
          </ac:spMkLst>
        </pc:spChg>
        <pc:spChg chg="del">
          <ac:chgData name="Chris Alvin" userId="1477fe7d-12c1-4dcd-b708-f1331679ff1c" providerId="ADAL" clId="{E9351D83-3E75-409D-BDB8-C957A920DF99}" dt="2023-06-26T19:21:55.658" v="2675" actId="478"/>
          <ac:spMkLst>
            <pc:docMk/>
            <pc:sldMk cId="155281804" sldId="518"/>
            <ac:spMk id="10" creationId="{C021A426-7BFE-A3F4-ECEC-2DB47A86ACD2}"/>
          </ac:spMkLst>
        </pc:spChg>
        <pc:spChg chg="del">
          <ac:chgData name="Chris Alvin" userId="1477fe7d-12c1-4dcd-b708-f1331679ff1c" providerId="ADAL" clId="{E9351D83-3E75-409D-BDB8-C957A920DF99}" dt="2023-06-26T19:21:55.658" v="2675" actId="478"/>
          <ac:spMkLst>
            <pc:docMk/>
            <pc:sldMk cId="155281804" sldId="518"/>
            <ac:spMk id="11" creationId="{D57468A2-8DE0-6C5B-9BD9-6BFF7221D810}"/>
          </ac:spMkLst>
        </pc:spChg>
        <pc:spChg chg="add mod">
          <ac:chgData name="Chris Alvin" userId="1477fe7d-12c1-4dcd-b708-f1331679ff1c" providerId="ADAL" clId="{E9351D83-3E75-409D-BDB8-C957A920DF99}" dt="2023-06-26T19:32:51.239" v="3371" actId="1076"/>
          <ac:spMkLst>
            <pc:docMk/>
            <pc:sldMk cId="155281804" sldId="518"/>
            <ac:spMk id="12" creationId="{C92EA891-46F7-70F2-1667-3F9DB44D411E}"/>
          </ac:spMkLst>
        </pc:spChg>
        <pc:spChg chg="add mod">
          <ac:chgData name="Chris Alvin" userId="1477fe7d-12c1-4dcd-b708-f1331679ff1c" providerId="ADAL" clId="{E9351D83-3E75-409D-BDB8-C957A920DF99}" dt="2023-07-11T18:43:55.896" v="10259" actId="14100"/>
          <ac:spMkLst>
            <pc:docMk/>
            <pc:sldMk cId="155281804" sldId="518"/>
            <ac:spMk id="13" creationId="{58E77A61-3348-3A89-DBAB-B4E83384D223}"/>
          </ac:spMkLst>
        </pc:spChg>
        <pc:spChg chg="add mod">
          <ac:chgData name="Chris Alvin" userId="1477fe7d-12c1-4dcd-b708-f1331679ff1c" providerId="ADAL" clId="{E9351D83-3E75-409D-BDB8-C957A920DF99}" dt="2023-07-11T18:43:58.046" v="10260" actId="1076"/>
          <ac:spMkLst>
            <pc:docMk/>
            <pc:sldMk cId="155281804" sldId="518"/>
            <ac:spMk id="15" creationId="{9C01A2AF-0857-FADC-7189-5127815A4211}"/>
          </ac:spMkLst>
        </pc:spChg>
        <pc:spChg chg="add mod">
          <ac:chgData name="Chris Alvin" userId="1477fe7d-12c1-4dcd-b708-f1331679ff1c" providerId="ADAL" clId="{E9351D83-3E75-409D-BDB8-C957A920DF99}" dt="2023-06-26T19:33:03.815" v="3374" actId="1076"/>
          <ac:spMkLst>
            <pc:docMk/>
            <pc:sldMk cId="155281804" sldId="518"/>
            <ac:spMk id="16" creationId="{2361B15E-BCE9-C89E-49A6-9F22228D57D7}"/>
          </ac:spMkLst>
        </pc:spChg>
        <pc:spChg chg="del">
          <ac:chgData name="Chris Alvin" userId="1477fe7d-12c1-4dcd-b708-f1331679ff1c" providerId="ADAL" clId="{E9351D83-3E75-409D-BDB8-C957A920DF99}" dt="2023-06-26T19:21:55.658" v="2675" actId="478"/>
          <ac:spMkLst>
            <pc:docMk/>
            <pc:sldMk cId="155281804" sldId="518"/>
            <ac:spMk id="18" creationId="{18DD30ED-4598-B5E4-B07E-FE663975D0F0}"/>
          </ac:spMkLst>
        </pc:spChg>
        <pc:spChg chg="add mod">
          <ac:chgData name="Chris Alvin" userId="1477fe7d-12c1-4dcd-b708-f1331679ff1c" providerId="ADAL" clId="{E9351D83-3E75-409D-BDB8-C957A920DF99}" dt="2023-06-26T19:33:09.296" v="3375" actId="1076"/>
          <ac:spMkLst>
            <pc:docMk/>
            <pc:sldMk cId="155281804" sldId="518"/>
            <ac:spMk id="19" creationId="{DD7E7F3D-ED3C-3B0C-FEC5-466B0F740087}"/>
          </ac:spMkLst>
        </pc:spChg>
        <pc:spChg chg="del">
          <ac:chgData name="Chris Alvin" userId="1477fe7d-12c1-4dcd-b708-f1331679ff1c" providerId="ADAL" clId="{E9351D83-3E75-409D-BDB8-C957A920DF99}" dt="2023-06-26T19:21:55.658" v="2675" actId="478"/>
          <ac:spMkLst>
            <pc:docMk/>
            <pc:sldMk cId="155281804" sldId="518"/>
            <ac:spMk id="20" creationId="{E643980A-1073-4CF5-3F90-DE234A417643}"/>
          </ac:spMkLst>
        </pc:spChg>
        <pc:spChg chg="del">
          <ac:chgData name="Chris Alvin" userId="1477fe7d-12c1-4dcd-b708-f1331679ff1c" providerId="ADAL" clId="{E9351D83-3E75-409D-BDB8-C957A920DF99}" dt="2023-06-26T19:22:28.550" v="2687" actId="478"/>
          <ac:spMkLst>
            <pc:docMk/>
            <pc:sldMk cId="155281804" sldId="518"/>
            <ac:spMk id="21" creationId="{B428399F-FE0C-AFBC-11D3-85B3E6AED767}"/>
          </ac:spMkLst>
        </pc:spChg>
        <pc:spChg chg="del">
          <ac:chgData name="Chris Alvin" userId="1477fe7d-12c1-4dcd-b708-f1331679ff1c" providerId="ADAL" clId="{E9351D83-3E75-409D-BDB8-C957A920DF99}" dt="2023-06-26T19:22:28.550" v="2687" actId="478"/>
          <ac:spMkLst>
            <pc:docMk/>
            <pc:sldMk cId="155281804" sldId="518"/>
            <ac:spMk id="22" creationId="{134AF344-64A8-DB1E-9766-09AA0B3E1480}"/>
          </ac:spMkLst>
        </pc:spChg>
        <pc:spChg chg="del">
          <ac:chgData name="Chris Alvin" userId="1477fe7d-12c1-4dcd-b708-f1331679ff1c" providerId="ADAL" clId="{E9351D83-3E75-409D-BDB8-C957A920DF99}" dt="2023-06-26T19:22:28.550" v="2687" actId="478"/>
          <ac:spMkLst>
            <pc:docMk/>
            <pc:sldMk cId="155281804" sldId="518"/>
            <ac:spMk id="23" creationId="{24BF2740-FB33-3E22-23A2-389ABF1B6B83}"/>
          </ac:spMkLst>
        </pc:spChg>
        <pc:spChg chg="del">
          <ac:chgData name="Chris Alvin" userId="1477fe7d-12c1-4dcd-b708-f1331679ff1c" providerId="ADAL" clId="{E9351D83-3E75-409D-BDB8-C957A920DF99}" dt="2023-06-26T19:22:28.550" v="2687" actId="478"/>
          <ac:spMkLst>
            <pc:docMk/>
            <pc:sldMk cId="155281804" sldId="518"/>
            <ac:spMk id="24" creationId="{76C548AB-5450-3E19-3B53-E485416A8C7B}"/>
          </ac:spMkLst>
        </pc:spChg>
        <pc:spChg chg="del">
          <ac:chgData name="Chris Alvin" userId="1477fe7d-12c1-4dcd-b708-f1331679ff1c" providerId="ADAL" clId="{E9351D83-3E75-409D-BDB8-C957A920DF99}" dt="2023-06-26T19:22:28.550" v="2687" actId="478"/>
          <ac:spMkLst>
            <pc:docMk/>
            <pc:sldMk cId="155281804" sldId="518"/>
            <ac:spMk id="25" creationId="{72498D09-51AA-92E1-269C-52B9B0D1816A}"/>
          </ac:spMkLst>
        </pc:spChg>
        <pc:spChg chg="del">
          <ac:chgData name="Chris Alvin" userId="1477fe7d-12c1-4dcd-b708-f1331679ff1c" providerId="ADAL" clId="{E9351D83-3E75-409D-BDB8-C957A920DF99}" dt="2023-06-26T19:22:28.550" v="2687" actId="478"/>
          <ac:spMkLst>
            <pc:docMk/>
            <pc:sldMk cId="155281804" sldId="518"/>
            <ac:spMk id="26" creationId="{ABEE1EEB-3030-919C-6B7D-31C7348BC5B7}"/>
          </ac:spMkLst>
        </pc:spChg>
        <pc:spChg chg="del">
          <ac:chgData name="Chris Alvin" userId="1477fe7d-12c1-4dcd-b708-f1331679ff1c" providerId="ADAL" clId="{E9351D83-3E75-409D-BDB8-C957A920DF99}" dt="2023-06-26T19:22:28.550" v="2687" actId="478"/>
          <ac:spMkLst>
            <pc:docMk/>
            <pc:sldMk cId="155281804" sldId="518"/>
            <ac:spMk id="27" creationId="{2BEC3DB1-096B-7C38-18E2-843C92E4D43A}"/>
          </ac:spMkLst>
        </pc:spChg>
        <pc:spChg chg="del">
          <ac:chgData name="Chris Alvin" userId="1477fe7d-12c1-4dcd-b708-f1331679ff1c" providerId="ADAL" clId="{E9351D83-3E75-409D-BDB8-C957A920DF99}" dt="2023-06-26T19:22:28.550" v="2687" actId="478"/>
          <ac:spMkLst>
            <pc:docMk/>
            <pc:sldMk cId="155281804" sldId="518"/>
            <ac:spMk id="28" creationId="{5DEE5213-3227-9515-CF55-D91F3170192A}"/>
          </ac:spMkLst>
        </pc:spChg>
        <pc:spChg chg="del">
          <ac:chgData name="Chris Alvin" userId="1477fe7d-12c1-4dcd-b708-f1331679ff1c" providerId="ADAL" clId="{E9351D83-3E75-409D-BDB8-C957A920DF99}" dt="2023-06-26T19:21:55.658" v="2675" actId="478"/>
          <ac:spMkLst>
            <pc:docMk/>
            <pc:sldMk cId="155281804" sldId="518"/>
            <ac:spMk id="30" creationId="{8F13F981-554C-7944-21A4-D8004FD8BE3C}"/>
          </ac:spMkLst>
        </pc:spChg>
        <pc:spChg chg="del">
          <ac:chgData name="Chris Alvin" userId="1477fe7d-12c1-4dcd-b708-f1331679ff1c" providerId="ADAL" clId="{E9351D83-3E75-409D-BDB8-C957A920DF99}" dt="2023-06-26T19:21:55.658" v="2675" actId="478"/>
          <ac:spMkLst>
            <pc:docMk/>
            <pc:sldMk cId="155281804" sldId="518"/>
            <ac:spMk id="31" creationId="{DFBA7BAA-7A8B-5032-80E9-58CC6F5554A3}"/>
          </ac:spMkLst>
        </pc:spChg>
        <pc:spChg chg="del">
          <ac:chgData name="Chris Alvin" userId="1477fe7d-12c1-4dcd-b708-f1331679ff1c" providerId="ADAL" clId="{E9351D83-3E75-409D-BDB8-C957A920DF99}" dt="2023-06-26T19:22:28.550" v="2687" actId="478"/>
          <ac:spMkLst>
            <pc:docMk/>
            <pc:sldMk cId="155281804" sldId="518"/>
            <ac:spMk id="32" creationId="{AFE75D3B-84A1-23EE-EC2A-D38D0EB8F222}"/>
          </ac:spMkLst>
        </pc:spChg>
        <pc:spChg chg="del">
          <ac:chgData name="Chris Alvin" userId="1477fe7d-12c1-4dcd-b708-f1331679ff1c" providerId="ADAL" clId="{E9351D83-3E75-409D-BDB8-C957A920DF99}" dt="2023-06-26T19:22:28.550" v="2687" actId="478"/>
          <ac:spMkLst>
            <pc:docMk/>
            <pc:sldMk cId="155281804" sldId="518"/>
            <ac:spMk id="33" creationId="{701F3A54-8185-2AF7-0ADF-BAD147F0766A}"/>
          </ac:spMkLst>
        </pc:spChg>
        <pc:spChg chg="del">
          <ac:chgData name="Chris Alvin" userId="1477fe7d-12c1-4dcd-b708-f1331679ff1c" providerId="ADAL" clId="{E9351D83-3E75-409D-BDB8-C957A920DF99}" dt="2023-06-26T19:22:28.550" v="2687" actId="478"/>
          <ac:spMkLst>
            <pc:docMk/>
            <pc:sldMk cId="155281804" sldId="518"/>
            <ac:spMk id="35" creationId="{F833D86B-02DC-4426-7F52-BAE5451883C5}"/>
          </ac:spMkLst>
        </pc:spChg>
        <pc:spChg chg="del">
          <ac:chgData name="Chris Alvin" userId="1477fe7d-12c1-4dcd-b708-f1331679ff1c" providerId="ADAL" clId="{E9351D83-3E75-409D-BDB8-C957A920DF99}" dt="2023-06-26T19:22:28.550" v="2687" actId="478"/>
          <ac:spMkLst>
            <pc:docMk/>
            <pc:sldMk cId="155281804" sldId="518"/>
            <ac:spMk id="36" creationId="{859FA1AD-DC81-622F-ED93-CE495829B0EF}"/>
          </ac:spMkLst>
        </pc:spChg>
        <pc:spChg chg="del">
          <ac:chgData name="Chris Alvin" userId="1477fe7d-12c1-4dcd-b708-f1331679ff1c" providerId="ADAL" clId="{E9351D83-3E75-409D-BDB8-C957A920DF99}" dt="2023-06-26T19:22:28.550" v="2687" actId="478"/>
          <ac:spMkLst>
            <pc:docMk/>
            <pc:sldMk cId="155281804" sldId="518"/>
            <ac:spMk id="37" creationId="{8AA28BD3-81C3-6A46-D785-4E08C8AE3F46}"/>
          </ac:spMkLst>
        </pc:spChg>
        <pc:spChg chg="del">
          <ac:chgData name="Chris Alvin" userId="1477fe7d-12c1-4dcd-b708-f1331679ff1c" providerId="ADAL" clId="{E9351D83-3E75-409D-BDB8-C957A920DF99}" dt="2023-06-26T19:22:28.550" v="2687" actId="478"/>
          <ac:spMkLst>
            <pc:docMk/>
            <pc:sldMk cId="155281804" sldId="518"/>
            <ac:spMk id="38" creationId="{5FF168EC-6080-1255-B930-B54D906F6D77}"/>
          </ac:spMkLst>
        </pc:spChg>
        <pc:spChg chg="del">
          <ac:chgData name="Chris Alvin" userId="1477fe7d-12c1-4dcd-b708-f1331679ff1c" providerId="ADAL" clId="{E9351D83-3E75-409D-BDB8-C957A920DF99}" dt="2023-06-26T19:22:28.550" v="2687" actId="478"/>
          <ac:spMkLst>
            <pc:docMk/>
            <pc:sldMk cId="155281804" sldId="518"/>
            <ac:spMk id="40" creationId="{67B2B5D5-9E9D-34CA-E0C9-AD44F3620E66}"/>
          </ac:spMkLst>
        </pc:spChg>
        <pc:spChg chg="del">
          <ac:chgData name="Chris Alvin" userId="1477fe7d-12c1-4dcd-b708-f1331679ff1c" providerId="ADAL" clId="{E9351D83-3E75-409D-BDB8-C957A920DF99}" dt="2023-06-26T19:22:28.550" v="2687" actId="478"/>
          <ac:spMkLst>
            <pc:docMk/>
            <pc:sldMk cId="155281804" sldId="518"/>
            <ac:spMk id="42" creationId="{C19C03D0-0DBC-60B1-7766-DF041AFDF6B8}"/>
          </ac:spMkLst>
        </pc:spChg>
        <pc:spChg chg="del">
          <ac:chgData name="Chris Alvin" userId="1477fe7d-12c1-4dcd-b708-f1331679ff1c" providerId="ADAL" clId="{E9351D83-3E75-409D-BDB8-C957A920DF99}" dt="2023-06-26T19:22:28.550" v="2687" actId="478"/>
          <ac:spMkLst>
            <pc:docMk/>
            <pc:sldMk cId="155281804" sldId="518"/>
            <ac:spMk id="43" creationId="{8C5D806E-AB9D-6201-84C1-2A6E2C35568E}"/>
          </ac:spMkLst>
        </pc:spChg>
        <pc:spChg chg="del">
          <ac:chgData name="Chris Alvin" userId="1477fe7d-12c1-4dcd-b708-f1331679ff1c" providerId="ADAL" clId="{E9351D83-3E75-409D-BDB8-C957A920DF99}" dt="2023-06-26T19:22:28.550" v="2687" actId="478"/>
          <ac:spMkLst>
            <pc:docMk/>
            <pc:sldMk cId="155281804" sldId="518"/>
            <ac:spMk id="44" creationId="{46BD3DBA-CD8F-0BB2-88B9-9DD66BD3DA32}"/>
          </ac:spMkLst>
        </pc:spChg>
        <pc:spChg chg="del">
          <ac:chgData name="Chris Alvin" userId="1477fe7d-12c1-4dcd-b708-f1331679ff1c" providerId="ADAL" clId="{E9351D83-3E75-409D-BDB8-C957A920DF99}" dt="2023-06-26T19:22:28.550" v="2687" actId="478"/>
          <ac:spMkLst>
            <pc:docMk/>
            <pc:sldMk cId="155281804" sldId="518"/>
            <ac:spMk id="46" creationId="{ABAA5C1D-7383-6BA8-E30B-9298A64B14AF}"/>
          </ac:spMkLst>
        </pc:spChg>
        <pc:spChg chg="del">
          <ac:chgData name="Chris Alvin" userId="1477fe7d-12c1-4dcd-b708-f1331679ff1c" providerId="ADAL" clId="{E9351D83-3E75-409D-BDB8-C957A920DF99}" dt="2023-06-26T19:22:28.550" v="2687" actId="478"/>
          <ac:spMkLst>
            <pc:docMk/>
            <pc:sldMk cId="155281804" sldId="518"/>
            <ac:spMk id="48" creationId="{BC179C8D-81C8-A1B4-6A14-CE95ED5B9B43}"/>
          </ac:spMkLst>
        </pc:spChg>
        <pc:spChg chg="del">
          <ac:chgData name="Chris Alvin" userId="1477fe7d-12c1-4dcd-b708-f1331679ff1c" providerId="ADAL" clId="{E9351D83-3E75-409D-BDB8-C957A920DF99}" dt="2023-06-26T19:22:28.550" v="2687" actId="478"/>
          <ac:spMkLst>
            <pc:docMk/>
            <pc:sldMk cId="155281804" sldId="518"/>
            <ac:spMk id="49" creationId="{77CB1C59-AE29-D4D3-92E7-CA4D7DD1F22E}"/>
          </ac:spMkLst>
        </pc:spChg>
        <pc:spChg chg="del">
          <ac:chgData name="Chris Alvin" userId="1477fe7d-12c1-4dcd-b708-f1331679ff1c" providerId="ADAL" clId="{E9351D83-3E75-409D-BDB8-C957A920DF99}" dt="2023-06-26T19:22:28.550" v="2687" actId="478"/>
          <ac:spMkLst>
            <pc:docMk/>
            <pc:sldMk cId="155281804" sldId="518"/>
            <ac:spMk id="50" creationId="{7C2D33E9-B7FB-3840-60B9-2AC0B1A0AC4A}"/>
          </ac:spMkLst>
        </pc:spChg>
        <pc:cxnChg chg="del">
          <ac:chgData name="Chris Alvin" userId="1477fe7d-12c1-4dcd-b708-f1331679ff1c" providerId="ADAL" clId="{E9351D83-3E75-409D-BDB8-C957A920DF99}" dt="2023-06-26T19:21:55.658" v="2675" actId="478"/>
          <ac:cxnSpMkLst>
            <pc:docMk/>
            <pc:sldMk cId="155281804" sldId="518"/>
            <ac:cxnSpMk id="14" creationId="{F1AB3CE4-4380-49C3-2C94-858B22D8253B}"/>
          </ac:cxnSpMkLst>
        </pc:cxnChg>
        <pc:cxnChg chg="del">
          <ac:chgData name="Chris Alvin" userId="1477fe7d-12c1-4dcd-b708-f1331679ff1c" providerId="ADAL" clId="{E9351D83-3E75-409D-BDB8-C957A920DF99}" dt="2023-06-26T19:21:55.658" v="2675" actId="478"/>
          <ac:cxnSpMkLst>
            <pc:docMk/>
            <pc:sldMk cId="155281804" sldId="518"/>
            <ac:cxnSpMk id="17" creationId="{D3227787-63FB-E5BE-D89C-2E8085E0854B}"/>
          </ac:cxnSpMkLst>
        </pc:cxnChg>
      </pc:sldChg>
      <pc:sldChg chg="addSp delSp modSp add mod modAnim">
        <pc:chgData name="Chris Alvin" userId="1477fe7d-12c1-4dcd-b708-f1331679ff1c" providerId="ADAL" clId="{E9351D83-3E75-409D-BDB8-C957A920DF99}" dt="2023-07-11T18:45:58.232" v="10268"/>
        <pc:sldMkLst>
          <pc:docMk/>
          <pc:sldMk cId="1957705259" sldId="519"/>
        </pc:sldMkLst>
        <pc:spChg chg="add mod">
          <ac:chgData name="Chris Alvin" userId="1477fe7d-12c1-4dcd-b708-f1331679ff1c" providerId="ADAL" clId="{E9351D83-3E75-409D-BDB8-C957A920DF99}" dt="2023-06-26T19:50:14.563" v="4298" actId="1076"/>
          <ac:spMkLst>
            <pc:docMk/>
            <pc:sldMk cId="1957705259" sldId="519"/>
            <ac:spMk id="2" creationId="{3AC4CBDA-B7CB-1BD7-5A94-9454F9DDEE42}"/>
          </ac:spMkLst>
        </pc:spChg>
        <pc:spChg chg="add del">
          <ac:chgData name="Chris Alvin" userId="1477fe7d-12c1-4dcd-b708-f1331679ff1c" providerId="ADAL" clId="{E9351D83-3E75-409D-BDB8-C957A920DF99}" dt="2023-06-26T19:34:03.790" v="3401" actId="478"/>
          <ac:spMkLst>
            <pc:docMk/>
            <pc:sldMk cId="1957705259" sldId="519"/>
            <ac:spMk id="3" creationId="{B8E7D1FF-DFE3-7EAB-5CB3-804697E2A320}"/>
          </ac:spMkLst>
        </pc:spChg>
        <pc:spChg chg="add del mod">
          <ac:chgData name="Chris Alvin" userId="1477fe7d-12c1-4dcd-b708-f1331679ff1c" providerId="ADAL" clId="{E9351D83-3E75-409D-BDB8-C957A920DF99}" dt="2023-06-26T19:50:03.589" v="4295" actId="121"/>
          <ac:spMkLst>
            <pc:docMk/>
            <pc:sldMk cId="1957705259" sldId="519"/>
            <ac:spMk id="4" creationId="{00000000-0000-0000-0000-000000000000}"/>
          </ac:spMkLst>
        </pc:spChg>
        <pc:spChg chg="mod">
          <ac:chgData name="Chris Alvin" userId="1477fe7d-12c1-4dcd-b708-f1331679ff1c" providerId="ADAL" clId="{E9351D83-3E75-409D-BDB8-C957A920DF99}" dt="2023-06-27T12:17:36.606" v="4646" actId="207"/>
          <ac:spMkLst>
            <pc:docMk/>
            <pc:sldMk cId="1957705259" sldId="519"/>
            <ac:spMk id="5" creationId="{2FB65ED7-6EBD-BE1E-5FF0-69C83BB4F678}"/>
          </ac:spMkLst>
        </pc:spChg>
        <pc:spChg chg="add mod">
          <ac:chgData name="Chris Alvin" userId="1477fe7d-12c1-4dcd-b708-f1331679ff1c" providerId="ADAL" clId="{E9351D83-3E75-409D-BDB8-C957A920DF99}" dt="2023-06-26T19:50:14.563" v="4298" actId="1076"/>
          <ac:spMkLst>
            <pc:docMk/>
            <pc:sldMk cId="1957705259" sldId="519"/>
            <ac:spMk id="6" creationId="{801E32A7-1611-30AF-9BE5-A8DD2CF85425}"/>
          </ac:spMkLst>
        </pc:spChg>
        <pc:spChg chg="add mod">
          <ac:chgData name="Chris Alvin" userId="1477fe7d-12c1-4dcd-b708-f1331679ff1c" providerId="ADAL" clId="{E9351D83-3E75-409D-BDB8-C957A920DF99}" dt="2023-06-26T19:50:14.563" v="4298" actId="1076"/>
          <ac:spMkLst>
            <pc:docMk/>
            <pc:sldMk cId="1957705259" sldId="519"/>
            <ac:spMk id="7" creationId="{AEF1A21A-9AB3-4358-7D55-B9215DC91E36}"/>
          </ac:spMkLst>
        </pc:spChg>
        <pc:spChg chg="mod">
          <ac:chgData name="Chris Alvin" userId="1477fe7d-12c1-4dcd-b708-f1331679ff1c" providerId="ADAL" clId="{E9351D83-3E75-409D-BDB8-C957A920DF99}" dt="2023-06-26T19:50:08.815" v="4296" actId="1076"/>
          <ac:spMkLst>
            <pc:docMk/>
            <pc:sldMk cId="1957705259" sldId="519"/>
            <ac:spMk id="8" creationId="{E6DCCE4C-E03D-3D31-F9DF-5776F12BFC89}"/>
          </ac:spMkLst>
        </pc:spChg>
        <pc:spChg chg="add mod">
          <ac:chgData name="Chris Alvin" userId="1477fe7d-12c1-4dcd-b708-f1331679ff1c" providerId="ADAL" clId="{E9351D83-3E75-409D-BDB8-C957A920DF99}" dt="2023-06-26T19:50:25.644" v="4303"/>
          <ac:spMkLst>
            <pc:docMk/>
            <pc:sldMk cId="1957705259" sldId="519"/>
            <ac:spMk id="9" creationId="{AA3EFB15-DC16-886B-A7CD-08F22980B3B3}"/>
          </ac:spMkLst>
        </pc:spChg>
        <pc:spChg chg="add mod">
          <ac:chgData name="Chris Alvin" userId="1477fe7d-12c1-4dcd-b708-f1331679ff1c" providerId="ADAL" clId="{E9351D83-3E75-409D-BDB8-C957A920DF99}" dt="2023-06-26T19:50:29.812" v="4305" actId="1076"/>
          <ac:spMkLst>
            <pc:docMk/>
            <pc:sldMk cId="1957705259" sldId="519"/>
            <ac:spMk id="10" creationId="{1FB78DB9-7578-CACF-909B-C3E27FF95361}"/>
          </ac:spMkLst>
        </pc:spChg>
        <pc:spChg chg="add mod">
          <ac:chgData name="Chris Alvin" userId="1477fe7d-12c1-4dcd-b708-f1331679ff1c" providerId="ADAL" clId="{E9351D83-3E75-409D-BDB8-C957A920DF99}" dt="2023-06-26T19:51:34.707" v="4351" actId="1076"/>
          <ac:spMkLst>
            <pc:docMk/>
            <pc:sldMk cId="1957705259" sldId="519"/>
            <ac:spMk id="11" creationId="{8C880140-D27E-A2DD-8951-D530B2B00D49}"/>
          </ac:spMkLst>
        </pc:spChg>
        <pc:spChg chg="mod">
          <ac:chgData name="Chris Alvin" userId="1477fe7d-12c1-4dcd-b708-f1331679ff1c" providerId="ADAL" clId="{E9351D83-3E75-409D-BDB8-C957A920DF99}" dt="2023-06-26T19:50:08.815" v="4296" actId="1076"/>
          <ac:spMkLst>
            <pc:docMk/>
            <pc:sldMk cId="1957705259" sldId="519"/>
            <ac:spMk id="12" creationId="{C92EA891-46F7-70F2-1667-3F9DB44D411E}"/>
          </ac:spMkLst>
        </pc:spChg>
        <pc:spChg chg="del mod">
          <ac:chgData name="Chris Alvin" userId="1477fe7d-12c1-4dcd-b708-f1331679ff1c" providerId="ADAL" clId="{E9351D83-3E75-409D-BDB8-C957A920DF99}" dt="2023-06-26T19:38:25.286" v="3505" actId="478"/>
          <ac:spMkLst>
            <pc:docMk/>
            <pc:sldMk cId="1957705259" sldId="519"/>
            <ac:spMk id="13" creationId="{58E77A61-3348-3A89-DBAB-B4E83384D223}"/>
          </ac:spMkLst>
        </pc:spChg>
        <pc:spChg chg="add mod">
          <ac:chgData name="Chris Alvin" userId="1477fe7d-12c1-4dcd-b708-f1331679ff1c" providerId="ADAL" clId="{E9351D83-3E75-409D-BDB8-C957A920DF99}" dt="2023-06-26T19:49:55.783" v="4293" actId="571"/>
          <ac:spMkLst>
            <pc:docMk/>
            <pc:sldMk cId="1957705259" sldId="519"/>
            <ac:spMk id="14" creationId="{F45F5449-88F6-B30F-6F82-AE6B95110834}"/>
          </ac:spMkLst>
        </pc:spChg>
        <pc:spChg chg="del mod">
          <ac:chgData name="Chris Alvin" userId="1477fe7d-12c1-4dcd-b708-f1331679ff1c" providerId="ADAL" clId="{E9351D83-3E75-409D-BDB8-C957A920DF99}" dt="2023-06-26T19:34:30.181" v="3411" actId="478"/>
          <ac:spMkLst>
            <pc:docMk/>
            <pc:sldMk cId="1957705259" sldId="519"/>
            <ac:spMk id="15" creationId="{9C01A2AF-0857-FADC-7189-5127815A4211}"/>
          </ac:spMkLst>
        </pc:spChg>
        <pc:spChg chg="del mod">
          <ac:chgData name="Chris Alvin" userId="1477fe7d-12c1-4dcd-b708-f1331679ff1c" providerId="ADAL" clId="{E9351D83-3E75-409D-BDB8-C957A920DF99}" dt="2023-06-26T19:34:30.181" v="3411" actId="478"/>
          <ac:spMkLst>
            <pc:docMk/>
            <pc:sldMk cId="1957705259" sldId="519"/>
            <ac:spMk id="16" creationId="{2361B15E-BCE9-C89E-49A6-9F22228D57D7}"/>
          </ac:spMkLst>
        </pc:spChg>
        <pc:spChg chg="add mod">
          <ac:chgData name="Chris Alvin" userId="1477fe7d-12c1-4dcd-b708-f1331679ff1c" providerId="ADAL" clId="{E9351D83-3E75-409D-BDB8-C957A920DF99}" dt="2023-06-26T19:51:56.262" v="4353" actId="1076"/>
          <ac:spMkLst>
            <pc:docMk/>
            <pc:sldMk cId="1957705259" sldId="519"/>
            <ac:spMk id="17" creationId="{096BD6FE-DEFB-63C9-4563-50A14ADF88D7}"/>
          </ac:spMkLst>
        </pc:spChg>
        <pc:spChg chg="del mod">
          <ac:chgData name="Chris Alvin" userId="1477fe7d-12c1-4dcd-b708-f1331679ff1c" providerId="ADAL" clId="{E9351D83-3E75-409D-BDB8-C957A920DF99}" dt="2023-06-26T19:34:30.181" v="3411" actId="478"/>
          <ac:spMkLst>
            <pc:docMk/>
            <pc:sldMk cId="1957705259" sldId="519"/>
            <ac:spMk id="19" creationId="{DD7E7F3D-ED3C-3B0C-FEC5-466B0F740087}"/>
          </ac:spMkLst>
        </pc:spChg>
      </pc:sldChg>
      <pc:sldChg chg="addSp delSp modSp add mod modAnim">
        <pc:chgData name="Chris Alvin" userId="1477fe7d-12c1-4dcd-b708-f1331679ff1c" providerId="ADAL" clId="{E9351D83-3E75-409D-BDB8-C957A920DF99}" dt="2023-07-13T13:06:28.346" v="11463"/>
        <pc:sldMkLst>
          <pc:docMk/>
          <pc:sldMk cId="1703200594" sldId="520"/>
        </pc:sldMkLst>
        <pc:spChg chg="add mod">
          <ac:chgData name="Chris Alvin" userId="1477fe7d-12c1-4dcd-b708-f1331679ff1c" providerId="ADAL" clId="{E9351D83-3E75-409D-BDB8-C957A920DF99}" dt="2023-07-13T13:05:22.062" v="11453" actId="1076"/>
          <ac:spMkLst>
            <pc:docMk/>
            <pc:sldMk cId="1703200594" sldId="520"/>
            <ac:spMk id="2" creationId="{ACDFED6A-1AC7-A2C2-496C-C18AE08F71B4}"/>
          </ac:spMkLst>
        </pc:spChg>
        <pc:spChg chg="mod">
          <ac:chgData name="Chris Alvin" userId="1477fe7d-12c1-4dcd-b708-f1331679ff1c" providerId="ADAL" clId="{E9351D83-3E75-409D-BDB8-C957A920DF99}" dt="2023-06-27T12:28:43.901" v="5127" actId="1076"/>
          <ac:spMkLst>
            <pc:docMk/>
            <pc:sldMk cId="1703200594" sldId="520"/>
            <ac:spMk id="3" creationId="{B8E7D1FF-DFE3-7EAB-5CB3-804697E2A320}"/>
          </ac:spMkLst>
        </pc:spChg>
        <pc:spChg chg="mod">
          <ac:chgData name="Chris Alvin" userId="1477fe7d-12c1-4dcd-b708-f1331679ff1c" providerId="ADAL" clId="{E9351D83-3E75-409D-BDB8-C957A920DF99}" dt="2023-06-27T12:08:34.355" v="4374" actId="20577"/>
          <ac:spMkLst>
            <pc:docMk/>
            <pc:sldMk cId="1703200594" sldId="520"/>
            <ac:spMk id="4" creationId="{00000000-0000-0000-0000-000000000000}"/>
          </ac:spMkLst>
        </pc:spChg>
        <pc:spChg chg="mod">
          <ac:chgData name="Chris Alvin" userId="1477fe7d-12c1-4dcd-b708-f1331679ff1c" providerId="ADAL" clId="{E9351D83-3E75-409D-BDB8-C957A920DF99}" dt="2023-06-27T12:28:58.317" v="5131" actId="1076"/>
          <ac:spMkLst>
            <pc:docMk/>
            <pc:sldMk cId="1703200594" sldId="520"/>
            <ac:spMk id="5" creationId="{2FB65ED7-6EBD-BE1E-5FF0-69C83BB4F678}"/>
          </ac:spMkLst>
        </pc:spChg>
        <pc:spChg chg="add mod">
          <ac:chgData name="Chris Alvin" userId="1477fe7d-12c1-4dcd-b708-f1331679ff1c" providerId="ADAL" clId="{E9351D83-3E75-409D-BDB8-C957A920DF99}" dt="2023-06-27T12:29:16.697" v="5133" actId="1076"/>
          <ac:spMkLst>
            <pc:docMk/>
            <pc:sldMk cId="1703200594" sldId="520"/>
            <ac:spMk id="6" creationId="{A5039BE5-EA73-EC25-2C40-DAB549B4A8F0}"/>
          </ac:spMkLst>
        </pc:spChg>
        <pc:spChg chg="add mod">
          <ac:chgData name="Chris Alvin" userId="1477fe7d-12c1-4dcd-b708-f1331679ff1c" providerId="ADAL" clId="{E9351D83-3E75-409D-BDB8-C957A920DF99}" dt="2023-06-27T12:29:26.502" v="5137" actId="1076"/>
          <ac:spMkLst>
            <pc:docMk/>
            <pc:sldMk cId="1703200594" sldId="520"/>
            <ac:spMk id="7" creationId="{2AE09ED3-E83E-CCA0-19B9-8B1D9652A2C9}"/>
          </ac:spMkLst>
        </pc:spChg>
        <pc:spChg chg="mod">
          <ac:chgData name="Chris Alvin" userId="1477fe7d-12c1-4dcd-b708-f1331679ff1c" providerId="ADAL" clId="{E9351D83-3E75-409D-BDB8-C957A920DF99}" dt="2023-06-27T12:28:58.317" v="5131" actId="1076"/>
          <ac:spMkLst>
            <pc:docMk/>
            <pc:sldMk cId="1703200594" sldId="520"/>
            <ac:spMk id="8" creationId="{E6DCCE4C-E03D-3D31-F9DF-5776F12BFC89}"/>
          </ac:spMkLst>
        </pc:spChg>
        <pc:spChg chg="add del mod">
          <ac:chgData name="Chris Alvin" userId="1477fe7d-12c1-4dcd-b708-f1331679ff1c" providerId="ADAL" clId="{E9351D83-3E75-409D-BDB8-C957A920DF99}" dt="2023-06-27T12:21:18.745" v="4875" actId="478"/>
          <ac:spMkLst>
            <pc:docMk/>
            <pc:sldMk cId="1703200594" sldId="520"/>
            <ac:spMk id="9" creationId="{98D24DD0-6A04-F1C7-53EE-9BF20C081F64}"/>
          </ac:spMkLst>
        </pc:spChg>
        <pc:spChg chg="add mod">
          <ac:chgData name="Chris Alvin" userId="1477fe7d-12c1-4dcd-b708-f1331679ff1c" providerId="ADAL" clId="{E9351D83-3E75-409D-BDB8-C957A920DF99}" dt="2023-06-27T12:29:41.316" v="5141" actId="1076"/>
          <ac:spMkLst>
            <pc:docMk/>
            <pc:sldMk cId="1703200594" sldId="520"/>
            <ac:spMk id="10" creationId="{8069A994-6971-C9F7-E0A5-7B2042F8834C}"/>
          </ac:spMkLst>
        </pc:spChg>
        <pc:spChg chg="add mod">
          <ac:chgData name="Chris Alvin" userId="1477fe7d-12c1-4dcd-b708-f1331679ff1c" providerId="ADAL" clId="{E9351D83-3E75-409D-BDB8-C957A920DF99}" dt="2023-06-27T12:29:16.697" v="5133" actId="1076"/>
          <ac:spMkLst>
            <pc:docMk/>
            <pc:sldMk cId="1703200594" sldId="520"/>
            <ac:spMk id="11" creationId="{975F924D-9038-8C91-F6DD-5DB0921CE599}"/>
          </ac:spMkLst>
        </pc:spChg>
        <pc:spChg chg="mod">
          <ac:chgData name="Chris Alvin" userId="1477fe7d-12c1-4dcd-b708-f1331679ff1c" providerId="ADAL" clId="{E9351D83-3E75-409D-BDB8-C957A920DF99}" dt="2023-06-27T12:29:04.270" v="5132" actId="1076"/>
          <ac:spMkLst>
            <pc:docMk/>
            <pc:sldMk cId="1703200594" sldId="520"/>
            <ac:spMk id="12" creationId="{C92EA891-46F7-70F2-1667-3F9DB44D411E}"/>
          </ac:spMkLst>
        </pc:spChg>
        <pc:spChg chg="mod">
          <ac:chgData name="Chris Alvin" userId="1477fe7d-12c1-4dcd-b708-f1331679ff1c" providerId="ADAL" clId="{E9351D83-3E75-409D-BDB8-C957A920DF99}" dt="2023-06-27T12:29:41.316" v="5141" actId="1076"/>
          <ac:spMkLst>
            <pc:docMk/>
            <pc:sldMk cId="1703200594" sldId="520"/>
            <ac:spMk id="13" creationId="{58E77A61-3348-3A89-DBAB-B4E83384D223}"/>
          </ac:spMkLst>
        </pc:spChg>
        <pc:spChg chg="add mod">
          <ac:chgData name="Chris Alvin" userId="1477fe7d-12c1-4dcd-b708-f1331679ff1c" providerId="ADAL" clId="{E9351D83-3E75-409D-BDB8-C957A920DF99}" dt="2023-06-27T12:26:32.209" v="5049" actId="571"/>
          <ac:spMkLst>
            <pc:docMk/>
            <pc:sldMk cId="1703200594" sldId="520"/>
            <ac:spMk id="14" creationId="{89BBC68C-DDC8-A366-7EDF-1ED419B4E0D9}"/>
          </ac:spMkLst>
        </pc:spChg>
        <pc:spChg chg="mod">
          <ac:chgData name="Chris Alvin" userId="1477fe7d-12c1-4dcd-b708-f1331679ff1c" providerId="ADAL" clId="{E9351D83-3E75-409D-BDB8-C957A920DF99}" dt="2023-06-27T12:29:41.316" v="5141" actId="1076"/>
          <ac:spMkLst>
            <pc:docMk/>
            <pc:sldMk cId="1703200594" sldId="520"/>
            <ac:spMk id="15" creationId="{9C01A2AF-0857-FADC-7189-5127815A4211}"/>
          </ac:spMkLst>
        </pc:spChg>
        <pc:spChg chg="mod">
          <ac:chgData name="Chris Alvin" userId="1477fe7d-12c1-4dcd-b708-f1331679ff1c" providerId="ADAL" clId="{E9351D83-3E75-409D-BDB8-C957A920DF99}" dt="2023-06-27T12:29:46.348" v="5142" actId="1076"/>
          <ac:spMkLst>
            <pc:docMk/>
            <pc:sldMk cId="1703200594" sldId="520"/>
            <ac:spMk id="16" creationId="{2361B15E-BCE9-C89E-49A6-9F22228D57D7}"/>
          </ac:spMkLst>
        </pc:spChg>
        <pc:spChg chg="add mod">
          <ac:chgData name="Chris Alvin" userId="1477fe7d-12c1-4dcd-b708-f1331679ff1c" providerId="ADAL" clId="{E9351D83-3E75-409D-BDB8-C957A920DF99}" dt="2023-06-27T12:29:16.697" v="5133" actId="1076"/>
          <ac:spMkLst>
            <pc:docMk/>
            <pc:sldMk cId="1703200594" sldId="520"/>
            <ac:spMk id="17" creationId="{1B71370B-BF43-1824-9927-DE80B2807754}"/>
          </ac:spMkLst>
        </pc:spChg>
        <pc:spChg chg="add mod">
          <ac:chgData name="Chris Alvin" userId="1477fe7d-12c1-4dcd-b708-f1331679ff1c" providerId="ADAL" clId="{E9351D83-3E75-409D-BDB8-C957A920DF99}" dt="2023-06-27T12:29:31.938" v="5138" actId="1076"/>
          <ac:spMkLst>
            <pc:docMk/>
            <pc:sldMk cId="1703200594" sldId="520"/>
            <ac:spMk id="18" creationId="{09CE58DE-527C-F533-CE54-189FC19595CB}"/>
          </ac:spMkLst>
        </pc:spChg>
        <pc:spChg chg="del mod">
          <ac:chgData name="Chris Alvin" userId="1477fe7d-12c1-4dcd-b708-f1331679ff1c" providerId="ADAL" clId="{E9351D83-3E75-409D-BDB8-C957A920DF99}" dt="2023-06-27T12:26:15.064" v="5043" actId="478"/>
          <ac:spMkLst>
            <pc:docMk/>
            <pc:sldMk cId="1703200594" sldId="520"/>
            <ac:spMk id="19" creationId="{DD7E7F3D-ED3C-3B0C-FEC5-466B0F740087}"/>
          </ac:spMkLst>
        </pc:spChg>
      </pc:sldChg>
      <pc:sldChg chg="add del">
        <pc:chgData name="Chris Alvin" userId="1477fe7d-12c1-4dcd-b708-f1331679ff1c" providerId="ADAL" clId="{E9351D83-3E75-409D-BDB8-C957A920DF99}" dt="2023-06-26T19:52:06.302" v="4355"/>
        <pc:sldMkLst>
          <pc:docMk/>
          <pc:sldMk cId="2705756305" sldId="520"/>
        </pc:sldMkLst>
      </pc:sldChg>
      <pc:sldChg chg="addSp delSp modSp add mod modAnim">
        <pc:chgData name="Chris Alvin" userId="1477fe7d-12c1-4dcd-b708-f1331679ff1c" providerId="ADAL" clId="{E9351D83-3E75-409D-BDB8-C957A920DF99}" dt="2023-07-11T18:46:54.836" v="10278"/>
        <pc:sldMkLst>
          <pc:docMk/>
          <pc:sldMk cId="1628308522" sldId="521"/>
        </pc:sldMkLst>
        <pc:spChg chg="add mod ord topLvl">
          <ac:chgData name="Chris Alvin" userId="1477fe7d-12c1-4dcd-b708-f1331679ff1c" providerId="ADAL" clId="{E9351D83-3E75-409D-BDB8-C957A920DF99}" dt="2023-07-11T18:46:34.842" v="10271" actId="165"/>
          <ac:spMkLst>
            <pc:docMk/>
            <pc:sldMk cId="1628308522" sldId="521"/>
            <ac:spMk id="2" creationId="{CFE238A9-EE5E-B858-58C9-4DC0176080AF}"/>
          </ac:spMkLst>
        </pc:spChg>
        <pc:spChg chg="del">
          <ac:chgData name="Chris Alvin" userId="1477fe7d-12c1-4dcd-b708-f1331679ff1c" providerId="ADAL" clId="{E9351D83-3E75-409D-BDB8-C957A920DF99}" dt="2023-06-27T12:30:59.311" v="5179" actId="478"/>
          <ac:spMkLst>
            <pc:docMk/>
            <pc:sldMk cId="1628308522" sldId="521"/>
            <ac:spMk id="3" creationId="{B8E7D1FF-DFE3-7EAB-5CB3-804697E2A320}"/>
          </ac:spMkLst>
        </pc:spChg>
        <pc:spChg chg="mod">
          <ac:chgData name="Chris Alvin" userId="1477fe7d-12c1-4dcd-b708-f1331679ff1c" providerId="ADAL" clId="{E9351D83-3E75-409D-BDB8-C957A920DF99}" dt="2023-06-27T12:30:56.586" v="5178" actId="20577"/>
          <ac:spMkLst>
            <pc:docMk/>
            <pc:sldMk cId="1628308522" sldId="521"/>
            <ac:spMk id="4" creationId="{00000000-0000-0000-0000-000000000000}"/>
          </ac:spMkLst>
        </pc:spChg>
        <pc:spChg chg="del">
          <ac:chgData name="Chris Alvin" userId="1477fe7d-12c1-4dcd-b708-f1331679ff1c" providerId="ADAL" clId="{E9351D83-3E75-409D-BDB8-C957A920DF99}" dt="2023-06-27T12:31:02.853" v="5180" actId="478"/>
          <ac:spMkLst>
            <pc:docMk/>
            <pc:sldMk cId="1628308522" sldId="521"/>
            <ac:spMk id="5" creationId="{2FB65ED7-6EBD-BE1E-5FF0-69C83BB4F678}"/>
          </ac:spMkLst>
        </pc:spChg>
        <pc:spChg chg="del">
          <ac:chgData name="Chris Alvin" userId="1477fe7d-12c1-4dcd-b708-f1331679ff1c" providerId="ADAL" clId="{E9351D83-3E75-409D-BDB8-C957A920DF99}" dt="2023-06-27T12:31:02.853" v="5180" actId="478"/>
          <ac:spMkLst>
            <pc:docMk/>
            <pc:sldMk cId="1628308522" sldId="521"/>
            <ac:spMk id="6" creationId="{A5039BE5-EA73-EC25-2C40-DAB549B4A8F0}"/>
          </ac:spMkLst>
        </pc:spChg>
        <pc:spChg chg="del">
          <ac:chgData name="Chris Alvin" userId="1477fe7d-12c1-4dcd-b708-f1331679ff1c" providerId="ADAL" clId="{E9351D83-3E75-409D-BDB8-C957A920DF99}" dt="2023-06-27T12:31:02.853" v="5180" actId="478"/>
          <ac:spMkLst>
            <pc:docMk/>
            <pc:sldMk cId="1628308522" sldId="521"/>
            <ac:spMk id="7" creationId="{2AE09ED3-E83E-CCA0-19B9-8B1D9652A2C9}"/>
          </ac:spMkLst>
        </pc:spChg>
        <pc:spChg chg="del">
          <ac:chgData name="Chris Alvin" userId="1477fe7d-12c1-4dcd-b708-f1331679ff1c" providerId="ADAL" clId="{E9351D83-3E75-409D-BDB8-C957A920DF99}" dt="2023-06-27T12:31:02.853" v="5180" actId="478"/>
          <ac:spMkLst>
            <pc:docMk/>
            <pc:sldMk cId="1628308522" sldId="521"/>
            <ac:spMk id="8" creationId="{E6DCCE4C-E03D-3D31-F9DF-5776F12BFC89}"/>
          </ac:spMkLst>
        </pc:spChg>
        <pc:spChg chg="add mod topLvl">
          <ac:chgData name="Chris Alvin" userId="1477fe7d-12c1-4dcd-b708-f1331679ff1c" providerId="ADAL" clId="{E9351D83-3E75-409D-BDB8-C957A920DF99}" dt="2023-07-11T18:46:34.842" v="10271" actId="165"/>
          <ac:spMkLst>
            <pc:docMk/>
            <pc:sldMk cId="1628308522" sldId="521"/>
            <ac:spMk id="9" creationId="{527254F7-374B-FC51-7145-9C471805E1F5}"/>
          </ac:spMkLst>
        </pc:spChg>
        <pc:spChg chg="del">
          <ac:chgData name="Chris Alvin" userId="1477fe7d-12c1-4dcd-b708-f1331679ff1c" providerId="ADAL" clId="{E9351D83-3E75-409D-BDB8-C957A920DF99}" dt="2023-06-27T12:31:02.853" v="5180" actId="478"/>
          <ac:spMkLst>
            <pc:docMk/>
            <pc:sldMk cId="1628308522" sldId="521"/>
            <ac:spMk id="10" creationId="{8069A994-6971-C9F7-E0A5-7B2042F8834C}"/>
          </ac:spMkLst>
        </pc:spChg>
        <pc:spChg chg="del">
          <ac:chgData name="Chris Alvin" userId="1477fe7d-12c1-4dcd-b708-f1331679ff1c" providerId="ADAL" clId="{E9351D83-3E75-409D-BDB8-C957A920DF99}" dt="2023-06-27T12:31:02.853" v="5180" actId="478"/>
          <ac:spMkLst>
            <pc:docMk/>
            <pc:sldMk cId="1628308522" sldId="521"/>
            <ac:spMk id="11" creationId="{975F924D-9038-8C91-F6DD-5DB0921CE599}"/>
          </ac:spMkLst>
        </pc:spChg>
        <pc:spChg chg="del">
          <ac:chgData name="Chris Alvin" userId="1477fe7d-12c1-4dcd-b708-f1331679ff1c" providerId="ADAL" clId="{E9351D83-3E75-409D-BDB8-C957A920DF99}" dt="2023-06-27T12:31:02.853" v="5180" actId="478"/>
          <ac:spMkLst>
            <pc:docMk/>
            <pc:sldMk cId="1628308522" sldId="521"/>
            <ac:spMk id="12" creationId="{C92EA891-46F7-70F2-1667-3F9DB44D411E}"/>
          </ac:spMkLst>
        </pc:spChg>
        <pc:spChg chg="del">
          <ac:chgData name="Chris Alvin" userId="1477fe7d-12c1-4dcd-b708-f1331679ff1c" providerId="ADAL" clId="{E9351D83-3E75-409D-BDB8-C957A920DF99}" dt="2023-06-27T12:31:02.853" v="5180" actId="478"/>
          <ac:spMkLst>
            <pc:docMk/>
            <pc:sldMk cId="1628308522" sldId="521"/>
            <ac:spMk id="13" creationId="{58E77A61-3348-3A89-DBAB-B4E83384D223}"/>
          </ac:spMkLst>
        </pc:spChg>
        <pc:spChg chg="add mod ord topLvl">
          <ac:chgData name="Chris Alvin" userId="1477fe7d-12c1-4dcd-b708-f1331679ff1c" providerId="ADAL" clId="{E9351D83-3E75-409D-BDB8-C957A920DF99}" dt="2023-07-11T18:46:34.842" v="10271" actId="165"/>
          <ac:spMkLst>
            <pc:docMk/>
            <pc:sldMk cId="1628308522" sldId="521"/>
            <ac:spMk id="14" creationId="{1EE9AA3F-851C-E862-B983-368CBD4E8C89}"/>
          </ac:spMkLst>
        </pc:spChg>
        <pc:spChg chg="del">
          <ac:chgData name="Chris Alvin" userId="1477fe7d-12c1-4dcd-b708-f1331679ff1c" providerId="ADAL" clId="{E9351D83-3E75-409D-BDB8-C957A920DF99}" dt="2023-06-27T12:31:02.853" v="5180" actId="478"/>
          <ac:spMkLst>
            <pc:docMk/>
            <pc:sldMk cId="1628308522" sldId="521"/>
            <ac:spMk id="15" creationId="{9C01A2AF-0857-FADC-7189-5127815A4211}"/>
          </ac:spMkLst>
        </pc:spChg>
        <pc:spChg chg="del">
          <ac:chgData name="Chris Alvin" userId="1477fe7d-12c1-4dcd-b708-f1331679ff1c" providerId="ADAL" clId="{E9351D83-3E75-409D-BDB8-C957A920DF99}" dt="2023-06-27T12:31:02.853" v="5180" actId="478"/>
          <ac:spMkLst>
            <pc:docMk/>
            <pc:sldMk cId="1628308522" sldId="521"/>
            <ac:spMk id="16" creationId="{2361B15E-BCE9-C89E-49A6-9F22228D57D7}"/>
          </ac:spMkLst>
        </pc:spChg>
        <pc:spChg chg="del">
          <ac:chgData name="Chris Alvin" userId="1477fe7d-12c1-4dcd-b708-f1331679ff1c" providerId="ADAL" clId="{E9351D83-3E75-409D-BDB8-C957A920DF99}" dt="2023-06-27T12:31:02.853" v="5180" actId="478"/>
          <ac:spMkLst>
            <pc:docMk/>
            <pc:sldMk cId="1628308522" sldId="521"/>
            <ac:spMk id="17" creationId="{1B71370B-BF43-1824-9927-DE80B2807754}"/>
          </ac:spMkLst>
        </pc:spChg>
        <pc:spChg chg="del">
          <ac:chgData name="Chris Alvin" userId="1477fe7d-12c1-4dcd-b708-f1331679ff1c" providerId="ADAL" clId="{E9351D83-3E75-409D-BDB8-C957A920DF99}" dt="2023-06-27T12:31:02.853" v="5180" actId="478"/>
          <ac:spMkLst>
            <pc:docMk/>
            <pc:sldMk cId="1628308522" sldId="521"/>
            <ac:spMk id="18" creationId="{09CE58DE-527C-F533-CE54-189FC19595CB}"/>
          </ac:spMkLst>
        </pc:spChg>
        <pc:spChg chg="add mod topLvl">
          <ac:chgData name="Chris Alvin" userId="1477fe7d-12c1-4dcd-b708-f1331679ff1c" providerId="ADAL" clId="{E9351D83-3E75-409D-BDB8-C957A920DF99}" dt="2023-07-11T18:46:34.842" v="10271" actId="165"/>
          <ac:spMkLst>
            <pc:docMk/>
            <pc:sldMk cId="1628308522" sldId="521"/>
            <ac:spMk id="19" creationId="{7917B1D8-B9DD-873C-1D10-DFC4480AC612}"/>
          </ac:spMkLst>
        </pc:spChg>
        <pc:spChg chg="add mod">
          <ac:chgData name="Chris Alvin" userId="1477fe7d-12c1-4dcd-b708-f1331679ff1c" providerId="ADAL" clId="{E9351D83-3E75-409D-BDB8-C957A920DF99}" dt="2023-06-27T12:35:07.572" v="5311" actId="571"/>
          <ac:spMkLst>
            <pc:docMk/>
            <pc:sldMk cId="1628308522" sldId="521"/>
            <ac:spMk id="20" creationId="{6E5660A8-DABD-9FB4-24CE-803435988B4B}"/>
          </ac:spMkLst>
        </pc:spChg>
        <pc:spChg chg="add mod">
          <ac:chgData name="Chris Alvin" userId="1477fe7d-12c1-4dcd-b708-f1331679ff1c" providerId="ADAL" clId="{E9351D83-3E75-409D-BDB8-C957A920DF99}" dt="2023-06-27T12:35:15.929" v="5315" actId="571"/>
          <ac:spMkLst>
            <pc:docMk/>
            <pc:sldMk cId="1628308522" sldId="521"/>
            <ac:spMk id="21" creationId="{1B648329-9B11-4E2E-7828-7391A37F18DB}"/>
          </ac:spMkLst>
        </pc:spChg>
        <pc:spChg chg="add mod ord topLvl">
          <ac:chgData name="Chris Alvin" userId="1477fe7d-12c1-4dcd-b708-f1331679ff1c" providerId="ADAL" clId="{E9351D83-3E75-409D-BDB8-C957A920DF99}" dt="2023-07-11T18:46:34.842" v="10271" actId="165"/>
          <ac:spMkLst>
            <pc:docMk/>
            <pc:sldMk cId="1628308522" sldId="521"/>
            <ac:spMk id="22" creationId="{4B370FD3-32DB-6EF4-7854-AD303C4790D3}"/>
          </ac:spMkLst>
        </pc:spChg>
        <pc:spChg chg="add mod ord topLvl">
          <ac:chgData name="Chris Alvin" userId="1477fe7d-12c1-4dcd-b708-f1331679ff1c" providerId="ADAL" clId="{E9351D83-3E75-409D-BDB8-C957A920DF99}" dt="2023-07-11T18:46:34.842" v="10271" actId="165"/>
          <ac:spMkLst>
            <pc:docMk/>
            <pc:sldMk cId="1628308522" sldId="521"/>
            <ac:spMk id="23" creationId="{0BEF560E-AA70-88DE-B894-DE9AB1A42BCF}"/>
          </ac:spMkLst>
        </pc:spChg>
        <pc:spChg chg="add mod topLvl">
          <ac:chgData name="Chris Alvin" userId="1477fe7d-12c1-4dcd-b708-f1331679ff1c" providerId="ADAL" clId="{E9351D83-3E75-409D-BDB8-C957A920DF99}" dt="2023-07-11T18:46:34.842" v="10271" actId="165"/>
          <ac:spMkLst>
            <pc:docMk/>
            <pc:sldMk cId="1628308522" sldId="521"/>
            <ac:spMk id="24" creationId="{F2BE1A83-2CD6-C7B0-7FB6-C8CD8A429A8A}"/>
          </ac:spMkLst>
        </pc:spChg>
        <pc:spChg chg="add mod ord topLvl">
          <ac:chgData name="Chris Alvin" userId="1477fe7d-12c1-4dcd-b708-f1331679ff1c" providerId="ADAL" clId="{E9351D83-3E75-409D-BDB8-C957A920DF99}" dt="2023-07-11T18:46:34.842" v="10271" actId="165"/>
          <ac:spMkLst>
            <pc:docMk/>
            <pc:sldMk cId="1628308522" sldId="521"/>
            <ac:spMk id="25" creationId="{2E377114-1552-8FE1-2454-CBE561DF935E}"/>
          </ac:spMkLst>
        </pc:spChg>
        <pc:spChg chg="add mod topLvl">
          <ac:chgData name="Chris Alvin" userId="1477fe7d-12c1-4dcd-b708-f1331679ff1c" providerId="ADAL" clId="{E9351D83-3E75-409D-BDB8-C957A920DF99}" dt="2023-07-11T18:46:34.842" v="10271" actId="165"/>
          <ac:spMkLst>
            <pc:docMk/>
            <pc:sldMk cId="1628308522" sldId="521"/>
            <ac:spMk id="26" creationId="{6F547082-C92E-2349-2C5D-D53197657CB5}"/>
          </ac:spMkLst>
        </pc:spChg>
        <pc:spChg chg="add mod ord topLvl">
          <ac:chgData name="Chris Alvin" userId="1477fe7d-12c1-4dcd-b708-f1331679ff1c" providerId="ADAL" clId="{E9351D83-3E75-409D-BDB8-C957A920DF99}" dt="2023-07-11T18:46:34.842" v="10271" actId="165"/>
          <ac:spMkLst>
            <pc:docMk/>
            <pc:sldMk cId="1628308522" sldId="521"/>
            <ac:spMk id="27" creationId="{E561F9AC-7100-AF78-1193-A3088475E9E6}"/>
          </ac:spMkLst>
        </pc:spChg>
        <pc:spChg chg="add mod topLvl">
          <ac:chgData name="Chris Alvin" userId="1477fe7d-12c1-4dcd-b708-f1331679ff1c" providerId="ADAL" clId="{E9351D83-3E75-409D-BDB8-C957A920DF99}" dt="2023-07-11T18:46:34.842" v="10271" actId="165"/>
          <ac:spMkLst>
            <pc:docMk/>
            <pc:sldMk cId="1628308522" sldId="521"/>
            <ac:spMk id="28" creationId="{D4552624-7A8E-7F6D-17F2-E56F2F9484A4}"/>
          </ac:spMkLst>
        </pc:spChg>
        <pc:spChg chg="add mod topLvl">
          <ac:chgData name="Chris Alvin" userId="1477fe7d-12c1-4dcd-b708-f1331679ff1c" providerId="ADAL" clId="{E9351D83-3E75-409D-BDB8-C957A920DF99}" dt="2023-07-11T18:46:34.842" v="10271" actId="165"/>
          <ac:spMkLst>
            <pc:docMk/>
            <pc:sldMk cId="1628308522" sldId="521"/>
            <ac:spMk id="29" creationId="{CD04E489-CE84-B5FA-9BFA-2F13FC8FCF5F}"/>
          </ac:spMkLst>
        </pc:spChg>
        <pc:spChg chg="add mod">
          <ac:chgData name="Chris Alvin" userId="1477fe7d-12c1-4dcd-b708-f1331679ff1c" providerId="ADAL" clId="{E9351D83-3E75-409D-BDB8-C957A920DF99}" dt="2023-06-27T12:44:14.606" v="5593" actId="571"/>
          <ac:spMkLst>
            <pc:docMk/>
            <pc:sldMk cId="1628308522" sldId="521"/>
            <ac:spMk id="30" creationId="{F9CD3F56-2671-9A9C-6438-8477DF94909C}"/>
          </ac:spMkLst>
        </pc:spChg>
        <pc:spChg chg="add mod ord topLvl">
          <ac:chgData name="Chris Alvin" userId="1477fe7d-12c1-4dcd-b708-f1331679ff1c" providerId="ADAL" clId="{E9351D83-3E75-409D-BDB8-C957A920DF99}" dt="2023-07-11T18:46:34.842" v="10271" actId="165"/>
          <ac:spMkLst>
            <pc:docMk/>
            <pc:sldMk cId="1628308522" sldId="521"/>
            <ac:spMk id="31" creationId="{516A6998-D34B-67C3-924D-4D7362C5C622}"/>
          </ac:spMkLst>
        </pc:spChg>
        <pc:spChg chg="add mod topLvl">
          <ac:chgData name="Chris Alvin" userId="1477fe7d-12c1-4dcd-b708-f1331679ff1c" providerId="ADAL" clId="{E9351D83-3E75-409D-BDB8-C957A920DF99}" dt="2023-07-11T18:46:34.842" v="10271" actId="165"/>
          <ac:spMkLst>
            <pc:docMk/>
            <pc:sldMk cId="1628308522" sldId="521"/>
            <ac:spMk id="32" creationId="{EC2B80C4-1EA3-6715-C820-399AEA51BCE9}"/>
          </ac:spMkLst>
        </pc:spChg>
        <pc:grpChg chg="add del mod ord">
          <ac:chgData name="Chris Alvin" userId="1477fe7d-12c1-4dcd-b708-f1331679ff1c" providerId="ADAL" clId="{E9351D83-3E75-409D-BDB8-C957A920DF99}" dt="2023-07-11T18:46:34.842" v="10271" actId="165"/>
          <ac:grpSpMkLst>
            <pc:docMk/>
            <pc:sldMk cId="1628308522" sldId="521"/>
            <ac:grpSpMk id="33" creationId="{843A7A5D-05AE-2941-9440-A481AA5E9703}"/>
          </ac:grpSpMkLst>
        </pc:grpChg>
      </pc:sldChg>
      <pc:sldChg chg="addSp delSp modSp add mod setBg modAnim">
        <pc:chgData name="Chris Alvin" userId="1477fe7d-12c1-4dcd-b708-f1331679ff1c" providerId="ADAL" clId="{E9351D83-3E75-409D-BDB8-C957A920DF99}" dt="2023-06-28T13:00:35.254" v="7642" actId="1076"/>
        <pc:sldMkLst>
          <pc:docMk/>
          <pc:sldMk cId="937619433" sldId="522"/>
        </pc:sldMkLst>
        <pc:spChg chg="add mod">
          <ac:chgData name="Chris Alvin" userId="1477fe7d-12c1-4dcd-b708-f1331679ff1c" providerId="ADAL" clId="{E9351D83-3E75-409D-BDB8-C957A920DF99}" dt="2023-06-28T12:54:21.793" v="7547" actId="1076"/>
          <ac:spMkLst>
            <pc:docMk/>
            <pc:sldMk cId="937619433" sldId="522"/>
            <ac:spMk id="2" creationId="{31DD669F-A359-46F7-93A6-F7C2205CDFCD}"/>
          </ac:spMkLst>
        </pc:spChg>
        <pc:spChg chg="mod">
          <ac:chgData name="Chris Alvin" userId="1477fe7d-12c1-4dcd-b708-f1331679ff1c" providerId="ADAL" clId="{E9351D83-3E75-409D-BDB8-C957A920DF99}" dt="2023-06-28T12:45:30.860" v="7465" actId="14100"/>
          <ac:spMkLst>
            <pc:docMk/>
            <pc:sldMk cId="937619433" sldId="522"/>
            <ac:spMk id="3" creationId="{B8E7D1FF-DFE3-7EAB-5CB3-804697E2A320}"/>
          </ac:spMkLst>
        </pc:spChg>
        <pc:spChg chg="mod">
          <ac:chgData name="Chris Alvin" userId="1477fe7d-12c1-4dcd-b708-f1331679ff1c" providerId="ADAL" clId="{E9351D83-3E75-409D-BDB8-C957A920DF99}" dt="2023-06-27T12:43:39.990" v="5591" actId="20577"/>
          <ac:spMkLst>
            <pc:docMk/>
            <pc:sldMk cId="937619433" sldId="522"/>
            <ac:spMk id="4" creationId="{00000000-0000-0000-0000-000000000000}"/>
          </ac:spMkLst>
        </pc:spChg>
        <pc:spChg chg="del">
          <ac:chgData name="Chris Alvin" userId="1477fe7d-12c1-4dcd-b708-f1331679ff1c" providerId="ADAL" clId="{E9351D83-3E75-409D-BDB8-C957A920DF99}" dt="2023-06-27T12:50:05.074" v="5820" actId="478"/>
          <ac:spMkLst>
            <pc:docMk/>
            <pc:sldMk cId="937619433" sldId="522"/>
            <ac:spMk id="5" creationId="{2FB65ED7-6EBD-BE1E-5FF0-69C83BB4F678}"/>
          </ac:spMkLst>
        </pc:spChg>
        <pc:spChg chg="add mod topLvl">
          <ac:chgData name="Chris Alvin" userId="1477fe7d-12c1-4dcd-b708-f1331679ff1c" providerId="ADAL" clId="{E9351D83-3E75-409D-BDB8-C957A920DF99}" dt="2023-06-28T12:53:20.416" v="7541" actId="164"/>
          <ac:spMkLst>
            <pc:docMk/>
            <pc:sldMk cId="937619433" sldId="522"/>
            <ac:spMk id="5" creationId="{B602AB13-A305-D1AE-D201-6881B8377630}"/>
          </ac:spMkLst>
        </pc:spChg>
        <pc:spChg chg="del">
          <ac:chgData name="Chris Alvin" userId="1477fe7d-12c1-4dcd-b708-f1331679ff1c" providerId="ADAL" clId="{E9351D83-3E75-409D-BDB8-C957A920DF99}" dt="2023-06-27T12:50:07.824" v="5821" actId="478"/>
          <ac:spMkLst>
            <pc:docMk/>
            <pc:sldMk cId="937619433" sldId="522"/>
            <ac:spMk id="6" creationId="{A5039BE5-EA73-EC25-2C40-DAB549B4A8F0}"/>
          </ac:spMkLst>
        </pc:spChg>
        <pc:spChg chg="del">
          <ac:chgData name="Chris Alvin" userId="1477fe7d-12c1-4dcd-b708-f1331679ff1c" providerId="ADAL" clId="{E9351D83-3E75-409D-BDB8-C957A920DF99}" dt="2023-06-27T12:50:07.824" v="5821" actId="478"/>
          <ac:spMkLst>
            <pc:docMk/>
            <pc:sldMk cId="937619433" sldId="522"/>
            <ac:spMk id="7" creationId="{2AE09ED3-E83E-CCA0-19B9-8B1D9652A2C9}"/>
          </ac:spMkLst>
        </pc:spChg>
        <pc:spChg chg="mod">
          <ac:chgData name="Chris Alvin" userId="1477fe7d-12c1-4dcd-b708-f1331679ff1c" providerId="ADAL" clId="{E9351D83-3E75-409D-BDB8-C957A920DF99}" dt="2023-06-28T12:38:52.232" v="7370" actId="571"/>
          <ac:spMkLst>
            <pc:docMk/>
            <pc:sldMk cId="937619433" sldId="522"/>
            <ac:spMk id="8" creationId="{CC92DF79-3CAF-B6C4-2A2C-76C10E167255}"/>
          </ac:spMkLst>
        </pc:spChg>
        <pc:spChg chg="del">
          <ac:chgData name="Chris Alvin" userId="1477fe7d-12c1-4dcd-b708-f1331679ff1c" providerId="ADAL" clId="{E9351D83-3E75-409D-BDB8-C957A920DF99}" dt="2023-06-27T12:50:07.824" v="5821" actId="478"/>
          <ac:spMkLst>
            <pc:docMk/>
            <pc:sldMk cId="937619433" sldId="522"/>
            <ac:spMk id="8" creationId="{E6DCCE4C-E03D-3D31-F9DF-5776F12BFC89}"/>
          </ac:spMkLst>
        </pc:spChg>
        <pc:spChg chg="mod">
          <ac:chgData name="Chris Alvin" userId="1477fe7d-12c1-4dcd-b708-f1331679ff1c" providerId="ADAL" clId="{E9351D83-3E75-409D-BDB8-C957A920DF99}" dt="2023-06-28T12:38:52.232" v="7370" actId="571"/>
          <ac:spMkLst>
            <pc:docMk/>
            <pc:sldMk cId="937619433" sldId="522"/>
            <ac:spMk id="9" creationId="{DB996004-BFF8-CCD6-9B8F-CEA370C17F56}"/>
          </ac:spMkLst>
        </pc:spChg>
        <pc:spChg chg="add mod">
          <ac:chgData name="Chris Alvin" userId="1477fe7d-12c1-4dcd-b708-f1331679ff1c" providerId="ADAL" clId="{E9351D83-3E75-409D-BDB8-C957A920DF99}" dt="2023-06-27T13:01:57.181" v="6476" actId="571"/>
          <ac:spMkLst>
            <pc:docMk/>
            <pc:sldMk cId="937619433" sldId="522"/>
            <ac:spMk id="9" creationId="{E0887A0B-0BF7-58AD-F3F4-4CC23BED345E}"/>
          </ac:spMkLst>
        </pc:spChg>
        <pc:spChg chg="mod">
          <ac:chgData name="Chris Alvin" userId="1477fe7d-12c1-4dcd-b708-f1331679ff1c" providerId="ADAL" clId="{E9351D83-3E75-409D-BDB8-C957A920DF99}" dt="2023-06-28T12:38:52.232" v="7370" actId="571"/>
          <ac:spMkLst>
            <pc:docMk/>
            <pc:sldMk cId="937619433" sldId="522"/>
            <ac:spMk id="10" creationId="{7BD48489-C55D-CB26-02AA-BFD1339442D4}"/>
          </ac:spMkLst>
        </pc:spChg>
        <pc:spChg chg="del">
          <ac:chgData name="Chris Alvin" userId="1477fe7d-12c1-4dcd-b708-f1331679ff1c" providerId="ADAL" clId="{E9351D83-3E75-409D-BDB8-C957A920DF99}" dt="2023-06-27T12:55:27.450" v="6201" actId="478"/>
          <ac:spMkLst>
            <pc:docMk/>
            <pc:sldMk cId="937619433" sldId="522"/>
            <ac:spMk id="10" creationId="{8069A994-6971-C9F7-E0A5-7B2042F8834C}"/>
          </ac:spMkLst>
        </pc:spChg>
        <pc:spChg chg="mod">
          <ac:chgData name="Chris Alvin" userId="1477fe7d-12c1-4dcd-b708-f1331679ff1c" providerId="ADAL" clId="{E9351D83-3E75-409D-BDB8-C957A920DF99}" dt="2023-06-28T12:38:52.232" v="7370" actId="571"/>
          <ac:spMkLst>
            <pc:docMk/>
            <pc:sldMk cId="937619433" sldId="522"/>
            <ac:spMk id="11" creationId="{45CCEF23-ABCA-90A5-0721-67819F4287AD}"/>
          </ac:spMkLst>
        </pc:spChg>
        <pc:spChg chg="del">
          <ac:chgData name="Chris Alvin" userId="1477fe7d-12c1-4dcd-b708-f1331679ff1c" providerId="ADAL" clId="{E9351D83-3E75-409D-BDB8-C957A920DF99}" dt="2023-06-27T12:55:25.252" v="6200" actId="478"/>
          <ac:spMkLst>
            <pc:docMk/>
            <pc:sldMk cId="937619433" sldId="522"/>
            <ac:spMk id="11" creationId="{975F924D-9038-8C91-F6DD-5DB0921CE599}"/>
          </ac:spMkLst>
        </pc:spChg>
        <pc:spChg chg="mod">
          <ac:chgData name="Chris Alvin" userId="1477fe7d-12c1-4dcd-b708-f1331679ff1c" providerId="ADAL" clId="{E9351D83-3E75-409D-BDB8-C957A920DF99}" dt="2023-06-28T12:38:52.232" v="7370" actId="571"/>
          <ac:spMkLst>
            <pc:docMk/>
            <pc:sldMk cId="937619433" sldId="522"/>
            <ac:spMk id="12" creationId="{B4054E8E-F47E-0BE9-6E0A-496723062710}"/>
          </ac:spMkLst>
        </pc:spChg>
        <pc:spChg chg="del">
          <ac:chgData name="Chris Alvin" userId="1477fe7d-12c1-4dcd-b708-f1331679ff1c" providerId="ADAL" clId="{E9351D83-3E75-409D-BDB8-C957A920DF99}" dt="2023-06-27T12:50:05.074" v="5820" actId="478"/>
          <ac:spMkLst>
            <pc:docMk/>
            <pc:sldMk cId="937619433" sldId="522"/>
            <ac:spMk id="12" creationId="{C92EA891-46F7-70F2-1667-3F9DB44D411E}"/>
          </ac:spMkLst>
        </pc:spChg>
        <pc:spChg chg="del">
          <ac:chgData name="Chris Alvin" userId="1477fe7d-12c1-4dcd-b708-f1331679ff1c" providerId="ADAL" clId="{E9351D83-3E75-409D-BDB8-C957A920DF99}" dt="2023-06-27T12:55:25.252" v="6200" actId="478"/>
          <ac:spMkLst>
            <pc:docMk/>
            <pc:sldMk cId="937619433" sldId="522"/>
            <ac:spMk id="13" creationId="{58E77A61-3348-3A89-DBAB-B4E83384D223}"/>
          </ac:spMkLst>
        </pc:spChg>
        <pc:spChg chg="mod">
          <ac:chgData name="Chris Alvin" userId="1477fe7d-12c1-4dcd-b708-f1331679ff1c" providerId="ADAL" clId="{E9351D83-3E75-409D-BDB8-C957A920DF99}" dt="2023-06-28T12:38:52.232" v="7370" actId="571"/>
          <ac:spMkLst>
            <pc:docMk/>
            <pc:sldMk cId="937619433" sldId="522"/>
            <ac:spMk id="13" creationId="{9553C1D5-28EF-BA51-2325-0496EF7F9A94}"/>
          </ac:spMkLst>
        </pc:spChg>
        <pc:spChg chg="add mod">
          <ac:chgData name="Chris Alvin" userId="1477fe7d-12c1-4dcd-b708-f1331679ff1c" providerId="ADAL" clId="{E9351D83-3E75-409D-BDB8-C957A920DF99}" dt="2023-06-28T12:54:27.090" v="7549" actId="1076"/>
          <ac:spMkLst>
            <pc:docMk/>
            <pc:sldMk cId="937619433" sldId="522"/>
            <ac:spMk id="14" creationId="{0B4ECAF4-4223-0F6D-B543-A5ADA8BA8642}"/>
          </ac:spMkLst>
        </pc:spChg>
        <pc:spChg chg="del">
          <ac:chgData name="Chris Alvin" userId="1477fe7d-12c1-4dcd-b708-f1331679ff1c" providerId="ADAL" clId="{E9351D83-3E75-409D-BDB8-C957A920DF99}" dt="2023-06-27T12:55:27.450" v="6201" actId="478"/>
          <ac:spMkLst>
            <pc:docMk/>
            <pc:sldMk cId="937619433" sldId="522"/>
            <ac:spMk id="15" creationId="{9C01A2AF-0857-FADC-7189-5127815A4211}"/>
          </ac:spMkLst>
        </pc:spChg>
        <pc:spChg chg="mod">
          <ac:chgData name="Chris Alvin" userId="1477fe7d-12c1-4dcd-b708-f1331679ff1c" providerId="ADAL" clId="{E9351D83-3E75-409D-BDB8-C957A920DF99}" dt="2023-06-28T12:38:52.232" v="7370" actId="571"/>
          <ac:spMkLst>
            <pc:docMk/>
            <pc:sldMk cId="937619433" sldId="522"/>
            <ac:spMk id="15" creationId="{B3D42964-668A-67B5-241D-FD6C3FCF384B}"/>
          </ac:spMkLst>
        </pc:spChg>
        <pc:spChg chg="del">
          <ac:chgData name="Chris Alvin" userId="1477fe7d-12c1-4dcd-b708-f1331679ff1c" providerId="ADAL" clId="{E9351D83-3E75-409D-BDB8-C957A920DF99}" dt="2023-06-27T12:55:25.252" v="6200" actId="478"/>
          <ac:spMkLst>
            <pc:docMk/>
            <pc:sldMk cId="937619433" sldId="522"/>
            <ac:spMk id="16" creationId="{2361B15E-BCE9-C89E-49A6-9F22228D57D7}"/>
          </ac:spMkLst>
        </pc:spChg>
        <pc:spChg chg="add del mod">
          <ac:chgData name="Chris Alvin" userId="1477fe7d-12c1-4dcd-b708-f1331679ff1c" providerId="ADAL" clId="{E9351D83-3E75-409D-BDB8-C957A920DF99}" dt="2023-06-28T12:44:49.679" v="7460" actId="478"/>
          <ac:spMkLst>
            <pc:docMk/>
            <pc:sldMk cId="937619433" sldId="522"/>
            <ac:spMk id="16" creationId="{C4E7F826-7A5C-20AE-C1CF-C4CD056B547D}"/>
          </ac:spMkLst>
        </pc:spChg>
        <pc:spChg chg="add mod">
          <ac:chgData name="Chris Alvin" userId="1477fe7d-12c1-4dcd-b708-f1331679ff1c" providerId="ADAL" clId="{E9351D83-3E75-409D-BDB8-C957A920DF99}" dt="2023-06-28T12:55:32.270" v="7573" actId="6549"/>
          <ac:spMkLst>
            <pc:docMk/>
            <pc:sldMk cId="937619433" sldId="522"/>
            <ac:spMk id="17" creationId="{156DF909-EDB0-F256-7AAA-291592192125}"/>
          </ac:spMkLst>
        </pc:spChg>
        <pc:spChg chg="del">
          <ac:chgData name="Chris Alvin" userId="1477fe7d-12c1-4dcd-b708-f1331679ff1c" providerId="ADAL" clId="{E9351D83-3E75-409D-BDB8-C957A920DF99}" dt="2023-06-27T12:55:25.252" v="6200" actId="478"/>
          <ac:spMkLst>
            <pc:docMk/>
            <pc:sldMk cId="937619433" sldId="522"/>
            <ac:spMk id="17" creationId="{1B71370B-BF43-1824-9927-DE80B2807754}"/>
          </ac:spMkLst>
        </pc:spChg>
        <pc:spChg chg="del">
          <ac:chgData name="Chris Alvin" userId="1477fe7d-12c1-4dcd-b708-f1331679ff1c" providerId="ADAL" clId="{E9351D83-3E75-409D-BDB8-C957A920DF99}" dt="2023-06-27T12:55:25.252" v="6200" actId="478"/>
          <ac:spMkLst>
            <pc:docMk/>
            <pc:sldMk cId="937619433" sldId="522"/>
            <ac:spMk id="18" creationId="{09CE58DE-527C-F533-CE54-189FC19595CB}"/>
          </ac:spMkLst>
        </pc:spChg>
        <pc:spChg chg="add mod">
          <ac:chgData name="Chris Alvin" userId="1477fe7d-12c1-4dcd-b708-f1331679ff1c" providerId="ADAL" clId="{E9351D83-3E75-409D-BDB8-C957A920DF99}" dt="2023-06-28T12:55:32.270" v="7573" actId="6549"/>
          <ac:spMkLst>
            <pc:docMk/>
            <pc:sldMk cId="937619433" sldId="522"/>
            <ac:spMk id="18" creationId="{8B1E87EE-72AD-FC4E-D49E-157B9F9F0555}"/>
          </ac:spMkLst>
        </pc:spChg>
        <pc:spChg chg="add mod">
          <ac:chgData name="Chris Alvin" userId="1477fe7d-12c1-4dcd-b708-f1331679ff1c" providerId="ADAL" clId="{E9351D83-3E75-409D-BDB8-C957A920DF99}" dt="2023-06-28T12:54:24.121" v="7548" actId="1076"/>
          <ac:spMkLst>
            <pc:docMk/>
            <pc:sldMk cId="937619433" sldId="522"/>
            <ac:spMk id="19" creationId="{9A01C204-A9A3-5B3E-2C8E-F23ACCB33049}"/>
          </ac:spMkLst>
        </pc:spChg>
        <pc:spChg chg="add mod">
          <ac:chgData name="Chris Alvin" userId="1477fe7d-12c1-4dcd-b708-f1331679ff1c" providerId="ADAL" clId="{E9351D83-3E75-409D-BDB8-C957A920DF99}" dt="2023-06-28T13:00:17.034" v="7639" actId="20577"/>
          <ac:spMkLst>
            <pc:docMk/>
            <pc:sldMk cId="937619433" sldId="522"/>
            <ac:spMk id="20" creationId="{EA968736-5D60-F3C2-679F-8682D87F7FD7}"/>
          </ac:spMkLst>
        </pc:spChg>
        <pc:spChg chg="mod">
          <ac:chgData name="Chris Alvin" userId="1477fe7d-12c1-4dcd-b708-f1331679ff1c" providerId="ADAL" clId="{E9351D83-3E75-409D-BDB8-C957A920DF99}" dt="2023-06-27T13:05:03.834" v="6592"/>
          <ac:spMkLst>
            <pc:docMk/>
            <pc:sldMk cId="937619433" sldId="522"/>
            <ac:spMk id="22" creationId="{3EF8FF65-3CCF-42AD-4134-7606C1D93A0F}"/>
          </ac:spMkLst>
        </pc:spChg>
        <pc:spChg chg="mod">
          <ac:chgData name="Chris Alvin" userId="1477fe7d-12c1-4dcd-b708-f1331679ff1c" providerId="ADAL" clId="{E9351D83-3E75-409D-BDB8-C957A920DF99}" dt="2023-06-27T13:05:03.834" v="6592"/>
          <ac:spMkLst>
            <pc:docMk/>
            <pc:sldMk cId="937619433" sldId="522"/>
            <ac:spMk id="23" creationId="{BC56ACE4-8736-5777-EE67-A9B21567B6C6}"/>
          </ac:spMkLst>
        </pc:spChg>
        <pc:spChg chg="add mod topLvl">
          <ac:chgData name="Chris Alvin" userId="1477fe7d-12c1-4dcd-b708-f1331679ff1c" providerId="ADAL" clId="{E9351D83-3E75-409D-BDB8-C957A920DF99}" dt="2023-06-28T12:59:38.414" v="7634" actId="14100"/>
          <ac:spMkLst>
            <pc:docMk/>
            <pc:sldMk cId="937619433" sldId="522"/>
            <ac:spMk id="23" creationId="{EDE4210D-BA85-8E51-0212-ECA9467AF3D8}"/>
          </ac:spMkLst>
        </pc:spChg>
        <pc:spChg chg="add mod topLvl">
          <ac:chgData name="Chris Alvin" userId="1477fe7d-12c1-4dcd-b708-f1331679ff1c" providerId="ADAL" clId="{E9351D83-3E75-409D-BDB8-C957A920DF99}" dt="2023-06-28T12:47:32.479" v="7483" actId="164"/>
          <ac:spMkLst>
            <pc:docMk/>
            <pc:sldMk cId="937619433" sldId="522"/>
            <ac:spMk id="24" creationId="{3260F53F-2148-78C9-E749-6C207770B5BA}"/>
          </ac:spMkLst>
        </pc:spChg>
        <pc:spChg chg="mod">
          <ac:chgData name="Chris Alvin" userId="1477fe7d-12c1-4dcd-b708-f1331679ff1c" providerId="ADAL" clId="{E9351D83-3E75-409D-BDB8-C957A920DF99}" dt="2023-06-27T13:05:03.834" v="6592"/>
          <ac:spMkLst>
            <pc:docMk/>
            <pc:sldMk cId="937619433" sldId="522"/>
            <ac:spMk id="24" creationId="{CDD3B97B-8CD5-5B4A-A39C-8CACCE94D63E}"/>
          </ac:spMkLst>
        </pc:spChg>
        <pc:spChg chg="mod">
          <ac:chgData name="Chris Alvin" userId="1477fe7d-12c1-4dcd-b708-f1331679ff1c" providerId="ADAL" clId="{E9351D83-3E75-409D-BDB8-C957A920DF99}" dt="2023-06-27T13:05:03.834" v="6592"/>
          <ac:spMkLst>
            <pc:docMk/>
            <pc:sldMk cId="937619433" sldId="522"/>
            <ac:spMk id="25" creationId="{A913A6B8-36D1-CB3D-2B42-0A369981A1E9}"/>
          </ac:spMkLst>
        </pc:spChg>
        <pc:spChg chg="mod">
          <ac:chgData name="Chris Alvin" userId="1477fe7d-12c1-4dcd-b708-f1331679ff1c" providerId="ADAL" clId="{E9351D83-3E75-409D-BDB8-C957A920DF99}" dt="2023-06-27T13:05:03.834" v="6592"/>
          <ac:spMkLst>
            <pc:docMk/>
            <pc:sldMk cId="937619433" sldId="522"/>
            <ac:spMk id="26" creationId="{DB004F53-5DC7-200B-AEDD-732BEB495E39}"/>
          </ac:spMkLst>
        </pc:spChg>
        <pc:spChg chg="add mod">
          <ac:chgData name="Chris Alvin" userId="1477fe7d-12c1-4dcd-b708-f1331679ff1c" providerId="ADAL" clId="{E9351D83-3E75-409D-BDB8-C957A920DF99}" dt="2023-06-28T12:48:28.102" v="7495" actId="571"/>
          <ac:spMkLst>
            <pc:docMk/>
            <pc:sldMk cId="937619433" sldId="522"/>
            <ac:spMk id="27" creationId="{6EC0C1DD-084D-8AA5-F519-FE84678F4A19}"/>
          </ac:spMkLst>
        </pc:spChg>
        <pc:spChg chg="mod">
          <ac:chgData name="Chris Alvin" userId="1477fe7d-12c1-4dcd-b708-f1331679ff1c" providerId="ADAL" clId="{E9351D83-3E75-409D-BDB8-C957A920DF99}" dt="2023-06-27T13:05:03.834" v="6592"/>
          <ac:spMkLst>
            <pc:docMk/>
            <pc:sldMk cId="937619433" sldId="522"/>
            <ac:spMk id="27" creationId="{78465C9F-A030-C9C5-CB78-7C73D0A66990}"/>
          </ac:spMkLst>
        </pc:spChg>
        <pc:spChg chg="mod">
          <ac:chgData name="Chris Alvin" userId="1477fe7d-12c1-4dcd-b708-f1331679ff1c" providerId="ADAL" clId="{E9351D83-3E75-409D-BDB8-C957A920DF99}" dt="2023-06-27T13:05:03.834" v="6592"/>
          <ac:spMkLst>
            <pc:docMk/>
            <pc:sldMk cId="937619433" sldId="522"/>
            <ac:spMk id="28" creationId="{536C69F7-7C99-57B7-ABAD-37D3024ED2F4}"/>
          </ac:spMkLst>
        </pc:spChg>
        <pc:spChg chg="add del mod">
          <ac:chgData name="Chris Alvin" userId="1477fe7d-12c1-4dcd-b708-f1331679ff1c" providerId="ADAL" clId="{E9351D83-3E75-409D-BDB8-C957A920DF99}" dt="2023-06-28T12:49:05.098" v="7507" actId="478"/>
          <ac:spMkLst>
            <pc:docMk/>
            <pc:sldMk cId="937619433" sldId="522"/>
            <ac:spMk id="28" creationId="{A5C9D648-6E3A-24A9-E1E3-7031A7649692}"/>
          </ac:spMkLst>
        </pc:spChg>
        <pc:spChg chg="mod">
          <ac:chgData name="Chris Alvin" userId="1477fe7d-12c1-4dcd-b708-f1331679ff1c" providerId="ADAL" clId="{E9351D83-3E75-409D-BDB8-C957A920DF99}" dt="2023-06-27T13:05:03.834" v="6592"/>
          <ac:spMkLst>
            <pc:docMk/>
            <pc:sldMk cId="937619433" sldId="522"/>
            <ac:spMk id="29" creationId="{A1A143AD-52BA-C6DE-C3D1-0F56D79D8B25}"/>
          </ac:spMkLst>
        </pc:spChg>
        <pc:spChg chg="add mod">
          <ac:chgData name="Chris Alvin" userId="1477fe7d-12c1-4dcd-b708-f1331679ff1c" providerId="ADAL" clId="{E9351D83-3E75-409D-BDB8-C957A920DF99}" dt="2023-06-28T12:49:02.024" v="7506" actId="571"/>
          <ac:spMkLst>
            <pc:docMk/>
            <pc:sldMk cId="937619433" sldId="522"/>
            <ac:spMk id="29" creationId="{E425BC00-9C8A-1E17-B616-5BD61BC34C98}"/>
          </ac:spMkLst>
        </pc:spChg>
        <pc:spChg chg="mod">
          <ac:chgData name="Chris Alvin" userId="1477fe7d-12c1-4dcd-b708-f1331679ff1c" providerId="ADAL" clId="{E9351D83-3E75-409D-BDB8-C957A920DF99}" dt="2023-06-27T13:05:03.834" v="6592"/>
          <ac:spMkLst>
            <pc:docMk/>
            <pc:sldMk cId="937619433" sldId="522"/>
            <ac:spMk id="30" creationId="{0507938E-6F43-0CFC-3320-F0B78AF9A562}"/>
          </ac:spMkLst>
        </pc:spChg>
        <pc:spChg chg="add mod">
          <ac:chgData name="Chris Alvin" userId="1477fe7d-12c1-4dcd-b708-f1331679ff1c" providerId="ADAL" clId="{E9351D83-3E75-409D-BDB8-C957A920DF99}" dt="2023-06-28T12:50:26.881" v="7526" actId="164"/>
          <ac:spMkLst>
            <pc:docMk/>
            <pc:sldMk cId="937619433" sldId="522"/>
            <ac:spMk id="30" creationId="{7C4F9AFA-C7E0-BBAB-E3D8-3EDA61D6CB02}"/>
          </ac:spMkLst>
        </pc:spChg>
        <pc:spChg chg="add mod">
          <ac:chgData name="Chris Alvin" userId="1477fe7d-12c1-4dcd-b708-f1331679ff1c" providerId="ADAL" clId="{E9351D83-3E75-409D-BDB8-C957A920DF99}" dt="2023-06-28T12:50:35.901" v="7527" actId="207"/>
          <ac:spMkLst>
            <pc:docMk/>
            <pc:sldMk cId="937619433" sldId="522"/>
            <ac:spMk id="31" creationId="{CA06DCC4-EE00-42E6-027E-66FD7082140C}"/>
          </ac:spMkLst>
        </pc:spChg>
        <pc:spChg chg="mod">
          <ac:chgData name="Chris Alvin" userId="1477fe7d-12c1-4dcd-b708-f1331679ff1c" providerId="ADAL" clId="{E9351D83-3E75-409D-BDB8-C957A920DF99}" dt="2023-06-27T13:05:03.834" v="6592"/>
          <ac:spMkLst>
            <pc:docMk/>
            <pc:sldMk cId="937619433" sldId="522"/>
            <ac:spMk id="31" creationId="{E577F277-61BB-C10E-AD6E-C92B2B4FA96F}"/>
          </ac:spMkLst>
        </pc:spChg>
        <pc:spChg chg="mod">
          <ac:chgData name="Chris Alvin" userId="1477fe7d-12c1-4dcd-b708-f1331679ff1c" providerId="ADAL" clId="{E9351D83-3E75-409D-BDB8-C957A920DF99}" dt="2023-06-27T13:05:03.834" v="6592"/>
          <ac:spMkLst>
            <pc:docMk/>
            <pc:sldMk cId="937619433" sldId="522"/>
            <ac:spMk id="32" creationId="{790C2A23-55BF-D3E3-8A7C-6ECE83998DAC}"/>
          </ac:spMkLst>
        </pc:spChg>
        <pc:spChg chg="mod">
          <ac:chgData name="Chris Alvin" userId="1477fe7d-12c1-4dcd-b708-f1331679ff1c" providerId="ADAL" clId="{E9351D83-3E75-409D-BDB8-C957A920DF99}" dt="2023-06-27T13:05:03.834" v="6592"/>
          <ac:spMkLst>
            <pc:docMk/>
            <pc:sldMk cId="937619433" sldId="522"/>
            <ac:spMk id="33" creationId="{A728B019-245F-AF1F-62A4-73523909F04F}"/>
          </ac:spMkLst>
        </pc:spChg>
        <pc:spChg chg="mod">
          <ac:chgData name="Chris Alvin" userId="1477fe7d-12c1-4dcd-b708-f1331679ff1c" providerId="ADAL" clId="{E9351D83-3E75-409D-BDB8-C957A920DF99}" dt="2023-06-27T13:05:03.834" v="6592"/>
          <ac:spMkLst>
            <pc:docMk/>
            <pc:sldMk cId="937619433" sldId="522"/>
            <ac:spMk id="34" creationId="{DDAE31D7-84D6-BBB2-5950-47478651CB6D}"/>
          </ac:spMkLst>
        </pc:spChg>
        <pc:spChg chg="mod">
          <ac:chgData name="Chris Alvin" userId="1477fe7d-12c1-4dcd-b708-f1331679ff1c" providerId="ADAL" clId="{E9351D83-3E75-409D-BDB8-C957A920DF99}" dt="2023-06-27T13:05:03.834" v="6592"/>
          <ac:spMkLst>
            <pc:docMk/>
            <pc:sldMk cId="937619433" sldId="522"/>
            <ac:spMk id="35" creationId="{66A4DF6E-1FE9-B2F6-EABC-33E52784DF8F}"/>
          </ac:spMkLst>
        </pc:spChg>
        <pc:spChg chg="add mod topLvl">
          <ac:chgData name="Chris Alvin" userId="1477fe7d-12c1-4dcd-b708-f1331679ff1c" providerId="ADAL" clId="{E9351D83-3E75-409D-BDB8-C957A920DF99}" dt="2023-06-28T12:53:28.116" v="7542" actId="164"/>
          <ac:spMkLst>
            <pc:docMk/>
            <pc:sldMk cId="937619433" sldId="522"/>
            <ac:spMk id="36" creationId="{B96355A9-2D18-D008-EFF2-FF721F4BC2BE}"/>
          </ac:spMkLst>
        </pc:spChg>
        <pc:spChg chg="add del mod">
          <ac:chgData name="Chris Alvin" userId="1477fe7d-12c1-4dcd-b708-f1331679ff1c" providerId="ADAL" clId="{E9351D83-3E75-409D-BDB8-C957A920DF99}" dt="2023-06-27T14:50:43.310" v="6688" actId="478"/>
          <ac:spMkLst>
            <pc:docMk/>
            <pc:sldMk cId="937619433" sldId="522"/>
            <ac:spMk id="37" creationId="{1BA93B0C-85DA-F2DC-3A6F-3C0F09114BCD}"/>
          </ac:spMkLst>
        </pc:spChg>
        <pc:spChg chg="add mod ord topLvl">
          <ac:chgData name="Chris Alvin" userId="1477fe7d-12c1-4dcd-b708-f1331679ff1c" providerId="ADAL" clId="{E9351D83-3E75-409D-BDB8-C957A920DF99}" dt="2023-06-28T12:53:28.116" v="7542" actId="164"/>
          <ac:spMkLst>
            <pc:docMk/>
            <pc:sldMk cId="937619433" sldId="522"/>
            <ac:spMk id="38" creationId="{8F90D402-66AE-D7F5-F864-9A05270889FB}"/>
          </ac:spMkLst>
        </pc:spChg>
        <pc:spChg chg="add mod ord topLvl">
          <ac:chgData name="Chris Alvin" userId="1477fe7d-12c1-4dcd-b708-f1331679ff1c" providerId="ADAL" clId="{E9351D83-3E75-409D-BDB8-C957A920DF99}" dt="2023-06-28T12:54:09.785" v="7546" actId="164"/>
          <ac:spMkLst>
            <pc:docMk/>
            <pc:sldMk cId="937619433" sldId="522"/>
            <ac:spMk id="40" creationId="{06C6C1E1-2EF0-DEFB-3BE1-940ED91D9043}"/>
          </ac:spMkLst>
        </pc:spChg>
        <pc:spChg chg="add del mod">
          <ac:chgData name="Chris Alvin" userId="1477fe7d-12c1-4dcd-b708-f1331679ff1c" providerId="ADAL" clId="{E9351D83-3E75-409D-BDB8-C957A920DF99}" dt="2023-06-27T14:57:09.860" v="6785" actId="478"/>
          <ac:spMkLst>
            <pc:docMk/>
            <pc:sldMk cId="937619433" sldId="522"/>
            <ac:spMk id="41" creationId="{6EF4E388-00C1-7C1D-7E3C-F0C39FC7E9BE}"/>
          </ac:spMkLst>
        </pc:spChg>
        <pc:spChg chg="add del mod">
          <ac:chgData name="Chris Alvin" userId="1477fe7d-12c1-4dcd-b708-f1331679ff1c" providerId="ADAL" clId="{E9351D83-3E75-409D-BDB8-C957A920DF99}" dt="2023-06-27T14:57:07.370" v="6784" actId="478"/>
          <ac:spMkLst>
            <pc:docMk/>
            <pc:sldMk cId="937619433" sldId="522"/>
            <ac:spMk id="42" creationId="{A8D108D8-469D-CAFC-0704-984B41E733BC}"/>
          </ac:spMkLst>
        </pc:spChg>
        <pc:spChg chg="add mod ord topLvl">
          <ac:chgData name="Chris Alvin" userId="1477fe7d-12c1-4dcd-b708-f1331679ff1c" providerId="ADAL" clId="{E9351D83-3E75-409D-BDB8-C957A920DF99}" dt="2023-06-28T12:52:18.729" v="7540" actId="14100"/>
          <ac:spMkLst>
            <pc:docMk/>
            <pc:sldMk cId="937619433" sldId="522"/>
            <ac:spMk id="43" creationId="{D0DD5484-EB6C-B594-7622-7A5D2DF28E1F}"/>
          </ac:spMkLst>
        </pc:spChg>
        <pc:spChg chg="add del mod ord topLvl">
          <ac:chgData name="Chris Alvin" userId="1477fe7d-12c1-4dcd-b708-f1331679ff1c" providerId="ADAL" clId="{E9351D83-3E75-409D-BDB8-C957A920DF99}" dt="2023-06-28T12:55:32.270" v="7573" actId="6549"/>
          <ac:spMkLst>
            <pc:docMk/>
            <pc:sldMk cId="937619433" sldId="522"/>
            <ac:spMk id="44" creationId="{B292FFFC-3AD3-93E3-4A08-2C5F6FCA2D9C}"/>
          </ac:spMkLst>
        </pc:spChg>
        <pc:spChg chg="add mod topLvl">
          <ac:chgData name="Chris Alvin" userId="1477fe7d-12c1-4dcd-b708-f1331679ff1c" providerId="ADAL" clId="{E9351D83-3E75-409D-BDB8-C957A920DF99}" dt="2023-06-28T12:53:28.116" v="7542" actId="164"/>
          <ac:spMkLst>
            <pc:docMk/>
            <pc:sldMk cId="937619433" sldId="522"/>
            <ac:spMk id="46" creationId="{DD22A783-3DC8-D1E9-7E1E-CBAAFD4EE495}"/>
          </ac:spMkLst>
        </pc:spChg>
        <pc:spChg chg="add mod ord topLvl">
          <ac:chgData name="Chris Alvin" userId="1477fe7d-12c1-4dcd-b708-f1331679ff1c" providerId="ADAL" clId="{E9351D83-3E75-409D-BDB8-C957A920DF99}" dt="2023-06-28T12:51:16.178" v="7535" actId="164"/>
          <ac:spMkLst>
            <pc:docMk/>
            <pc:sldMk cId="937619433" sldId="522"/>
            <ac:spMk id="47" creationId="{326C9E26-69B5-073A-09FD-372805FF6513}"/>
          </ac:spMkLst>
        </pc:spChg>
        <pc:spChg chg="add mod ord topLvl">
          <ac:chgData name="Chris Alvin" userId="1477fe7d-12c1-4dcd-b708-f1331679ff1c" providerId="ADAL" clId="{E9351D83-3E75-409D-BDB8-C957A920DF99}" dt="2023-06-28T12:51:16.178" v="7535" actId="164"/>
          <ac:spMkLst>
            <pc:docMk/>
            <pc:sldMk cId="937619433" sldId="522"/>
            <ac:spMk id="48" creationId="{8BF8061E-DC0F-FE1D-16B1-3A0E5DE2A43F}"/>
          </ac:spMkLst>
        </pc:spChg>
        <pc:spChg chg="add del mod ord topLvl">
          <ac:chgData name="Chris Alvin" userId="1477fe7d-12c1-4dcd-b708-f1331679ff1c" providerId="ADAL" clId="{E9351D83-3E75-409D-BDB8-C957A920DF99}" dt="2023-06-27T16:13:15.947" v="7013" actId="478"/>
          <ac:spMkLst>
            <pc:docMk/>
            <pc:sldMk cId="937619433" sldId="522"/>
            <ac:spMk id="49" creationId="{FD00F7B0-F03F-0AFE-5DD8-B19AA83426CB}"/>
          </ac:spMkLst>
        </pc:spChg>
        <pc:spChg chg="add mod topLvl">
          <ac:chgData name="Chris Alvin" userId="1477fe7d-12c1-4dcd-b708-f1331679ff1c" providerId="ADAL" clId="{E9351D83-3E75-409D-BDB8-C957A920DF99}" dt="2023-06-28T12:51:16.178" v="7535" actId="164"/>
          <ac:spMkLst>
            <pc:docMk/>
            <pc:sldMk cId="937619433" sldId="522"/>
            <ac:spMk id="50" creationId="{8B01A770-B208-CBFB-025E-6D139132D8D0}"/>
          </ac:spMkLst>
        </pc:spChg>
        <pc:spChg chg="add mod topLvl">
          <ac:chgData name="Chris Alvin" userId="1477fe7d-12c1-4dcd-b708-f1331679ff1c" providerId="ADAL" clId="{E9351D83-3E75-409D-BDB8-C957A920DF99}" dt="2023-06-28T12:51:16.178" v="7535" actId="164"/>
          <ac:spMkLst>
            <pc:docMk/>
            <pc:sldMk cId="937619433" sldId="522"/>
            <ac:spMk id="51" creationId="{FF6FAE5E-D2B2-968C-B2C8-4CB4EB22CE35}"/>
          </ac:spMkLst>
        </pc:spChg>
        <pc:spChg chg="mod topLvl">
          <ac:chgData name="Chris Alvin" userId="1477fe7d-12c1-4dcd-b708-f1331679ff1c" providerId="ADAL" clId="{E9351D83-3E75-409D-BDB8-C957A920DF99}" dt="2023-06-28T12:51:58.052" v="7536" actId="164"/>
          <ac:spMkLst>
            <pc:docMk/>
            <pc:sldMk cId="937619433" sldId="522"/>
            <ac:spMk id="54" creationId="{623E908F-91A8-FD99-392A-BF7E5D7C2CB2}"/>
          </ac:spMkLst>
        </pc:spChg>
        <pc:spChg chg="mod topLvl">
          <ac:chgData name="Chris Alvin" userId="1477fe7d-12c1-4dcd-b708-f1331679ff1c" providerId="ADAL" clId="{E9351D83-3E75-409D-BDB8-C957A920DF99}" dt="2023-06-28T12:51:58.052" v="7536" actId="164"/>
          <ac:spMkLst>
            <pc:docMk/>
            <pc:sldMk cId="937619433" sldId="522"/>
            <ac:spMk id="55" creationId="{FA967CB9-4ADE-D6B9-00C4-BEEDDBCD97FC}"/>
          </ac:spMkLst>
        </pc:spChg>
        <pc:spChg chg="mod topLvl">
          <ac:chgData name="Chris Alvin" userId="1477fe7d-12c1-4dcd-b708-f1331679ff1c" providerId="ADAL" clId="{E9351D83-3E75-409D-BDB8-C957A920DF99}" dt="2023-06-28T12:58:33.663" v="7628" actId="164"/>
          <ac:spMkLst>
            <pc:docMk/>
            <pc:sldMk cId="937619433" sldId="522"/>
            <ac:spMk id="56" creationId="{8A0AD2DA-7A45-FD10-BFA7-BA276F12E42D}"/>
          </ac:spMkLst>
        </pc:spChg>
        <pc:spChg chg="mod topLvl">
          <ac:chgData name="Chris Alvin" userId="1477fe7d-12c1-4dcd-b708-f1331679ff1c" providerId="ADAL" clId="{E9351D83-3E75-409D-BDB8-C957A920DF99}" dt="2023-06-28T12:51:58.052" v="7536" actId="164"/>
          <ac:spMkLst>
            <pc:docMk/>
            <pc:sldMk cId="937619433" sldId="522"/>
            <ac:spMk id="57" creationId="{7405FD4D-571B-A329-A5BE-76B77F968CA1}"/>
          </ac:spMkLst>
        </pc:spChg>
        <pc:spChg chg="mod topLvl">
          <ac:chgData name="Chris Alvin" userId="1477fe7d-12c1-4dcd-b708-f1331679ff1c" providerId="ADAL" clId="{E9351D83-3E75-409D-BDB8-C957A920DF99}" dt="2023-06-28T12:58:33.663" v="7628" actId="164"/>
          <ac:spMkLst>
            <pc:docMk/>
            <pc:sldMk cId="937619433" sldId="522"/>
            <ac:spMk id="58" creationId="{0A63D0D1-5802-7561-1700-5629B1918A9F}"/>
          </ac:spMkLst>
        </pc:spChg>
        <pc:spChg chg="mod topLvl">
          <ac:chgData name="Chris Alvin" userId="1477fe7d-12c1-4dcd-b708-f1331679ff1c" providerId="ADAL" clId="{E9351D83-3E75-409D-BDB8-C957A920DF99}" dt="2023-06-28T12:51:58.052" v="7536" actId="164"/>
          <ac:spMkLst>
            <pc:docMk/>
            <pc:sldMk cId="937619433" sldId="522"/>
            <ac:spMk id="59" creationId="{7DDFA961-7DBE-54A4-6DCF-10E5F4A2A935}"/>
          </ac:spMkLst>
        </pc:spChg>
        <pc:spChg chg="mod topLvl">
          <ac:chgData name="Chris Alvin" userId="1477fe7d-12c1-4dcd-b708-f1331679ff1c" providerId="ADAL" clId="{E9351D83-3E75-409D-BDB8-C957A920DF99}" dt="2023-06-28T12:51:58.052" v="7536" actId="164"/>
          <ac:spMkLst>
            <pc:docMk/>
            <pc:sldMk cId="937619433" sldId="522"/>
            <ac:spMk id="60" creationId="{BF9B5D50-4B8C-FC2B-17B4-0B6194605C6D}"/>
          </ac:spMkLst>
        </pc:spChg>
        <pc:spChg chg="mod ord topLvl">
          <ac:chgData name="Chris Alvin" userId="1477fe7d-12c1-4dcd-b708-f1331679ff1c" providerId="ADAL" clId="{E9351D83-3E75-409D-BDB8-C957A920DF99}" dt="2023-06-28T12:53:20.416" v="7541" actId="164"/>
          <ac:spMkLst>
            <pc:docMk/>
            <pc:sldMk cId="937619433" sldId="522"/>
            <ac:spMk id="62" creationId="{930DF881-E630-5DC4-5B70-741717D78739}"/>
          </ac:spMkLst>
        </pc:spChg>
        <pc:spChg chg="mod topLvl">
          <ac:chgData name="Chris Alvin" userId="1477fe7d-12c1-4dcd-b708-f1331679ff1c" providerId="ADAL" clId="{E9351D83-3E75-409D-BDB8-C957A920DF99}" dt="2023-06-28T12:53:20.416" v="7541" actId="164"/>
          <ac:spMkLst>
            <pc:docMk/>
            <pc:sldMk cId="937619433" sldId="522"/>
            <ac:spMk id="63" creationId="{C5EE5CC9-24AC-2CD4-9FFA-2D560E702C3B}"/>
          </ac:spMkLst>
        </pc:spChg>
        <pc:spChg chg="add del mod topLvl">
          <ac:chgData name="Chris Alvin" userId="1477fe7d-12c1-4dcd-b708-f1331679ff1c" providerId="ADAL" clId="{E9351D83-3E75-409D-BDB8-C957A920DF99}" dt="2023-06-28T12:34:21.143" v="7246" actId="478"/>
          <ac:spMkLst>
            <pc:docMk/>
            <pc:sldMk cId="937619433" sldId="522"/>
            <ac:spMk id="64" creationId="{87E7EE50-2737-49A0-4106-D4A7B0559854}"/>
          </ac:spMkLst>
        </pc:spChg>
        <pc:spChg chg="mod ord topLvl">
          <ac:chgData name="Chris Alvin" userId="1477fe7d-12c1-4dcd-b708-f1331679ff1c" providerId="ADAL" clId="{E9351D83-3E75-409D-BDB8-C957A920DF99}" dt="2023-06-28T12:53:20.416" v="7541" actId="164"/>
          <ac:spMkLst>
            <pc:docMk/>
            <pc:sldMk cId="937619433" sldId="522"/>
            <ac:spMk id="65" creationId="{8A555756-F29A-22E5-C6E3-27D34874725C}"/>
          </ac:spMkLst>
        </pc:spChg>
        <pc:spChg chg="mod ord topLvl">
          <ac:chgData name="Chris Alvin" userId="1477fe7d-12c1-4dcd-b708-f1331679ff1c" providerId="ADAL" clId="{E9351D83-3E75-409D-BDB8-C957A920DF99}" dt="2023-06-28T12:47:54.917" v="7489" actId="164"/>
          <ac:spMkLst>
            <pc:docMk/>
            <pc:sldMk cId="937619433" sldId="522"/>
            <ac:spMk id="66" creationId="{0D2932CA-15DE-04BB-2206-2B2026CC7DDB}"/>
          </ac:spMkLst>
        </pc:spChg>
        <pc:spChg chg="mod ord topLvl">
          <ac:chgData name="Chris Alvin" userId="1477fe7d-12c1-4dcd-b708-f1331679ff1c" providerId="ADAL" clId="{E9351D83-3E75-409D-BDB8-C957A920DF99}" dt="2023-06-28T12:53:20.416" v="7541" actId="164"/>
          <ac:spMkLst>
            <pc:docMk/>
            <pc:sldMk cId="937619433" sldId="522"/>
            <ac:spMk id="67" creationId="{76F4FD74-2AC4-3670-4FD5-811ED8E4FA3F}"/>
          </ac:spMkLst>
        </pc:spChg>
        <pc:spChg chg="mod ord topLvl">
          <ac:chgData name="Chris Alvin" userId="1477fe7d-12c1-4dcd-b708-f1331679ff1c" providerId="ADAL" clId="{E9351D83-3E75-409D-BDB8-C957A920DF99}" dt="2023-06-28T12:53:20.416" v="7541" actId="164"/>
          <ac:spMkLst>
            <pc:docMk/>
            <pc:sldMk cId="937619433" sldId="522"/>
            <ac:spMk id="68" creationId="{2B453B3C-F4CA-3855-9C3E-FF4FF0686B9B}"/>
          </ac:spMkLst>
        </pc:spChg>
        <pc:grpChg chg="add del mod">
          <ac:chgData name="Chris Alvin" userId="1477fe7d-12c1-4dcd-b708-f1331679ff1c" providerId="ADAL" clId="{E9351D83-3E75-409D-BDB8-C957A920DF99}" dt="2023-06-28T12:46:53.581" v="7476" actId="165"/>
          <ac:grpSpMkLst>
            <pc:docMk/>
            <pc:sldMk cId="937619433" sldId="522"/>
            <ac:grpSpMk id="6" creationId="{B5FB09DF-3CCF-B10C-F41B-EC15ECDB3275}"/>
          </ac:grpSpMkLst>
        </pc:grpChg>
        <pc:grpChg chg="add mod">
          <ac:chgData name="Chris Alvin" userId="1477fe7d-12c1-4dcd-b708-f1331679ff1c" providerId="ADAL" clId="{E9351D83-3E75-409D-BDB8-C957A920DF99}" dt="2023-06-28T12:38:52.232" v="7370" actId="571"/>
          <ac:grpSpMkLst>
            <pc:docMk/>
            <pc:sldMk cId="937619433" sldId="522"/>
            <ac:grpSpMk id="7" creationId="{330FB485-6E0D-8571-6C31-964BC96283E4}"/>
          </ac:grpSpMkLst>
        </pc:grpChg>
        <pc:grpChg chg="add mod">
          <ac:chgData name="Chris Alvin" userId="1477fe7d-12c1-4dcd-b708-f1331679ff1c" providerId="ADAL" clId="{E9351D83-3E75-409D-BDB8-C957A920DF99}" dt="2023-06-28T12:55:32.270" v="7573" actId="6549"/>
          <ac:grpSpMkLst>
            <pc:docMk/>
            <pc:sldMk cId="937619433" sldId="522"/>
            <ac:grpSpMk id="21" creationId="{8B70B5F0-F9AE-6AA1-DB33-07B4F920E6C5}"/>
          </ac:grpSpMkLst>
        </pc:grpChg>
        <pc:grpChg chg="add del mod">
          <ac:chgData name="Chris Alvin" userId="1477fe7d-12c1-4dcd-b708-f1331679ff1c" providerId="ADAL" clId="{E9351D83-3E75-409D-BDB8-C957A920DF99}" dt="2023-06-27T13:05:05.343" v="6593"/>
          <ac:grpSpMkLst>
            <pc:docMk/>
            <pc:sldMk cId="937619433" sldId="522"/>
            <ac:grpSpMk id="21" creationId="{B56CFB80-6870-AEEF-1D98-5F0D6755123D}"/>
          </ac:grpSpMkLst>
        </pc:grpChg>
        <pc:grpChg chg="add mod">
          <ac:chgData name="Chris Alvin" userId="1477fe7d-12c1-4dcd-b708-f1331679ff1c" providerId="ADAL" clId="{E9351D83-3E75-409D-BDB8-C957A920DF99}" dt="2023-06-28T12:55:32.270" v="7573" actId="6549"/>
          <ac:grpSpMkLst>
            <pc:docMk/>
            <pc:sldMk cId="937619433" sldId="522"/>
            <ac:grpSpMk id="22" creationId="{09DE93F9-E5E0-0B0D-6CBD-60FBD51A94ED}"/>
          </ac:grpSpMkLst>
        </pc:grpChg>
        <pc:grpChg chg="add mod">
          <ac:chgData name="Chris Alvin" userId="1477fe7d-12c1-4dcd-b708-f1331679ff1c" providerId="ADAL" clId="{E9351D83-3E75-409D-BDB8-C957A920DF99}" dt="2023-06-28T12:47:54.917" v="7489" actId="164"/>
          <ac:grpSpMkLst>
            <pc:docMk/>
            <pc:sldMk cId="937619433" sldId="522"/>
            <ac:grpSpMk id="25" creationId="{F59D86CB-3B2D-D673-9178-B66C3285B5C7}"/>
          </ac:grpSpMkLst>
        </pc:grpChg>
        <pc:grpChg chg="add mod">
          <ac:chgData name="Chris Alvin" userId="1477fe7d-12c1-4dcd-b708-f1331679ff1c" providerId="ADAL" clId="{E9351D83-3E75-409D-BDB8-C957A920DF99}" dt="2023-06-28T12:59:32.934" v="7633" actId="1076"/>
          <ac:grpSpMkLst>
            <pc:docMk/>
            <pc:sldMk cId="937619433" sldId="522"/>
            <ac:grpSpMk id="26" creationId="{2A63B868-5B5B-CFB9-7402-EDC66019EB7D}"/>
          </ac:grpSpMkLst>
        </pc:grpChg>
        <pc:grpChg chg="add mod">
          <ac:chgData name="Chris Alvin" userId="1477fe7d-12c1-4dcd-b708-f1331679ff1c" providerId="ADAL" clId="{E9351D83-3E75-409D-BDB8-C957A920DF99}" dt="2023-06-28T12:54:09.785" v="7546" actId="164"/>
          <ac:grpSpMkLst>
            <pc:docMk/>
            <pc:sldMk cId="937619433" sldId="522"/>
            <ac:grpSpMk id="32" creationId="{741B755B-DDA4-88F5-FCB6-7A2737DFC434}"/>
          </ac:grpSpMkLst>
        </pc:grpChg>
        <pc:grpChg chg="add mod">
          <ac:chgData name="Chris Alvin" userId="1477fe7d-12c1-4dcd-b708-f1331679ff1c" providerId="ADAL" clId="{E9351D83-3E75-409D-BDB8-C957A920DF99}" dt="2023-06-28T12:52:07.893" v="7539" actId="14100"/>
          <ac:grpSpMkLst>
            <pc:docMk/>
            <pc:sldMk cId="937619433" sldId="522"/>
            <ac:grpSpMk id="33" creationId="{A6A0B6F1-63E3-74E0-98DC-CD2FB32CC733}"/>
          </ac:grpSpMkLst>
        </pc:grpChg>
        <pc:grpChg chg="add mod ord">
          <ac:chgData name="Chris Alvin" userId="1477fe7d-12c1-4dcd-b708-f1331679ff1c" providerId="ADAL" clId="{E9351D83-3E75-409D-BDB8-C957A920DF99}" dt="2023-06-28T12:58:15.543" v="7624" actId="167"/>
          <ac:grpSpMkLst>
            <pc:docMk/>
            <pc:sldMk cId="937619433" sldId="522"/>
            <ac:grpSpMk id="34" creationId="{3106E5CF-E58E-A70B-FB44-FAF83B3ADCE5}"/>
          </ac:grpSpMkLst>
        </pc:grpChg>
        <pc:grpChg chg="add mod">
          <ac:chgData name="Chris Alvin" userId="1477fe7d-12c1-4dcd-b708-f1331679ff1c" providerId="ADAL" clId="{E9351D83-3E75-409D-BDB8-C957A920DF99}" dt="2023-06-28T12:53:20.416" v="7541" actId="164"/>
          <ac:grpSpMkLst>
            <pc:docMk/>
            <pc:sldMk cId="937619433" sldId="522"/>
            <ac:grpSpMk id="35" creationId="{47085855-2C21-CFC1-5D02-9666A556C154}"/>
          </ac:grpSpMkLst>
        </pc:grpChg>
        <pc:grpChg chg="add mod">
          <ac:chgData name="Chris Alvin" userId="1477fe7d-12c1-4dcd-b708-f1331679ff1c" providerId="ADAL" clId="{E9351D83-3E75-409D-BDB8-C957A920DF99}" dt="2023-06-28T12:53:30.947" v="7543" actId="1076"/>
          <ac:grpSpMkLst>
            <pc:docMk/>
            <pc:sldMk cId="937619433" sldId="522"/>
            <ac:grpSpMk id="37" creationId="{A9A6EFE6-BECD-0537-0681-88330BBD8599}"/>
          </ac:grpSpMkLst>
        </pc:grpChg>
        <pc:grpChg chg="add mod">
          <ac:chgData name="Chris Alvin" userId="1477fe7d-12c1-4dcd-b708-f1331679ff1c" providerId="ADAL" clId="{E9351D83-3E75-409D-BDB8-C957A920DF99}" dt="2023-06-28T13:00:35.254" v="7642" actId="1076"/>
          <ac:grpSpMkLst>
            <pc:docMk/>
            <pc:sldMk cId="937619433" sldId="522"/>
            <ac:grpSpMk id="39" creationId="{D8FF69E5-5A92-1658-AF41-48B89DE01019}"/>
          </ac:grpSpMkLst>
        </pc:grpChg>
        <pc:grpChg chg="add del mod">
          <ac:chgData name="Chris Alvin" userId="1477fe7d-12c1-4dcd-b708-f1331679ff1c" providerId="ADAL" clId="{E9351D83-3E75-409D-BDB8-C957A920DF99}" dt="2023-06-28T12:57:52.393" v="7615" actId="165"/>
          <ac:grpSpMkLst>
            <pc:docMk/>
            <pc:sldMk cId="937619433" sldId="522"/>
            <ac:grpSpMk id="41" creationId="{CB55067D-6B36-7EF2-07CC-82ED236E30FD}"/>
          </ac:grpSpMkLst>
        </pc:grpChg>
        <pc:grpChg chg="add mod">
          <ac:chgData name="Chris Alvin" userId="1477fe7d-12c1-4dcd-b708-f1331679ff1c" providerId="ADAL" clId="{E9351D83-3E75-409D-BDB8-C957A920DF99}" dt="2023-06-28T12:58:41.652" v="7630" actId="1076"/>
          <ac:grpSpMkLst>
            <pc:docMk/>
            <pc:sldMk cId="937619433" sldId="522"/>
            <ac:grpSpMk id="42" creationId="{AA9AE5E2-CF28-5867-BFC5-94C12189D16E}"/>
          </ac:grpSpMkLst>
        </pc:grpChg>
        <pc:grpChg chg="add del mod">
          <ac:chgData name="Chris Alvin" userId="1477fe7d-12c1-4dcd-b708-f1331679ff1c" providerId="ADAL" clId="{E9351D83-3E75-409D-BDB8-C957A920DF99}" dt="2023-06-27T16:13:05.287" v="7011" actId="165"/>
          <ac:grpSpMkLst>
            <pc:docMk/>
            <pc:sldMk cId="937619433" sldId="522"/>
            <ac:grpSpMk id="52" creationId="{C306447B-066E-7C71-4DD9-3EABF0A9C765}"/>
          </ac:grpSpMkLst>
        </pc:grpChg>
        <pc:grpChg chg="add del mod">
          <ac:chgData name="Chris Alvin" userId="1477fe7d-12c1-4dcd-b708-f1331679ff1c" providerId="ADAL" clId="{E9351D83-3E75-409D-BDB8-C957A920DF99}" dt="2023-06-28T12:46:00.140" v="7467" actId="165"/>
          <ac:grpSpMkLst>
            <pc:docMk/>
            <pc:sldMk cId="937619433" sldId="522"/>
            <ac:grpSpMk id="53" creationId="{24062CFD-2D0B-8CD7-909F-C98192A366C0}"/>
          </ac:grpSpMkLst>
        </pc:grpChg>
        <pc:grpChg chg="add del mod">
          <ac:chgData name="Chris Alvin" userId="1477fe7d-12c1-4dcd-b708-f1331679ff1c" providerId="ADAL" clId="{E9351D83-3E75-409D-BDB8-C957A920DF99}" dt="2023-06-28T12:33:18.797" v="7236" actId="165"/>
          <ac:grpSpMkLst>
            <pc:docMk/>
            <pc:sldMk cId="937619433" sldId="522"/>
            <ac:grpSpMk id="61" creationId="{00F99ADB-6D7E-F955-7875-BD1D56BD3106}"/>
          </ac:grpSpMkLst>
        </pc:grpChg>
        <pc:grpChg chg="add del mod">
          <ac:chgData name="Chris Alvin" userId="1477fe7d-12c1-4dcd-b708-f1331679ff1c" providerId="ADAL" clId="{E9351D83-3E75-409D-BDB8-C957A920DF99}" dt="2023-06-28T12:48:22.754" v="7493" actId="165"/>
          <ac:grpSpMkLst>
            <pc:docMk/>
            <pc:sldMk cId="937619433" sldId="522"/>
            <ac:grpSpMk id="69" creationId="{8539BAA0-4C14-9940-900A-76CCB4F5ADB0}"/>
          </ac:grpSpMkLst>
        </pc:grpChg>
      </pc:sldChg>
      <pc:sldChg chg="addSp delSp modSp add del mod setBg">
        <pc:chgData name="Chris Alvin" userId="1477fe7d-12c1-4dcd-b708-f1331679ff1c" providerId="ADAL" clId="{E9351D83-3E75-409D-BDB8-C957A920DF99}" dt="2023-06-28T14:39:44.877" v="8178" actId="47"/>
        <pc:sldMkLst>
          <pc:docMk/>
          <pc:sldMk cId="321837301" sldId="523"/>
        </pc:sldMkLst>
        <pc:spChg chg="add mod">
          <ac:chgData name="Chris Alvin" userId="1477fe7d-12c1-4dcd-b708-f1331679ff1c" providerId="ADAL" clId="{E9351D83-3E75-409D-BDB8-C957A920DF99}" dt="2023-06-28T14:32:20.786" v="8158" actId="1076"/>
          <ac:spMkLst>
            <pc:docMk/>
            <pc:sldMk cId="321837301" sldId="523"/>
            <ac:spMk id="2" creationId="{D5B8233E-8AF9-5E33-C5A3-1B29A15E6734}"/>
          </ac:spMkLst>
        </pc:spChg>
        <pc:spChg chg="del mod">
          <ac:chgData name="Chris Alvin" userId="1477fe7d-12c1-4dcd-b708-f1331679ff1c" providerId="ADAL" clId="{E9351D83-3E75-409D-BDB8-C957A920DF99}" dt="2023-06-28T14:06:32.521" v="7742" actId="478"/>
          <ac:spMkLst>
            <pc:docMk/>
            <pc:sldMk cId="321837301" sldId="523"/>
            <ac:spMk id="3" creationId="{B8E7D1FF-DFE3-7EAB-5CB3-804697E2A320}"/>
          </ac:spMkLst>
        </pc:spChg>
        <pc:spChg chg="mod">
          <ac:chgData name="Chris Alvin" userId="1477fe7d-12c1-4dcd-b708-f1331679ff1c" providerId="ADAL" clId="{E9351D83-3E75-409D-BDB8-C957A920DF99}" dt="2023-06-28T14:13:17.779" v="7908" actId="121"/>
          <ac:spMkLst>
            <pc:docMk/>
            <pc:sldMk cId="321837301" sldId="523"/>
            <ac:spMk id="4" creationId="{00000000-0000-0000-0000-000000000000}"/>
          </ac:spMkLst>
        </pc:spChg>
        <pc:spChg chg="del">
          <ac:chgData name="Chris Alvin" userId="1477fe7d-12c1-4dcd-b708-f1331679ff1c" providerId="ADAL" clId="{E9351D83-3E75-409D-BDB8-C957A920DF99}" dt="2023-06-28T14:05:04.712" v="7661" actId="478"/>
          <ac:spMkLst>
            <pc:docMk/>
            <pc:sldMk cId="321837301" sldId="523"/>
            <ac:spMk id="5" creationId="{2FB65ED7-6EBD-BE1E-5FF0-69C83BB4F678}"/>
          </ac:spMkLst>
        </pc:spChg>
        <pc:spChg chg="del">
          <ac:chgData name="Chris Alvin" userId="1477fe7d-12c1-4dcd-b708-f1331679ff1c" providerId="ADAL" clId="{E9351D83-3E75-409D-BDB8-C957A920DF99}" dt="2023-06-28T14:05:08.289" v="7662" actId="478"/>
          <ac:spMkLst>
            <pc:docMk/>
            <pc:sldMk cId="321837301" sldId="523"/>
            <ac:spMk id="6" creationId="{A5039BE5-EA73-EC25-2C40-DAB549B4A8F0}"/>
          </ac:spMkLst>
        </pc:spChg>
        <pc:spChg chg="del">
          <ac:chgData name="Chris Alvin" userId="1477fe7d-12c1-4dcd-b708-f1331679ff1c" providerId="ADAL" clId="{E9351D83-3E75-409D-BDB8-C957A920DF99}" dt="2023-06-28T14:05:08.289" v="7662" actId="478"/>
          <ac:spMkLst>
            <pc:docMk/>
            <pc:sldMk cId="321837301" sldId="523"/>
            <ac:spMk id="7" creationId="{2AE09ED3-E83E-CCA0-19B9-8B1D9652A2C9}"/>
          </ac:spMkLst>
        </pc:spChg>
        <pc:spChg chg="del">
          <ac:chgData name="Chris Alvin" userId="1477fe7d-12c1-4dcd-b708-f1331679ff1c" providerId="ADAL" clId="{E9351D83-3E75-409D-BDB8-C957A920DF99}" dt="2023-06-28T14:05:08.289" v="7662" actId="478"/>
          <ac:spMkLst>
            <pc:docMk/>
            <pc:sldMk cId="321837301" sldId="523"/>
            <ac:spMk id="8" creationId="{E6DCCE4C-E03D-3D31-F9DF-5776F12BFC89}"/>
          </ac:spMkLst>
        </pc:spChg>
        <pc:spChg chg="del">
          <ac:chgData name="Chris Alvin" userId="1477fe7d-12c1-4dcd-b708-f1331679ff1c" providerId="ADAL" clId="{E9351D83-3E75-409D-BDB8-C957A920DF99}" dt="2023-06-28T14:06:34.569" v="7743" actId="478"/>
          <ac:spMkLst>
            <pc:docMk/>
            <pc:sldMk cId="321837301" sldId="523"/>
            <ac:spMk id="10" creationId="{8069A994-6971-C9F7-E0A5-7B2042F8834C}"/>
          </ac:spMkLst>
        </pc:spChg>
        <pc:spChg chg="del">
          <ac:chgData name="Chris Alvin" userId="1477fe7d-12c1-4dcd-b708-f1331679ff1c" providerId="ADAL" clId="{E9351D83-3E75-409D-BDB8-C957A920DF99}" dt="2023-06-28T14:05:08.289" v="7662" actId="478"/>
          <ac:spMkLst>
            <pc:docMk/>
            <pc:sldMk cId="321837301" sldId="523"/>
            <ac:spMk id="11" creationId="{975F924D-9038-8C91-F6DD-5DB0921CE599}"/>
          </ac:spMkLst>
        </pc:spChg>
        <pc:spChg chg="del">
          <ac:chgData name="Chris Alvin" userId="1477fe7d-12c1-4dcd-b708-f1331679ff1c" providerId="ADAL" clId="{E9351D83-3E75-409D-BDB8-C957A920DF99}" dt="2023-06-28T14:05:04.712" v="7661" actId="478"/>
          <ac:spMkLst>
            <pc:docMk/>
            <pc:sldMk cId="321837301" sldId="523"/>
            <ac:spMk id="12" creationId="{C92EA891-46F7-70F2-1667-3F9DB44D411E}"/>
          </ac:spMkLst>
        </pc:spChg>
        <pc:spChg chg="del">
          <ac:chgData name="Chris Alvin" userId="1477fe7d-12c1-4dcd-b708-f1331679ff1c" providerId="ADAL" clId="{E9351D83-3E75-409D-BDB8-C957A920DF99}" dt="2023-06-28T14:05:04.712" v="7661" actId="478"/>
          <ac:spMkLst>
            <pc:docMk/>
            <pc:sldMk cId="321837301" sldId="523"/>
            <ac:spMk id="13" creationId="{58E77A61-3348-3A89-DBAB-B4E83384D223}"/>
          </ac:spMkLst>
        </pc:spChg>
        <pc:spChg chg="mod">
          <ac:chgData name="Chris Alvin" userId="1477fe7d-12c1-4dcd-b708-f1331679ff1c" providerId="ADAL" clId="{E9351D83-3E75-409D-BDB8-C957A920DF99}" dt="2023-06-28T14:13:21.202" v="7909" actId="1076"/>
          <ac:spMkLst>
            <pc:docMk/>
            <pc:sldMk cId="321837301" sldId="523"/>
            <ac:spMk id="15" creationId="{9C01A2AF-0857-FADC-7189-5127815A4211}"/>
          </ac:spMkLst>
        </pc:spChg>
        <pc:spChg chg="del">
          <ac:chgData name="Chris Alvin" userId="1477fe7d-12c1-4dcd-b708-f1331679ff1c" providerId="ADAL" clId="{E9351D83-3E75-409D-BDB8-C957A920DF99}" dt="2023-06-28T14:05:04.712" v="7661" actId="478"/>
          <ac:spMkLst>
            <pc:docMk/>
            <pc:sldMk cId="321837301" sldId="523"/>
            <ac:spMk id="16" creationId="{2361B15E-BCE9-C89E-49A6-9F22228D57D7}"/>
          </ac:spMkLst>
        </pc:spChg>
        <pc:spChg chg="del">
          <ac:chgData name="Chris Alvin" userId="1477fe7d-12c1-4dcd-b708-f1331679ff1c" providerId="ADAL" clId="{E9351D83-3E75-409D-BDB8-C957A920DF99}" dt="2023-06-28T14:05:04.712" v="7661" actId="478"/>
          <ac:spMkLst>
            <pc:docMk/>
            <pc:sldMk cId="321837301" sldId="523"/>
            <ac:spMk id="17" creationId="{1B71370B-BF43-1824-9927-DE80B2807754}"/>
          </ac:spMkLst>
        </pc:spChg>
        <pc:spChg chg="del">
          <ac:chgData name="Chris Alvin" userId="1477fe7d-12c1-4dcd-b708-f1331679ff1c" providerId="ADAL" clId="{E9351D83-3E75-409D-BDB8-C957A920DF99}" dt="2023-06-28T14:05:04.712" v="7661" actId="478"/>
          <ac:spMkLst>
            <pc:docMk/>
            <pc:sldMk cId="321837301" sldId="523"/>
            <ac:spMk id="18" creationId="{09CE58DE-527C-F533-CE54-189FC19595CB}"/>
          </ac:spMkLst>
        </pc:spChg>
        <pc:spChg chg="add mod">
          <ac:chgData name="Chris Alvin" userId="1477fe7d-12c1-4dcd-b708-f1331679ff1c" providerId="ADAL" clId="{E9351D83-3E75-409D-BDB8-C957A920DF99}" dt="2023-06-28T14:14:02.717" v="7923" actId="164"/>
          <ac:spMkLst>
            <pc:docMk/>
            <pc:sldMk cId="321837301" sldId="523"/>
            <ac:spMk id="19" creationId="{3A166101-1B9C-B5AC-EF91-C601C5D50B65}"/>
          </ac:spMkLst>
        </pc:spChg>
        <pc:spChg chg="add mod">
          <ac:chgData name="Chris Alvin" userId="1477fe7d-12c1-4dcd-b708-f1331679ff1c" providerId="ADAL" clId="{E9351D83-3E75-409D-BDB8-C957A920DF99}" dt="2023-06-28T14:14:02.717" v="7923" actId="164"/>
          <ac:spMkLst>
            <pc:docMk/>
            <pc:sldMk cId="321837301" sldId="523"/>
            <ac:spMk id="20" creationId="{84E342C0-0ADF-38D8-998C-2CBD9B903622}"/>
          </ac:spMkLst>
        </pc:spChg>
        <pc:spChg chg="add mod">
          <ac:chgData name="Chris Alvin" userId="1477fe7d-12c1-4dcd-b708-f1331679ff1c" providerId="ADAL" clId="{E9351D83-3E75-409D-BDB8-C957A920DF99}" dt="2023-06-28T14:14:02.717" v="7923" actId="164"/>
          <ac:spMkLst>
            <pc:docMk/>
            <pc:sldMk cId="321837301" sldId="523"/>
            <ac:spMk id="21" creationId="{42187B36-E0EC-D152-2740-1E3827EEF41D}"/>
          </ac:spMkLst>
        </pc:spChg>
        <pc:spChg chg="add mod">
          <ac:chgData name="Chris Alvin" userId="1477fe7d-12c1-4dcd-b708-f1331679ff1c" providerId="ADAL" clId="{E9351D83-3E75-409D-BDB8-C957A920DF99}" dt="2023-06-28T14:14:02.717" v="7923" actId="164"/>
          <ac:spMkLst>
            <pc:docMk/>
            <pc:sldMk cId="321837301" sldId="523"/>
            <ac:spMk id="22" creationId="{B9248140-8621-8E79-94B7-E52D8441C9E4}"/>
          </ac:spMkLst>
        </pc:spChg>
        <pc:spChg chg="add mod">
          <ac:chgData name="Chris Alvin" userId="1477fe7d-12c1-4dcd-b708-f1331679ff1c" providerId="ADAL" clId="{E9351D83-3E75-409D-BDB8-C957A920DF99}" dt="2023-06-28T14:32:20.786" v="8158" actId="1076"/>
          <ac:spMkLst>
            <pc:docMk/>
            <pc:sldMk cId="321837301" sldId="523"/>
            <ac:spMk id="31" creationId="{4684C72C-9035-A210-7442-6579F01CAA8B}"/>
          </ac:spMkLst>
        </pc:spChg>
        <pc:spChg chg="add mod">
          <ac:chgData name="Chris Alvin" userId="1477fe7d-12c1-4dcd-b708-f1331679ff1c" providerId="ADAL" clId="{E9351D83-3E75-409D-BDB8-C957A920DF99}" dt="2023-06-28T14:14:08.822" v="7924" actId="164"/>
          <ac:spMkLst>
            <pc:docMk/>
            <pc:sldMk cId="321837301" sldId="523"/>
            <ac:spMk id="33" creationId="{84EA64BC-E188-BC26-1C42-2F5C5CD92A36}"/>
          </ac:spMkLst>
        </pc:spChg>
        <pc:spChg chg="add mod">
          <ac:chgData name="Chris Alvin" userId="1477fe7d-12c1-4dcd-b708-f1331679ff1c" providerId="ADAL" clId="{E9351D83-3E75-409D-BDB8-C957A920DF99}" dt="2023-06-28T14:14:08.822" v="7924" actId="164"/>
          <ac:spMkLst>
            <pc:docMk/>
            <pc:sldMk cId="321837301" sldId="523"/>
            <ac:spMk id="34" creationId="{AF497161-2500-7AEB-2ABB-425659347C56}"/>
          </ac:spMkLst>
        </pc:spChg>
        <pc:spChg chg="add mod">
          <ac:chgData name="Chris Alvin" userId="1477fe7d-12c1-4dcd-b708-f1331679ff1c" providerId="ADAL" clId="{E9351D83-3E75-409D-BDB8-C957A920DF99}" dt="2023-06-28T14:14:08.822" v="7924" actId="164"/>
          <ac:spMkLst>
            <pc:docMk/>
            <pc:sldMk cId="321837301" sldId="523"/>
            <ac:spMk id="35" creationId="{691D7366-7ED5-4D76-8D3E-9FDADDCC8593}"/>
          </ac:spMkLst>
        </pc:spChg>
        <pc:spChg chg="add mod">
          <ac:chgData name="Chris Alvin" userId="1477fe7d-12c1-4dcd-b708-f1331679ff1c" providerId="ADAL" clId="{E9351D83-3E75-409D-BDB8-C957A920DF99}" dt="2023-06-28T14:14:08.822" v="7924" actId="164"/>
          <ac:spMkLst>
            <pc:docMk/>
            <pc:sldMk cId="321837301" sldId="523"/>
            <ac:spMk id="36" creationId="{F6A9F16B-5F6C-39CB-3963-852025A7B3A0}"/>
          </ac:spMkLst>
        </pc:spChg>
        <pc:spChg chg="add mod">
          <ac:chgData name="Chris Alvin" userId="1477fe7d-12c1-4dcd-b708-f1331679ff1c" providerId="ADAL" clId="{E9351D83-3E75-409D-BDB8-C957A920DF99}" dt="2023-06-28T14:32:20.786" v="8158" actId="1076"/>
          <ac:spMkLst>
            <pc:docMk/>
            <pc:sldMk cId="321837301" sldId="523"/>
            <ac:spMk id="38" creationId="{13686310-C910-884F-301C-52C3A428CBAA}"/>
          </ac:spMkLst>
        </pc:spChg>
        <pc:spChg chg="add mod">
          <ac:chgData name="Chris Alvin" userId="1477fe7d-12c1-4dcd-b708-f1331679ff1c" providerId="ADAL" clId="{E9351D83-3E75-409D-BDB8-C957A920DF99}" dt="2023-06-28T14:32:20.786" v="8158" actId="1076"/>
          <ac:spMkLst>
            <pc:docMk/>
            <pc:sldMk cId="321837301" sldId="523"/>
            <ac:spMk id="40" creationId="{9609465F-40F4-5AFC-564E-FA1CF2C97C73}"/>
          </ac:spMkLst>
        </pc:spChg>
        <pc:spChg chg="add mod">
          <ac:chgData name="Chris Alvin" userId="1477fe7d-12c1-4dcd-b708-f1331679ff1c" providerId="ADAL" clId="{E9351D83-3E75-409D-BDB8-C957A920DF99}" dt="2023-06-28T14:32:20.786" v="8158" actId="1076"/>
          <ac:spMkLst>
            <pc:docMk/>
            <pc:sldMk cId="321837301" sldId="523"/>
            <ac:spMk id="41" creationId="{20BDE6A6-A8EA-4C51-6F64-5A8FB96B035E}"/>
          </ac:spMkLst>
        </pc:spChg>
        <pc:spChg chg="add mod">
          <ac:chgData name="Chris Alvin" userId="1477fe7d-12c1-4dcd-b708-f1331679ff1c" providerId="ADAL" clId="{E9351D83-3E75-409D-BDB8-C957A920DF99}" dt="2023-06-28T14:32:20.786" v="8158" actId="1076"/>
          <ac:spMkLst>
            <pc:docMk/>
            <pc:sldMk cId="321837301" sldId="523"/>
            <ac:spMk id="42" creationId="{6796D6E4-DC09-9909-E0A0-4C41093A6599}"/>
          </ac:spMkLst>
        </pc:spChg>
        <pc:spChg chg="add mod">
          <ac:chgData name="Chris Alvin" userId="1477fe7d-12c1-4dcd-b708-f1331679ff1c" providerId="ADAL" clId="{E9351D83-3E75-409D-BDB8-C957A920DF99}" dt="2023-06-28T14:32:20.786" v="8158" actId="1076"/>
          <ac:spMkLst>
            <pc:docMk/>
            <pc:sldMk cId="321837301" sldId="523"/>
            <ac:spMk id="43" creationId="{C5CEEE2F-0920-C29C-D0E7-7D6CF5E92943}"/>
          </ac:spMkLst>
        </pc:spChg>
        <pc:spChg chg="add mod">
          <ac:chgData name="Chris Alvin" userId="1477fe7d-12c1-4dcd-b708-f1331679ff1c" providerId="ADAL" clId="{E9351D83-3E75-409D-BDB8-C957A920DF99}" dt="2023-06-28T14:32:20.786" v="8158" actId="1076"/>
          <ac:spMkLst>
            <pc:docMk/>
            <pc:sldMk cId="321837301" sldId="523"/>
            <ac:spMk id="45" creationId="{3043454B-3125-9DFF-0E18-B358BDB07F07}"/>
          </ac:spMkLst>
        </pc:spChg>
        <pc:spChg chg="add mod">
          <ac:chgData name="Chris Alvin" userId="1477fe7d-12c1-4dcd-b708-f1331679ff1c" providerId="ADAL" clId="{E9351D83-3E75-409D-BDB8-C957A920DF99}" dt="2023-06-28T14:32:20.786" v="8158" actId="1076"/>
          <ac:spMkLst>
            <pc:docMk/>
            <pc:sldMk cId="321837301" sldId="523"/>
            <ac:spMk id="47" creationId="{4C1F354B-7E27-EC41-6E6C-0BD3DE852C83}"/>
          </ac:spMkLst>
        </pc:spChg>
        <pc:spChg chg="add mod">
          <ac:chgData name="Chris Alvin" userId="1477fe7d-12c1-4dcd-b708-f1331679ff1c" providerId="ADAL" clId="{E9351D83-3E75-409D-BDB8-C957A920DF99}" dt="2023-06-28T14:32:20.786" v="8158" actId="1076"/>
          <ac:spMkLst>
            <pc:docMk/>
            <pc:sldMk cId="321837301" sldId="523"/>
            <ac:spMk id="48" creationId="{2158A764-0E1F-F6D4-4E22-02FFA9576D5C}"/>
          </ac:spMkLst>
        </pc:spChg>
        <pc:spChg chg="add mod">
          <ac:chgData name="Chris Alvin" userId="1477fe7d-12c1-4dcd-b708-f1331679ff1c" providerId="ADAL" clId="{E9351D83-3E75-409D-BDB8-C957A920DF99}" dt="2023-06-28T14:32:20.786" v="8158" actId="1076"/>
          <ac:spMkLst>
            <pc:docMk/>
            <pc:sldMk cId="321837301" sldId="523"/>
            <ac:spMk id="49" creationId="{9788A73A-C45F-8E38-4DBE-F587DB34DC2A}"/>
          </ac:spMkLst>
        </pc:spChg>
        <pc:spChg chg="add mod">
          <ac:chgData name="Chris Alvin" userId="1477fe7d-12c1-4dcd-b708-f1331679ff1c" providerId="ADAL" clId="{E9351D83-3E75-409D-BDB8-C957A920DF99}" dt="2023-06-28T14:32:20.786" v="8158" actId="1076"/>
          <ac:spMkLst>
            <pc:docMk/>
            <pc:sldMk cId="321837301" sldId="523"/>
            <ac:spMk id="50" creationId="{56D064A2-A0C4-4662-97E8-991BCBB4B0E2}"/>
          </ac:spMkLst>
        </pc:spChg>
        <pc:spChg chg="add mod">
          <ac:chgData name="Chris Alvin" userId="1477fe7d-12c1-4dcd-b708-f1331679ff1c" providerId="ADAL" clId="{E9351D83-3E75-409D-BDB8-C957A920DF99}" dt="2023-06-28T14:32:20.786" v="8158" actId="1076"/>
          <ac:spMkLst>
            <pc:docMk/>
            <pc:sldMk cId="321837301" sldId="523"/>
            <ac:spMk id="52" creationId="{12D4AE43-2375-B05B-13A8-15791632FDEE}"/>
          </ac:spMkLst>
        </pc:spChg>
        <pc:spChg chg="add del mod">
          <ac:chgData name="Chris Alvin" userId="1477fe7d-12c1-4dcd-b708-f1331679ff1c" providerId="ADAL" clId="{E9351D83-3E75-409D-BDB8-C957A920DF99}" dt="2023-06-28T14:12:52.200" v="7905" actId="478"/>
          <ac:spMkLst>
            <pc:docMk/>
            <pc:sldMk cId="321837301" sldId="523"/>
            <ac:spMk id="53" creationId="{C3A8CE52-BC5E-3F39-27AD-F72EDE30D3BF}"/>
          </ac:spMkLst>
        </pc:spChg>
        <pc:spChg chg="add mod">
          <ac:chgData name="Chris Alvin" userId="1477fe7d-12c1-4dcd-b708-f1331679ff1c" providerId="ADAL" clId="{E9351D83-3E75-409D-BDB8-C957A920DF99}" dt="2023-06-28T14:12:39.158" v="7890" actId="571"/>
          <ac:spMkLst>
            <pc:docMk/>
            <pc:sldMk cId="321837301" sldId="523"/>
            <ac:spMk id="54" creationId="{64CCE5C5-A265-933F-6F08-7B84E49DB41B}"/>
          </ac:spMkLst>
        </pc:spChg>
        <pc:spChg chg="add mod">
          <ac:chgData name="Chris Alvin" userId="1477fe7d-12c1-4dcd-b708-f1331679ff1c" providerId="ADAL" clId="{E9351D83-3E75-409D-BDB8-C957A920DF99}" dt="2023-06-28T14:32:20.786" v="8158" actId="1076"/>
          <ac:spMkLst>
            <pc:docMk/>
            <pc:sldMk cId="321837301" sldId="523"/>
            <ac:spMk id="55" creationId="{A9F5A986-395D-2BF1-50A0-E3C039EB83A7}"/>
          </ac:spMkLst>
        </pc:spChg>
        <pc:spChg chg="add mod">
          <ac:chgData name="Chris Alvin" userId="1477fe7d-12c1-4dcd-b708-f1331679ff1c" providerId="ADAL" clId="{E9351D83-3E75-409D-BDB8-C957A920DF99}" dt="2023-06-28T14:32:20.786" v="8158" actId="1076"/>
          <ac:spMkLst>
            <pc:docMk/>
            <pc:sldMk cId="321837301" sldId="523"/>
            <ac:spMk id="56" creationId="{E8E4B543-2505-6073-9244-670D8610CF23}"/>
          </ac:spMkLst>
        </pc:spChg>
        <pc:spChg chg="add mod">
          <ac:chgData name="Chris Alvin" userId="1477fe7d-12c1-4dcd-b708-f1331679ff1c" providerId="ADAL" clId="{E9351D83-3E75-409D-BDB8-C957A920DF99}" dt="2023-06-28T14:32:20.786" v="8158" actId="1076"/>
          <ac:spMkLst>
            <pc:docMk/>
            <pc:sldMk cId="321837301" sldId="523"/>
            <ac:spMk id="57" creationId="{D93EBF60-3E8B-764F-AE8C-3362934858F3}"/>
          </ac:spMkLst>
        </pc:spChg>
        <pc:spChg chg="add mod">
          <ac:chgData name="Chris Alvin" userId="1477fe7d-12c1-4dcd-b708-f1331679ff1c" providerId="ADAL" clId="{E9351D83-3E75-409D-BDB8-C957A920DF99}" dt="2023-06-28T14:34:13.895" v="8169" actId="1076"/>
          <ac:spMkLst>
            <pc:docMk/>
            <pc:sldMk cId="321837301" sldId="523"/>
            <ac:spMk id="60" creationId="{66BADA77-9E3C-810F-0864-5A4118C682C7}"/>
          </ac:spMkLst>
        </pc:spChg>
        <pc:spChg chg="mod topLvl">
          <ac:chgData name="Chris Alvin" userId="1477fe7d-12c1-4dcd-b708-f1331679ff1c" providerId="ADAL" clId="{E9351D83-3E75-409D-BDB8-C957A920DF99}" dt="2023-06-28T14:33:38.859" v="8165" actId="1076"/>
          <ac:spMkLst>
            <pc:docMk/>
            <pc:sldMk cId="321837301" sldId="523"/>
            <ac:spMk id="63" creationId="{4A5617AC-EDCF-6613-1F4C-9C234A1A97FB}"/>
          </ac:spMkLst>
        </pc:spChg>
        <pc:spChg chg="del mod topLvl">
          <ac:chgData name="Chris Alvin" userId="1477fe7d-12c1-4dcd-b708-f1331679ff1c" providerId="ADAL" clId="{E9351D83-3E75-409D-BDB8-C957A920DF99}" dt="2023-06-28T14:21:58.625" v="7938" actId="478"/>
          <ac:spMkLst>
            <pc:docMk/>
            <pc:sldMk cId="321837301" sldId="523"/>
            <ac:spMk id="64" creationId="{A91329B5-7EC2-A5F5-21E8-2B6E28FF57CC}"/>
          </ac:spMkLst>
        </pc:spChg>
        <pc:spChg chg="mod topLvl">
          <ac:chgData name="Chris Alvin" userId="1477fe7d-12c1-4dcd-b708-f1331679ff1c" providerId="ADAL" clId="{E9351D83-3E75-409D-BDB8-C957A920DF99}" dt="2023-06-28T14:33:38.859" v="8165" actId="1076"/>
          <ac:spMkLst>
            <pc:docMk/>
            <pc:sldMk cId="321837301" sldId="523"/>
            <ac:spMk id="65" creationId="{07F2F34F-F60A-6020-1B9B-8567E5065119}"/>
          </ac:spMkLst>
        </pc:spChg>
        <pc:spChg chg="del mod topLvl">
          <ac:chgData name="Chris Alvin" userId="1477fe7d-12c1-4dcd-b708-f1331679ff1c" providerId="ADAL" clId="{E9351D83-3E75-409D-BDB8-C957A920DF99}" dt="2023-06-28T14:22:00.120" v="7939" actId="478"/>
          <ac:spMkLst>
            <pc:docMk/>
            <pc:sldMk cId="321837301" sldId="523"/>
            <ac:spMk id="66" creationId="{D51342F0-8B92-BACD-3E44-307F1AC4CA4C}"/>
          </ac:spMkLst>
        </pc:spChg>
        <pc:spChg chg="add del mod">
          <ac:chgData name="Chris Alvin" userId="1477fe7d-12c1-4dcd-b708-f1331679ff1c" providerId="ADAL" clId="{E9351D83-3E75-409D-BDB8-C957A920DF99}" dt="2023-06-28T14:23:13.049" v="7971" actId="478"/>
          <ac:spMkLst>
            <pc:docMk/>
            <pc:sldMk cId="321837301" sldId="523"/>
            <ac:spMk id="68" creationId="{3FAB2FAD-DA82-FA41-5BCC-896A58939B5B}"/>
          </ac:spMkLst>
        </pc:spChg>
        <pc:spChg chg="add mod">
          <ac:chgData name="Chris Alvin" userId="1477fe7d-12c1-4dcd-b708-f1331679ff1c" providerId="ADAL" clId="{E9351D83-3E75-409D-BDB8-C957A920DF99}" dt="2023-06-28T14:34:13.895" v="8169" actId="1076"/>
          <ac:spMkLst>
            <pc:docMk/>
            <pc:sldMk cId="321837301" sldId="523"/>
            <ac:spMk id="72" creationId="{AC3E8CB7-BD7B-2224-74C5-457A7F85367D}"/>
          </ac:spMkLst>
        </pc:spChg>
        <pc:spChg chg="add mod">
          <ac:chgData name="Chris Alvin" userId="1477fe7d-12c1-4dcd-b708-f1331679ff1c" providerId="ADAL" clId="{E9351D83-3E75-409D-BDB8-C957A920DF99}" dt="2023-06-28T14:33:38.859" v="8165" actId="1076"/>
          <ac:spMkLst>
            <pc:docMk/>
            <pc:sldMk cId="321837301" sldId="523"/>
            <ac:spMk id="74" creationId="{5085D3DB-243C-B9B8-8AC6-9A2C739590D9}"/>
          </ac:spMkLst>
        </pc:spChg>
        <pc:spChg chg="add mod">
          <ac:chgData name="Chris Alvin" userId="1477fe7d-12c1-4dcd-b708-f1331679ff1c" providerId="ADAL" clId="{E9351D83-3E75-409D-BDB8-C957A920DF99}" dt="2023-06-28T14:33:38.859" v="8165" actId="1076"/>
          <ac:spMkLst>
            <pc:docMk/>
            <pc:sldMk cId="321837301" sldId="523"/>
            <ac:spMk id="75" creationId="{31577B5B-2ADC-D927-D1EA-9FADD8B17895}"/>
          </ac:spMkLst>
        </pc:spChg>
        <pc:spChg chg="add mod">
          <ac:chgData name="Chris Alvin" userId="1477fe7d-12c1-4dcd-b708-f1331679ff1c" providerId="ADAL" clId="{E9351D83-3E75-409D-BDB8-C957A920DF99}" dt="2023-06-28T14:24:04.960" v="7991" actId="571"/>
          <ac:spMkLst>
            <pc:docMk/>
            <pc:sldMk cId="321837301" sldId="523"/>
            <ac:spMk id="77" creationId="{1B843354-F1EB-52AB-CC2C-DBC353E57A29}"/>
          </ac:spMkLst>
        </pc:spChg>
        <pc:spChg chg="add mod">
          <ac:chgData name="Chris Alvin" userId="1477fe7d-12c1-4dcd-b708-f1331679ff1c" providerId="ADAL" clId="{E9351D83-3E75-409D-BDB8-C957A920DF99}" dt="2023-06-28T14:24:04.960" v="7991" actId="571"/>
          <ac:spMkLst>
            <pc:docMk/>
            <pc:sldMk cId="321837301" sldId="523"/>
            <ac:spMk id="79" creationId="{9664E101-7D6C-97E2-2ED5-485893089D3C}"/>
          </ac:spMkLst>
        </pc:spChg>
        <pc:spChg chg="add mod">
          <ac:chgData name="Chris Alvin" userId="1477fe7d-12c1-4dcd-b708-f1331679ff1c" providerId="ADAL" clId="{E9351D83-3E75-409D-BDB8-C957A920DF99}" dt="2023-06-28T14:24:04.960" v="7991" actId="571"/>
          <ac:spMkLst>
            <pc:docMk/>
            <pc:sldMk cId="321837301" sldId="523"/>
            <ac:spMk id="80" creationId="{FFC9E098-0DAF-7646-4CBC-875638F71ADE}"/>
          </ac:spMkLst>
        </pc:spChg>
        <pc:spChg chg="add mod">
          <ac:chgData name="Chris Alvin" userId="1477fe7d-12c1-4dcd-b708-f1331679ff1c" providerId="ADAL" clId="{E9351D83-3E75-409D-BDB8-C957A920DF99}" dt="2023-06-28T14:24:04.960" v="7991" actId="571"/>
          <ac:spMkLst>
            <pc:docMk/>
            <pc:sldMk cId="321837301" sldId="523"/>
            <ac:spMk id="82" creationId="{3957E684-63A8-0193-D720-BCC5D3E2B366}"/>
          </ac:spMkLst>
        </pc:spChg>
        <pc:spChg chg="add mod">
          <ac:chgData name="Chris Alvin" userId="1477fe7d-12c1-4dcd-b708-f1331679ff1c" providerId="ADAL" clId="{E9351D83-3E75-409D-BDB8-C957A920DF99}" dt="2023-06-28T14:24:04.960" v="7991" actId="571"/>
          <ac:spMkLst>
            <pc:docMk/>
            <pc:sldMk cId="321837301" sldId="523"/>
            <ac:spMk id="84" creationId="{3E36A87D-387D-E253-EEB1-A6C6F64A7F6B}"/>
          </ac:spMkLst>
        </pc:spChg>
        <pc:spChg chg="add mod">
          <ac:chgData name="Chris Alvin" userId="1477fe7d-12c1-4dcd-b708-f1331679ff1c" providerId="ADAL" clId="{E9351D83-3E75-409D-BDB8-C957A920DF99}" dt="2023-06-28T14:24:04.960" v="7991" actId="571"/>
          <ac:spMkLst>
            <pc:docMk/>
            <pc:sldMk cId="321837301" sldId="523"/>
            <ac:spMk id="85" creationId="{1645BA41-194A-4518-9AFB-AE2995CB359D}"/>
          </ac:spMkLst>
        </pc:spChg>
        <pc:spChg chg="add mod">
          <ac:chgData name="Chris Alvin" userId="1477fe7d-12c1-4dcd-b708-f1331679ff1c" providerId="ADAL" clId="{E9351D83-3E75-409D-BDB8-C957A920DF99}" dt="2023-06-28T14:34:20.216" v="8170" actId="1076"/>
          <ac:spMkLst>
            <pc:docMk/>
            <pc:sldMk cId="321837301" sldId="523"/>
            <ac:spMk id="87" creationId="{2CD72758-A287-BFBF-C838-5FF5D0F929E8}"/>
          </ac:spMkLst>
        </pc:spChg>
        <pc:spChg chg="add del mod">
          <ac:chgData name="Chris Alvin" userId="1477fe7d-12c1-4dcd-b708-f1331679ff1c" providerId="ADAL" clId="{E9351D83-3E75-409D-BDB8-C957A920DF99}" dt="2023-06-28T14:24:21.242" v="7995" actId="478"/>
          <ac:spMkLst>
            <pc:docMk/>
            <pc:sldMk cId="321837301" sldId="523"/>
            <ac:spMk id="89" creationId="{44A43083-EA58-70AB-D119-6E6D528FF2BB}"/>
          </ac:spMkLst>
        </pc:spChg>
        <pc:spChg chg="add mod">
          <ac:chgData name="Chris Alvin" userId="1477fe7d-12c1-4dcd-b708-f1331679ff1c" providerId="ADAL" clId="{E9351D83-3E75-409D-BDB8-C957A920DF99}" dt="2023-06-28T14:34:20.216" v="8170" actId="1076"/>
          <ac:spMkLst>
            <pc:docMk/>
            <pc:sldMk cId="321837301" sldId="523"/>
            <ac:spMk id="90" creationId="{165CAE91-1287-FC1D-48E6-C6AC5C4AE8C2}"/>
          </ac:spMkLst>
        </pc:spChg>
        <pc:spChg chg="add del mod">
          <ac:chgData name="Chris Alvin" userId="1477fe7d-12c1-4dcd-b708-f1331679ff1c" providerId="ADAL" clId="{E9351D83-3E75-409D-BDB8-C957A920DF99}" dt="2023-06-28T14:24:18.537" v="7994" actId="478"/>
          <ac:spMkLst>
            <pc:docMk/>
            <pc:sldMk cId="321837301" sldId="523"/>
            <ac:spMk id="91" creationId="{ABEFC410-5154-4521-F3C9-AD677A6AA841}"/>
          </ac:spMkLst>
        </pc:spChg>
        <pc:spChg chg="add mod">
          <ac:chgData name="Chris Alvin" userId="1477fe7d-12c1-4dcd-b708-f1331679ff1c" providerId="ADAL" clId="{E9351D83-3E75-409D-BDB8-C957A920DF99}" dt="2023-06-28T14:34:20.216" v="8170" actId="1076"/>
          <ac:spMkLst>
            <pc:docMk/>
            <pc:sldMk cId="321837301" sldId="523"/>
            <ac:spMk id="92" creationId="{45BB8D12-1C67-BD49-B188-6FE0CEE1C1A4}"/>
          </ac:spMkLst>
        </pc:spChg>
        <pc:spChg chg="add mod">
          <ac:chgData name="Chris Alvin" userId="1477fe7d-12c1-4dcd-b708-f1331679ff1c" providerId="ADAL" clId="{E9351D83-3E75-409D-BDB8-C957A920DF99}" dt="2023-06-28T14:34:20.216" v="8170" actId="1076"/>
          <ac:spMkLst>
            <pc:docMk/>
            <pc:sldMk cId="321837301" sldId="523"/>
            <ac:spMk id="94" creationId="{DE75558B-DC3A-E85C-A843-E67DFB839E55}"/>
          </ac:spMkLst>
        </pc:spChg>
        <pc:spChg chg="add del mod">
          <ac:chgData name="Chris Alvin" userId="1477fe7d-12c1-4dcd-b708-f1331679ff1c" providerId="ADAL" clId="{E9351D83-3E75-409D-BDB8-C957A920DF99}" dt="2023-06-28T14:24:22.632" v="7996" actId="478"/>
          <ac:spMkLst>
            <pc:docMk/>
            <pc:sldMk cId="321837301" sldId="523"/>
            <ac:spMk id="96" creationId="{7E0878F4-5957-A242-0F6D-9468CF6A17C9}"/>
          </ac:spMkLst>
        </pc:spChg>
        <pc:spChg chg="add mod">
          <ac:chgData name="Chris Alvin" userId="1477fe7d-12c1-4dcd-b708-f1331679ff1c" providerId="ADAL" clId="{E9351D83-3E75-409D-BDB8-C957A920DF99}" dt="2023-06-28T14:34:20.216" v="8170" actId="1076"/>
          <ac:spMkLst>
            <pc:docMk/>
            <pc:sldMk cId="321837301" sldId="523"/>
            <ac:spMk id="97" creationId="{756C6F7B-0AF7-E23C-2102-2014E8C007CE}"/>
          </ac:spMkLst>
        </pc:spChg>
        <pc:spChg chg="add del mod">
          <ac:chgData name="Chris Alvin" userId="1477fe7d-12c1-4dcd-b708-f1331679ff1c" providerId="ADAL" clId="{E9351D83-3E75-409D-BDB8-C957A920DF99}" dt="2023-06-28T14:24:16.903" v="7993" actId="478"/>
          <ac:spMkLst>
            <pc:docMk/>
            <pc:sldMk cId="321837301" sldId="523"/>
            <ac:spMk id="98" creationId="{5BC02428-06C7-61AD-10AE-E2217D6726D2}"/>
          </ac:spMkLst>
        </pc:spChg>
        <pc:spChg chg="add mod">
          <ac:chgData name="Chris Alvin" userId="1477fe7d-12c1-4dcd-b708-f1331679ff1c" providerId="ADAL" clId="{E9351D83-3E75-409D-BDB8-C957A920DF99}" dt="2023-06-28T14:34:20.216" v="8170" actId="1076"/>
          <ac:spMkLst>
            <pc:docMk/>
            <pc:sldMk cId="321837301" sldId="523"/>
            <ac:spMk id="99" creationId="{DE1F1C91-0E36-013D-8E3E-E5A4D62EC1A8}"/>
          </ac:spMkLst>
        </pc:spChg>
        <pc:spChg chg="add del mod">
          <ac:chgData name="Chris Alvin" userId="1477fe7d-12c1-4dcd-b708-f1331679ff1c" providerId="ADAL" clId="{E9351D83-3E75-409D-BDB8-C957A920DF99}" dt="2023-06-28T14:25:31.421" v="8022" actId="478"/>
          <ac:spMkLst>
            <pc:docMk/>
            <pc:sldMk cId="321837301" sldId="523"/>
            <ac:spMk id="101" creationId="{3C32D937-70A0-0F6F-2B4B-F3A89EE4910B}"/>
          </ac:spMkLst>
        </pc:spChg>
        <pc:spChg chg="add del mod">
          <ac:chgData name="Chris Alvin" userId="1477fe7d-12c1-4dcd-b708-f1331679ff1c" providerId="ADAL" clId="{E9351D83-3E75-409D-BDB8-C957A920DF99}" dt="2023-06-28T14:25:31.421" v="8022" actId="478"/>
          <ac:spMkLst>
            <pc:docMk/>
            <pc:sldMk cId="321837301" sldId="523"/>
            <ac:spMk id="102" creationId="{2DC3A735-74D9-79D1-0188-4BA0FC0230AF}"/>
          </ac:spMkLst>
        </pc:spChg>
        <pc:spChg chg="add mod">
          <ac:chgData name="Chris Alvin" userId="1477fe7d-12c1-4dcd-b708-f1331679ff1c" providerId="ADAL" clId="{E9351D83-3E75-409D-BDB8-C957A920DF99}" dt="2023-06-28T14:30:11.071" v="8129" actId="1076"/>
          <ac:spMkLst>
            <pc:docMk/>
            <pc:sldMk cId="321837301" sldId="523"/>
            <ac:spMk id="106" creationId="{5981E294-C5F7-C252-6D07-727C36DADAF0}"/>
          </ac:spMkLst>
        </pc:spChg>
        <pc:spChg chg="add mod">
          <ac:chgData name="Chris Alvin" userId="1477fe7d-12c1-4dcd-b708-f1331679ff1c" providerId="ADAL" clId="{E9351D83-3E75-409D-BDB8-C957A920DF99}" dt="2023-06-28T14:32:32.826" v="8160" actId="1076"/>
          <ac:spMkLst>
            <pc:docMk/>
            <pc:sldMk cId="321837301" sldId="523"/>
            <ac:spMk id="107" creationId="{7B41BE16-2BCC-62C3-E07C-A77C2CD85DFA}"/>
          </ac:spMkLst>
        </pc:spChg>
        <pc:spChg chg="add del mod">
          <ac:chgData name="Chris Alvin" userId="1477fe7d-12c1-4dcd-b708-f1331679ff1c" providerId="ADAL" clId="{E9351D83-3E75-409D-BDB8-C957A920DF99}" dt="2023-06-28T14:27:46.793" v="8090" actId="478"/>
          <ac:spMkLst>
            <pc:docMk/>
            <pc:sldMk cId="321837301" sldId="523"/>
            <ac:spMk id="108" creationId="{0A0BF8E0-E7A4-709C-F877-63A5D0996613}"/>
          </ac:spMkLst>
        </pc:spChg>
        <pc:spChg chg="add del mod">
          <ac:chgData name="Chris Alvin" userId="1477fe7d-12c1-4dcd-b708-f1331679ff1c" providerId="ADAL" clId="{E9351D83-3E75-409D-BDB8-C957A920DF99}" dt="2023-06-28T14:27:53.434" v="8092" actId="478"/>
          <ac:spMkLst>
            <pc:docMk/>
            <pc:sldMk cId="321837301" sldId="523"/>
            <ac:spMk id="110" creationId="{54D6E558-7F75-CD4D-7BBA-A413B5E62A8A}"/>
          </ac:spMkLst>
        </pc:spChg>
        <pc:spChg chg="add del mod">
          <ac:chgData name="Chris Alvin" userId="1477fe7d-12c1-4dcd-b708-f1331679ff1c" providerId="ADAL" clId="{E9351D83-3E75-409D-BDB8-C957A920DF99}" dt="2023-06-28T14:27:50.154" v="8091" actId="478"/>
          <ac:spMkLst>
            <pc:docMk/>
            <pc:sldMk cId="321837301" sldId="523"/>
            <ac:spMk id="111" creationId="{D71262F4-D1CA-6ED0-BC6B-FE005946A6BE}"/>
          </ac:spMkLst>
        </pc:spChg>
        <pc:spChg chg="add mod">
          <ac:chgData name="Chris Alvin" userId="1477fe7d-12c1-4dcd-b708-f1331679ff1c" providerId="ADAL" clId="{E9351D83-3E75-409D-BDB8-C957A920DF99}" dt="2023-06-28T14:27:37.604" v="8088" actId="571"/>
          <ac:spMkLst>
            <pc:docMk/>
            <pc:sldMk cId="321837301" sldId="523"/>
            <ac:spMk id="113" creationId="{EC5F60EF-5D75-213D-D3E2-C3A42AB76205}"/>
          </ac:spMkLst>
        </pc:spChg>
        <pc:spChg chg="add mod">
          <ac:chgData name="Chris Alvin" userId="1477fe7d-12c1-4dcd-b708-f1331679ff1c" providerId="ADAL" clId="{E9351D83-3E75-409D-BDB8-C957A920DF99}" dt="2023-06-28T14:27:37.604" v="8088" actId="571"/>
          <ac:spMkLst>
            <pc:docMk/>
            <pc:sldMk cId="321837301" sldId="523"/>
            <ac:spMk id="115" creationId="{B64FBEF4-92DA-DB41-22BC-D50FBD104C42}"/>
          </ac:spMkLst>
        </pc:spChg>
        <pc:spChg chg="add mod">
          <ac:chgData name="Chris Alvin" userId="1477fe7d-12c1-4dcd-b708-f1331679ff1c" providerId="ADAL" clId="{E9351D83-3E75-409D-BDB8-C957A920DF99}" dt="2023-06-28T14:27:37.604" v="8088" actId="571"/>
          <ac:spMkLst>
            <pc:docMk/>
            <pc:sldMk cId="321837301" sldId="523"/>
            <ac:spMk id="116" creationId="{4BD50E93-B349-4CF5-A8B8-2E901D211BA6}"/>
          </ac:spMkLst>
        </pc:spChg>
        <pc:spChg chg="add del mod">
          <ac:chgData name="Chris Alvin" userId="1477fe7d-12c1-4dcd-b708-f1331679ff1c" providerId="ADAL" clId="{E9351D83-3E75-409D-BDB8-C957A920DF99}" dt="2023-06-28T14:27:37.604" v="8088" actId="571"/>
          <ac:spMkLst>
            <pc:docMk/>
            <pc:sldMk cId="321837301" sldId="523"/>
            <ac:spMk id="118" creationId="{D3428BAB-6B72-8104-09F4-C8531A81FCD1}"/>
          </ac:spMkLst>
        </pc:spChg>
        <pc:spChg chg="add mod">
          <ac:chgData name="Chris Alvin" userId="1477fe7d-12c1-4dcd-b708-f1331679ff1c" providerId="ADAL" clId="{E9351D83-3E75-409D-BDB8-C957A920DF99}" dt="2023-06-28T14:27:37.604" v="8088" actId="571"/>
          <ac:spMkLst>
            <pc:docMk/>
            <pc:sldMk cId="321837301" sldId="523"/>
            <ac:spMk id="120" creationId="{B696D74E-5161-16E0-3B95-723B8866FCE1}"/>
          </ac:spMkLst>
        </pc:spChg>
        <pc:spChg chg="add mod">
          <ac:chgData name="Chris Alvin" userId="1477fe7d-12c1-4dcd-b708-f1331679ff1c" providerId="ADAL" clId="{E9351D83-3E75-409D-BDB8-C957A920DF99}" dt="2023-06-28T14:27:37.604" v="8088" actId="571"/>
          <ac:spMkLst>
            <pc:docMk/>
            <pc:sldMk cId="321837301" sldId="523"/>
            <ac:spMk id="121" creationId="{7DC27B8E-E6F3-C536-C6E6-09208EB55588}"/>
          </ac:spMkLst>
        </pc:spChg>
        <pc:spChg chg="add mod">
          <ac:chgData name="Chris Alvin" userId="1477fe7d-12c1-4dcd-b708-f1331679ff1c" providerId="ADAL" clId="{E9351D83-3E75-409D-BDB8-C957A920DF99}" dt="2023-06-28T14:34:04.812" v="8168" actId="1076"/>
          <ac:spMkLst>
            <pc:docMk/>
            <pc:sldMk cId="321837301" sldId="523"/>
            <ac:spMk id="123" creationId="{2F689080-CD10-BF5D-E9ED-4599E72CE11C}"/>
          </ac:spMkLst>
        </pc:spChg>
        <pc:spChg chg="add del mod">
          <ac:chgData name="Chris Alvin" userId="1477fe7d-12c1-4dcd-b708-f1331679ff1c" providerId="ADAL" clId="{E9351D83-3E75-409D-BDB8-C957A920DF99}" dt="2023-06-28T14:28:30.801" v="8124" actId="478"/>
          <ac:spMkLst>
            <pc:docMk/>
            <pc:sldMk cId="321837301" sldId="523"/>
            <ac:spMk id="125" creationId="{9FEB2625-D48B-AB76-D66E-918DCEFC303F}"/>
          </ac:spMkLst>
        </pc:spChg>
        <pc:spChg chg="add del mod">
          <ac:chgData name="Chris Alvin" userId="1477fe7d-12c1-4dcd-b708-f1331679ff1c" providerId="ADAL" clId="{E9351D83-3E75-409D-BDB8-C957A920DF99}" dt="2023-06-28T14:28:29.185" v="8123" actId="478"/>
          <ac:spMkLst>
            <pc:docMk/>
            <pc:sldMk cId="321837301" sldId="523"/>
            <ac:spMk id="126" creationId="{E142B68A-0350-4CBE-5779-29CC421E4BB3}"/>
          </ac:spMkLst>
        </pc:spChg>
        <pc:grpChg chg="add mod">
          <ac:chgData name="Chris Alvin" userId="1477fe7d-12c1-4dcd-b708-f1331679ff1c" providerId="ADAL" clId="{E9351D83-3E75-409D-BDB8-C957A920DF99}" dt="2023-06-28T14:32:20.786" v="8158" actId="1076"/>
          <ac:grpSpMkLst>
            <pc:docMk/>
            <pc:sldMk cId="321837301" sldId="523"/>
            <ac:grpSpMk id="58" creationId="{D92A1714-303A-8977-7207-5C982033599F}"/>
          </ac:grpSpMkLst>
        </pc:grpChg>
        <pc:grpChg chg="add mod">
          <ac:chgData name="Chris Alvin" userId="1477fe7d-12c1-4dcd-b708-f1331679ff1c" providerId="ADAL" clId="{E9351D83-3E75-409D-BDB8-C957A920DF99}" dt="2023-06-28T14:32:20.786" v="8158" actId="1076"/>
          <ac:grpSpMkLst>
            <pc:docMk/>
            <pc:sldMk cId="321837301" sldId="523"/>
            <ac:grpSpMk id="59" creationId="{1A47C652-F6AE-7C17-587C-8804B99A9EEE}"/>
          </ac:grpSpMkLst>
        </pc:grpChg>
        <pc:grpChg chg="add del mod">
          <ac:chgData name="Chris Alvin" userId="1477fe7d-12c1-4dcd-b708-f1331679ff1c" providerId="ADAL" clId="{E9351D83-3E75-409D-BDB8-C957A920DF99}" dt="2023-06-28T14:21:54.388" v="7937" actId="165"/>
          <ac:grpSpMkLst>
            <pc:docMk/>
            <pc:sldMk cId="321837301" sldId="523"/>
            <ac:grpSpMk id="61" creationId="{AE067596-00D5-4192-AFA0-1331D9DD47A8}"/>
          </ac:grpSpMkLst>
        </pc:grpChg>
        <pc:cxnChg chg="add mod">
          <ac:chgData name="Chris Alvin" userId="1477fe7d-12c1-4dcd-b708-f1331679ff1c" providerId="ADAL" clId="{E9351D83-3E75-409D-BDB8-C957A920DF99}" dt="2023-06-28T14:14:02.717" v="7923" actId="164"/>
          <ac:cxnSpMkLst>
            <pc:docMk/>
            <pc:sldMk cId="321837301" sldId="523"/>
            <ac:cxnSpMk id="14" creationId="{926DCB28-09FE-87F7-2BD9-54950F786013}"/>
          </ac:cxnSpMkLst>
        </pc:cxnChg>
        <pc:cxnChg chg="add mod">
          <ac:chgData name="Chris Alvin" userId="1477fe7d-12c1-4dcd-b708-f1331679ff1c" providerId="ADAL" clId="{E9351D83-3E75-409D-BDB8-C957A920DF99}" dt="2023-06-28T14:14:02.717" v="7923" actId="164"/>
          <ac:cxnSpMkLst>
            <pc:docMk/>
            <pc:sldMk cId="321837301" sldId="523"/>
            <ac:cxnSpMk id="24" creationId="{4EEBD92A-E462-676A-F795-95565B1D76CB}"/>
          </ac:cxnSpMkLst>
        </pc:cxnChg>
        <pc:cxnChg chg="add mod">
          <ac:chgData name="Chris Alvin" userId="1477fe7d-12c1-4dcd-b708-f1331679ff1c" providerId="ADAL" clId="{E9351D83-3E75-409D-BDB8-C957A920DF99}" dt="2023-06-28T14:14:08.822" v="7924" actId="164"/>
          <ac:cxnSpMkLst>
            <pc:docMk/>
            <pc:sldMk cId="321837301" sldId="523"/>
            <ac:cxnSpMk id="32" creationId="{0FE52FA8-A667-5363-0C13-D4D52C8C6A15}"/>
          </ac:cxnSpMkLst>
        </pc:cxnChg>
        <pc:cxnChg chg="add mod">
          <ac:chgData name="Chris Alvin" userId="1477fe7d-12c1-4dcd-b708-f1331679ff1c" providerId="ADAL" clId="{E9351D83-3E75-409D-BDB8-C957A920DF99}" dt="2023-06-28T14:14:08.822" v="7924" actId="164"/>
          <ac:cxnSpMkLst>
            <pc:docMk/>
            <pc:sldMk cId="321837301" sldId="523"/>
            <ac:cxnSpMk id="37" creationId="{C9DC8305-755B-5AB0-24BB-3683629E0B9F}"/>
          </ac:cxnSpMkLst>
        </pc:cxnChg>
        <pc:cxnChg chg="add mod">
          <ac:chgData name="Chris Alvin" userId="1477fe7d-12c1-4dcd-b708-f1331679ff1c" providerId="ADAL" clId="{E9351D83-3E75-409D-BDB8-C957A920DF99}" dt="2023-06-28T14:32:20.786" v="8158" actId="1076"/>
          <ac:cxnSpMkLst>
            <pc:docMk/>
            <pc:sldMk cId="321837301" sldId="523"/>
            <ac:cxnSpMk id="39" creationId="{504C370C-E0CB-FC8B-F2C7-3471475CB29D}"/>
          </ac:cxnSpMkLst>
        </pc:cxnChg>
        <pc:cxnChg chg="add mod">
          <ac:chgData name="Chris Alvin" userId="1477fe7d-12c1-4dcd-b708-f1331679ff1c" providerId="ADAL" clId="{E9351D83-3E75-409D-BDB8-C957A920DF99}" dt="2023-06-28T14:32:20.786" v="8158" actId="1076"/>
          <ac:cxnSpMkLst>
            <pc:docMk/>
            <pc:sldMk cId="321837301" sldId="523"/>
            <ac:cxnSpMk id="44" creationId="{E1C2A301-CF42-345F-FB03-C6159B0DB89A}"/>
          </ac:cxnSpMkLst>
        </pc:cxnChg>
        <pc:cxnChg chg="add mod">
          <ac:chgData name="Chris Alvin" userId="1477fe7d-12c1-4dcd-b708-f1331679ff1c" providerId="ADAL" clId="{E9351D83-3E75-409D-BDB8-C957A920DF99}" dt="2023-06-28T14:32:20.786" v="8158" actId="1076"/>
          <ac:cxnSpMkLst>
            <pc:docMk/>
            <pc:sldMk cId="321837301" sldId="523"/>
            <ac:cxnSpMk id="46" creationId="{E84430B8-7925-AC73-0A59-AED32F0E62EF}"/>
          </ac:cxnSpMkLst>
        </pc:cxnChg>
        <pc:cxnChg chg="add mod">
          <ac:chgData name="Chris Alvin" userId="1477fe7d-12c1-4dcd-b708-f1331679ff1c" providerId="ADAL" clId="{E9351D83-3E75-409D-BDB8-C957A920DF99}" dt="2023-06-28T14:32:20.786" v="8158" actId="1076"/>
          <ac:cxnSpMkLst>
            <pc:docMk/>
            <pc:sldMk cId="321837301" sldId="523"/>
            <ac:cxnSpMk id="51" creationId="{3F673EB4-E49F-AB59-5F99-B49EAC5D1A0F}"/>
          </ac:cxnSpMkLst>
        </pc:cxnChg>
        <pc:cxnChg chg="mod topLvl">
          <ac:chgData name="Chris Alvin" userId="1477fe7d-12c1-4dcd-b708-f1331679ff1c" providerId="ADAL" clId="{E9351D83-3E75-409D-BDB8-C957A920DF99}" dt="2023-06-28T14:33:38.859" v="8165" actId="1076"/>
          <ac:cxnSpMkLst>
            <pc:docMk/>
            <pc:sldMk cId="321837301" sldId="523"/>
            <ac:cxnSpMk id="62" creationId="{391D1601-EF2E-2CF6-7A26-AD5617E44689}"/>
          </ac:cxnSpMkLst>
        </pc:cxnChg>
        <pc:cxnChg chg="mod topLvl">
          <ac:chgData name="Chris Alvin" userId="1477fe7d-12c1-4dcd-b708-f1331679ff1c" providerId="ADAL" clId="{E9351D83-3E75-409D-BDB8-C957A920DF99}" dt="2023-06-28T14:33:38.859" v="8165" actId="1076"/>
          <ac:cxnSpMkLst>
            <pc:docMk/>
            <pc:sldMk cId="321837301" sldId="523"/>
            <ac:cxnSpMk id="67" creationId="{511DFF5E-EB6A-089E-1DAB-926DAB9888AE}"/>
          </ac:cxnSpMkLst>
        </pc:cxnChg>
        <pc:cxnChg chg="add del mod">
          <ac:chgData name="Chris Alvin" userId="1477fe7d-12c1-4dcd-b708-f1331679ff1c" providerId="ADAL" clId="{E9351D83-3E75-409D-BDB8-C957A920DF99}" dt="2023-06-28T14:33:38.859" v="8165" actId="1076"/>
          <ac:cxnSpMkLst>
            <pc:docMk/>
            <pc:sldMk cId="321837301" sldId="523"/>
            <ac:cxnSpMk id="73" creationId="{5A8FE9B4-87C2-4917-1F72-A83355AB1E2C}"/>
          </ac:cxnSpMkLst>
        </pc:cxnChg>
        <pc:cxnChg chg="add mod">
          <ac:chgData name="Chris Alvin" userId="1477fe7d-12c1-4dcd-b708-f1331679ff1c" providerId="ADAL" clId="{E9351D83-3E75-409D-BDB8-C957A920DF99}" dt="2023-06-28T14:33:38.859" v="8165" actId="1076"/>
          <ac:cxnSpMkLst>
            <pc:docMk/>
            <pc:sldMk cId="321837301" sldId="523"/>
            <ac:cxnSpMk id="76" creationId="{106E1466-4FA5-D1C1-1D5D-37303B64DB54}"/>
          </ac:cxnSpMkLst>
        </pc:cxnChg>
        <pc:cxnChg chg="add mod">
          <ac:chgData name="Chris Alvin" userId="1477fe7d-12c1-4dcd-b708-f1331679ff1c" providerId="ADAL" clId="{E9351D83-3E75-409D-BDB8-C957A920DF99}" dt="2023-06-28T14:24:04.960" v="7991" actId="571"/>
          <ac:cxnSpMkLst>
            <pc:docMk/>
            <pc:sldMk cId="321837301" sldId="523"/>
            <ac:cxnSpMk id="78" creationId="{5F55E960-4DE3-379D-ED58-62A98CCD6207}"/>
          </ac:cxnSpMkLst>
        </pc:cxnChg>
        <pc:cxnChg chg="add mod">
          <ac:chgData name="Chris Alvin" userId="1477fe7d-12c1-4dcd-b708-f1331679ff1c" providerId="ADAL" clId="{E9351D83-3E75-409D-BDB8-C957A920DF99}" dt="2023-06-28T14:24:04.960" v="7991" actId="571"/>
          <ac:cxnSpMkLst>
            <pc:docMk/>
            <pc:sldMk cId="321837301" sldId="523"/>
            <ac:cxnSpMk id="81" creationId="{C73187D8-530C-233B-C7EF-B7B8467A5BCF}"/>
          </ac:cxnSpMkLst>
        </pc:cxnChg>
        <pc:cxnChg chg="add mod">
          <ac:chgData name="Chris Alvin" userId="1477fe7d-12c1-4dcd-b708-f1331679ff1c" providerId="ADAL" clId="{E9351D83-3E75-409D-BDB8-C957A920DF99}" dt="2023-06-28T14:24:04.960" v="7991" actId="571"/>
          <ac:cxnSpMkLst>
            <pc:docMk/>
            <pc:sldMk cId="321837301" sldId="523"/>
            <ac:cxnSpMk id="83" creationId="{E3087C3C-742A-FA9A-FF69-65A288CA318C}"/>
          </ac:cxnSpMkLst>
        </pc:cxnChg>
        <pc:cxnChg chg="add mod">
          <ac:chgData name="Chris Alvin" userId="1477fe7d-12c1-4dcd-b708-f1331679ff1c" providerId="ADAL" clId="{E9351D83-3E75-409D-BDB8-C957A920DF99}" dt="2023-06-28T14:24:04.960" v="7991" actId="571"/>
          <ac:cxnSpMkLst>
            <pc:docMk/>
            <pc:sldMk cId="321837301" sldId="523"/>
            <ac:cxnSpMk id="86" creationId="{4CF54A41-8825-F72F-8391-3E083936C6E9}"/>
          </ac:cxnSpMkLst>
        </pc:cxnChg>
        <pc:cxnChg chg="add mod">
          <ac:chgData name="Chris Alvin" userId="1477fe7d-12c1-4dcd-b708-f1331679ff1c" providerId="ADAL" clId="{E9351D83-3E75-409D-BDB8-C957A920DF99}" dt="2023-06-28T14:34:20.216" v="8170" actId="1076"/>
          <ac:cxnSpMkLst>
            <pc:docMk/>
            <pc:sldMk cId="321837301" sldId="523"/>
            <ac:cxnSpMk id="88" creationId="{A0862E46-AFAB-EC08-7E94-3330B7921D1D}"/>
          </ac:cxnSpMkLst>
        </pc:cxnChg>
        <pc:cxnChg chg="add mod">
          <ac:chgData name="Chris Alvin" userId="1477fe7d-12c1-4dcd-b708-f1331679ff1c" providerId="ADAL" clId="{E9351D83-3E75-409D-BDB8-C957A920DF99}" dt="2023-06-28T14:34:20.216" v="8170" actId="1076"/>
          <ac:cxnSpMkLst>
            <pc:docMk/>
            <pc:sldMk cId="321837301" sldId="523"/>
            <ac:cxnSpMk id="93" creationId="{97EE0381-EE68-44BB-ADD8-217EB47E6B83}"/>
          </ac:cxnSpMkLst>
        </pc:cxnChg>
        <pc:cxnChg chg="add mod">
          <ac:chgData name="Chris Alvin" userId="1477fe7d-12c1-4dcd-b708-f1331679ff1c" providerId="ADAL" clId="{E9351D83-3E75-409D-BDB8-C957A920DF99}" dt="2023-06-28T14:34:20.216" v="8170" actId="1076"/>
          <ac:cxnSpMkLst>
            <pc:docMk/>
            <pc:sldMk cId="321837301" sldId="523"/>
            <ac:cxnSpMk id="95" creationId="{23CA0392-3421-1626-629C-4042CEB3217A}"/>
          </ac:cxnSpMkLst>
        </pc:cxnChg>
        <pc:cxnChg chg="add mod">
          <ac:chgData name="Chris Alvin" userId="1477fe7d-12c1-4dcd-b708-f1331679ff1c" providerId="ADAL" clId="{E9351D83-3E75-409D-BDB8-C957A920DF99}" dt="2023-06-28T14:34:20.216" v="8170" actId="1076"/>
          <ac:cxnSpMkLst>
            <pc:docMk/>
            <pc:sldMk cId="321837301" sldId="523"/>
            <ac:cxnSpMk id="100" creationId="{77717772-9E0F-3C4B-E82E-887B586ADB25}"/>
          </ac:cxnSpMkLst>
        </pc:cxnChg>
        <pc:cxnChg chg="add del mod">
          <ac:chgData name="Chris Alvin" userId="1477fe7d-12c1-4dcd-b708-f1331679ff1c" providerId="ADAL" clId="{E9351D83-3E75-409D-BDB8-C957A920DF99}" dt="2023-06-28T14:27:50.154" v="8091" actId="478"/>
          <ac:cxnSpMkLst>
            <pc:docMk/>
            <pc:sldMk cId="321837301" sldId="523"/>
            <ac:cxnSpMk id="109" creationId="{EE502BFA-363C-8AA9-73F3-276302F34862}"/>
          </ac:cxnSpMkLst>
        </pc:cxnChg>
        <pc:cxnChg chg="add del mod">
          <ac:chgData name="Chris Alvin" userId="1477fe7d-12c1-4dcd-b708-f1331679ff1c" providerId="ADAL" clId="{E9351D83-3E75-409D-BDB8-C957A920DF99}" dt="2023-06-28T14:27:53.434" v="8092" actId="478"/>
          <ac:cxnSpMkLst>
            <pc:docMk/>
            <pc:sldMk cId="321837301" sldId="523"/>
            <ac:cxnSpMk id="112" creationId="{E60CA867-78A2-0693-1476-AC630ECA73D0}"/>
          </ac:cxnSpMkLst>
        </pc:cxnChg>
        <pc:cxnChg chg="add mod">
          <ac:chgData name="Chris Alvin" userId="1477fe7d-12c1-4dcd-b708-f1331679ff1c" providerId="ADAL" clId="{E9351D83-3E75-409D-BDB8-C957A920DF99}" dt="2023-06-28T14:27:37.604" v="8088" actId="571"/>
          <ac:cxnSpMkLst>
            <pc:docMk/>
            <pc:sldMk cId="321837301" sldId="523"/>
            <ac:cxnSpMk id="114" creationId="{80A14201-D840-6BE0-090E-0E8B35BB5006}"/>
          </ac:cxnSpMkLst>
        </pc:cxnChg>
        <pc:cxnChg chg="add mod">
          <ac:chgData name="Chris Alvin" userId="1477fe7d-12c1-4dcd-b708-f1331679ff1c" providerId="ADAL" clId="{E9351D83-3E75-409D-BDB8-C957A920DF99}" dt="2023-06-28T14:27:37.604" v="8088" actId="571"/>
          <ac:cxnSpMkLst>
            <pc:docMk/>
            <pc:sldMk cId="321837301" sldId="523"/>
            <ac:cxnSpMk id="117" creationId="{54FB0EAB-E3C4-3134-4D8B-124868EB1ECC}"/>
          </ac:cxnSpMkLst>
        </pc:cxnChg>
        <pc:cxnChg chg="add mod">
          <ac:chgData name="Chris Alvin" userId="1477fe7d-12c1-4dcd-b708-f1331679ff1c" providerId="ADAL" clId="{E9351D83-3E75-409D-BDB8-C957A920DF99}" dt="2023-06-28T14:27:37.604" v="8088" actId="571"/>
          <ac:cxnSpMkLst>
            <pc:docMk/>
            <pc:sldMk cId="321837301" sldId="523"/>
            <ac:cxnSpMk id="119" creationId="{2E9FD34F-869D-A2D0-8B29-9A3F441AABF8}"/>
          </ac:cxnSpMkLst>
        </pc:cxnChg>
        <pc:cxnChg chg="add mod">
          <ac:chgData name="Chris Alvin" userId="1477fe7d-12c1-4dcd-b708-f1331679ff1c" providerId="ADAL" clId="{E9351D83-3E75-409D-BDB8-C957A920DF99}" dt="2023-06-28T14:27:37.604" v="8088" actId="571"/>
          <ac:cxnSpMkLst>
            <pc:docMk/>
            <pc:sldMk cId="321837301" sldId="523"/>
            <ac:cxnSpMk id="122" creationId="{09608ACD-7860-1DAC-9619-6FC844604110}"/>
          </ac:cxnSpMkLst>
        </pc:cxnChg>
        <pc:cxnChg chg="add mod">
          <ac:chgData name="Chris Alvin" userId="1477fe7d-12c1-4dcd-b708-f1331679ff1c" providerId="ADAL" clId="{E9351D83-3E75-409D-BDB8-C957A920DF99}" dt="2023-06-28T14:33:47.539" v="8166" actId="1076"/>
          <ac:cxnSpMkLst>
            <pc:docMk/>
            <pc:sldMk cId="321837301" sldId="523"/>
            <ac:cxnSpMk id="124" creationId="{C5DC5A5C-0274-D6BA-3241-AEDAE50FD015}"/>
          </ac:cxnSpMkLst>
        </pc:cxnChg>
        <pc:cxnChg chg="add mod">
          <ac:chgData name="Chris Alvin" userId="1477fe7d-12c1-4dcd-b708-f1331679ff1c" providerId="ADAL" clId="{E9351D83-3E75-409D-BDB8-C957A920DF99}" dt="2023-06-28T14:33:47.539" v="8166" actId="1076"/>
          <ac:cxnSpMkLst>
            <pc:docMk/>
            <pc:sldMk cId="321837301" sldId="523"/>
            <ac:cxnSpMk id="127" creationId="{493FF878-3B85-E1E7-4710-E064FE3E0363}"/>
          </ac:cxnSpMkLst>
        </pc:cxnChg>
        <pc:cxnChg chg="add mod">
          <ac:chgData name="Chris Alvin" userId="1477fe7d-12c1-4dcd-b708-f1331679ff1c" providerId="ADAL" clId="{E9351D83-3E75-409D-BDB8-C957A920DF99}" dt="2023-06-28T14:32:27.537" v="8159" actId="1076"/>
          <ac:cxnSpMkLst>
            <pc:docMk/>
            <pc:sldMk cId="321837301" sldId="523"/>
            <ac:cxnSpMk id="130" creationId="{815C88CF-AE93-C1AC-69A9-B06EF739DE56}"/>
          </ac:cxnSpMkLst>
        </pc:cxnChg>
      </pc:sldChg>
      <pc:sldChg chg="modSp add mod ord modAnim">
        <pc:chgData name="Chris Alvin" userId="1477fe7d-12c1-4dcd-b708-f1331679ff1c" providerId="ADAL" clId="{E9351D83-3E75-409D-BDB8-C957A920DF99}" dt="2023-07-11T18:49:03.954" v="10285"/>
        <pc:sldMkLst>
          <pc:docMk/>
          <pc:sldMk cId="549172664" sldId="524"/>
        </pc:sldMkLst>
        <pc:cxnChg chg="mod">
          <ac:chgData name="Chris Alvin" userId="1477fe7d-12c1-4dcd-b708-f1331679ff1c" providerId="ADAL" clId="{E9351D83-3E75-409D-BDB8-C957A920DF99}" dt="2023-06-28T14:38:00.428" v="8175" actId="692"/>
          <ac:cxnSpMkLst>
            <pc:docMk/>
            <pc:sldMk cId="549172664" sldId="524"/>
            <ac:cxnSpMk id="67" creationId="{511DFF5E-EB6A-089E-1DAB-926DAB9888AE}"/>
          </ac:cxnSpMkLst>
        </pc:cxnChg>
        <pc:cxnChg chg="mod">
          <ac:chgData name="Chris Alvin" userId="1477fe7d-12c1-4dcd-b708-f1331679ff1c" providerId="ADAL" clId="{E9351D83-3E75-409D-BDB8-C957A920DF99}" dt="2023-06-28T14:38:00.428" v="8175" actId="692"/>
          <ac:cxnSpMkLst>
            <pc:docMk/>
            <pc:sldMk cId="549172664" sldId="524"/>
            <ac:cxnSpMk id="76" creationId="{106E1466-4FA5-D1C1-1D5D-37303B64DB54}"/>
          </ac:cxnSpMkLst>
        </pc:cxnChg>
        <pc:cxnChg chg="mod">
          <ac:chgData name="Chris Alvin" userId="1477fe7d-12c1-4dcd-b708-f1331679ff1c" providerId="ADAL" clId="{E9351D83-3E75-409D-BDB8-C957A920DF99}" dt="2023-06-28T14:38:00.428" v="8175" actId="692"/>
          <ac:cxnSpMkLst>
            <pc:docMk/>
            <pc:sldMk cId="549172664" sldId="524"/>
            <ac:cxnSpMk id="93" creationId="{97EE0381-EE68-44BB-ADD8-217EB47E6B83}"/>
          </ac:cxnSpMkLst>
        </pc:cxnChg>
        <pc:cxnChg chg="mod">
          <ac:chgData name="Chris Alvin" userId="1477fe7d-12c1-4dcd-b708-f1331679ff1c" providerId="ADAL" clId="{E9351D83-3E75-409D-BDB8-C957A920DF99}" dt="2023-06-28T14:38:00.428" v="8175" actId="692"/>
          <ac:cxnSpMkLst>
            <pc:docMk/>
            <pc:sldMk cId="549172664" sldId="524"/>
            <ac:cxnSpMk id="100" creationId="{77717772-9E0F-3C4B-E82E-887B586ADB25}"/>
          </ac:cxnSpMkLst>
        </pc:cxnChg>
        <pc:cxnChg chg="mod">
          <ac:chgData name="Chris Alvin" userId="1477fe7d-12c1-4dcd-b708-f1331679ff1c" providerId="ADAL" clId="{E9351D83-3E75-409D-BDB8-C957A920DF99}" dt="2023-06-28T14:38:00.428" v="8175" actId="692"/>
          <ac:cxnSpMkLst>
            <pc:docMk/>
            <pc:sldMk cId="549172664" sldId="524"/>
            <ac:cxnSpMk id="127" creationId="{493FF878-3B85-E1E7-4710-E064FE3E0363}"/>
          </ac:cxnSpMkLst>
        </pc:cxnChg>
      </pc:sldChg>
      <pc:sldChg chg="addSp delSp modSp add mod modAnim">
        <pc:chgData name="Chris Alvin" userId="1477fe7d-12c1-4dcd-b708-f1331679ff1c" providerId="ADAL" clId="{E9351D83-3E75-409D-BDB8-C957A920DF99}" dt="2023-07-11T18:51:08.524" v="10309"/>
        <pc:sldMkLst>
          <pc:docMk/>
          <pc:sldMk cId="2152121147" sldId="525"/>
        </pc:sldMkLst>
        <pc:spChg chg="add mod">
          <ac:chgData name="Chris Alvin" userId="1477fe7d-12c1-4dcd-b708-f1331679ff1c" providerId="ADAL" clId="{E9351D83-3E75-409D-BDB8-C957A920DF99}" dt="2023-06-28T16:47:09.968" v="9965" actId="1076"/>
          <ac:spMkLst>
            <pc:docMk/>
            <pc:sldMk cId="2152121147" sldId="525"/>
            <ac:spMk id="2" creationId="{123281C4-4900-4F44-2ECC-DC4DD2045E0E}"/>
          </ac:spMkLst>
        </pc:spChg>
        <pc:spChg chg="del mod">
          <ac:chgData name="Chris Alvin" userId="1477fe7d-12c1-4dcd-b708-f1331679ff1c" providerId="ADAL" clId="{E9351D83-3E75-409D-BDB8-C957A920DF99}" dt="2023-06-28T15:22:01.375" v="8531" actId="478"/>
          <ac:spMkLst>
            <pc:docMk/>
            <pc:sldMk cId="2152121147" sldId="525"/>
            <ac:spMk id="3" creationId="{B8E7D1FF-DFE3-7EAB-5CB3-804697E2A320}"/>
          </ac:spMkLst>
        </pc:spChg>
        <pc:spChg chg="mod">
          <ac:chgData name="Chris Alvin" userId="1477fe7d-12c1-4dcd-b708-f1331679ff1c" providerId="ADAL" clId="{E9351D83-3E75-409D-BDB8-C957A920DF99}" dt="2023-06-28T16:52:33.115" v="10061" actId="20577"/>
          <ac:spMkLst>
            <pc:docMk/>
            <pc:sldMk cId="2152121147" sldId="525"/>
            <ac:spMk id="4" creationId="{00000000-0000-0000-0000-000000000000}"/>
          </ac:spMkLst>
        </pc:spChg>
        <pc:spChg chg="mod">
          <ac:chgData name="Chris Alvin" userId="1477fe7d-12c1-4dcd-b708-f1331679ff1c" providerId="ADAL" clId="{E9351D83-3E75-409D-BDB8-C957A920DF99}" dt="2023-07-11T18:49:34.785" v="10290"/>
          <ac:spMkLst>
            <pc:docMk/>
            <pc:sldMk cId="2152121147" sldId="525"/>
            <ac:spMk id="5" creationId="{2FB65ED7-6EBD-BE1E-5FF0-69C83BB4F678}"/>
          </ac:spMkLst>
        </pc:spChg>
        <pc:spChg chg="add mod">
          <ac:chgData name="Chris Alvin" userId="1477fe7d-12c1-4dcd-b708-f1331679ff1c" providerId="ADAL" clId="{E9351D83-3E75-409D-BDB8-C957A920DF99}" dt="2023-07-11T18:50:12.144" v="10299" actId="1076"/>
          <ac:spMkLst>
            <pc:docMk/>
            <pc:sldMk cId="2152121147" sldId="525"/>
            <ac:spMk id="6" creationId="{67521AD6-8FC1-DD02-7228-07F7A768720A}"/>
          </ac:spMkLst>
        </pc:spChg>
        <pc:spChg chg="del">
          <ac:chgData name="Chris Alvin" userId="1477fe7d-12c1-4dcd-b708-f1331679ff1c" providerId="ADAL" clId="{E9351D83-3E75-409D-BDB8-C957A920DF99}" dt="2023-06-28T14:52:40.045" v="8507" actId="478"/>
          <ac:spMkLst>
            <pc:docMk/>
            <pc:sldMk cId="2152121147" sldId="525"/>
            <ac:spMk id="6" creationId="{A5039BE5-EA73-EC25-2C40-DAB549B4A8F0}"/>
          </ac:spMkLst>
        </pc:spChg>
        <pc:spChg chg="del">
          <ac:chgData name="Chris Alvin" userId="1477fe7d-12c1-4dcd-b708-f1331679ff1c" providerId="ADAL" clId="{E9351D83-3E75-409D-BDB8-C957A920DF99}" dt="2023-06-28T15:22:01.375" v="8531" actId="478"/>
          <ac:spMkLst>
            <pc:docMk/>
            <pc:sldMk cId="2152121147" sldId="525"/>
            <ac:spMk id="7" creationId="{2AE09ED3-E83E-CCA0-19B9-8B1D9652A2C9}"/>
          </ac:spMkLst>
        </pc:spChg>
        <pc:spChg chg="del">
          <ac:chgData name="Chris Alvin" userId="1477fe7d-12c1-4dcd-b708-f1331679ff1c" providerId="ADAL" clId="{E9351D83-3E75-409D-BDB8-C957A920DF99}" dt="2023-06-28T14:52:40.045" v="8507" actId="478"/>
          <ac:spMkLst>
            <pc:docMk/>
            <pc:sldMk cId="2152121147" sldId="525"/>
            <ac:spMk id="8" creationId="{E6DCCE4C-E03D-3D31-F9DF-5776F12BFC89}"/>
          </ac:spMkLst>
        </pc:spChg>
        <pc:spChg chg="add mod">
          <ac:chgData name="Chris Alvin" userId="1477fe7d-12c1-4dcd-b708-f1331679ff1c" providerId="ADAL" clId="{E9351D83-3E75-409D-BDB8-C957A920DF99}" dt="2023-06-28T16:47:09.968" v="9965" actId="1076"/>
          <ac:spMkLst>
            <pc:docMk/>
            <pc:sldMk cId="2152121147" sldId="525"/>
            <ac:spMk id="9" creationId="{7D196D47-8447-3151-C199-E34F9F330F58}"/>
          </ac:spMkLst>
        </pc:spChg>
        <pc:spChg chg="del">
          <ac:chgData name="Chris Alvin" userId="1477fe7d-12c1-4dcd-b708-f1331679ff1c" providerId="ADAL" clId="{E9351D83-3E75-409D-BDB8-C957A920DF99}" dt="2023-06-28T15:22:01.375" v="8531" actId="478"/>
          <ac:spMkLst>
            <pc:docMk/>
            <pc:sldMk cId="2152121147" sldId="525"/>
            <ac:spMk id="10" creationId="{8069A994-6971-C9F7-E0A5-7B2042F8834C}"/>
          </ac:spMkLst>
        </pc:spChg>
        <pc:spChg chg="del">
          <ac:chgData name="Chris Alvin" userId="1477fe7d-12c1-4dcd-b708-f1331679ff1c" providerId="ADAL" clId="{E9351D83-3E75-409D-BDB8-C957A920DF99}" dt="2023-06-28T15:22:01.375" v="8531" actId="478"/>
          <ac:spMkLst>
            <pc:docMk/>
            <pc:sldMk cId="2152121147" sldId="525"/>
            <ac:spMk id="11" creationId="{975F924D-9038-8C91-F6DD-5DB0921CE599}"/>
          </ac:spMkLst>
        </pc:spChg>
        <pc:spChg chg="del">
          <ac:chgData name="Chris Alvin" userId="1477fe7d-12c1-4dcd-b708-f1331679ff1c" providerId="ADAL" clId="{E9351D83-3E75-409D-BDB8-C957A920DF99}" dt="2023-06-28T14:52:40.045" v="8507" actId="478"/>
          <ac:spMkLst>
            <pc:docMk/>
            <pc:sldMk cId="2152121147" sldId="525"/>
            <ac:spMk id="12" creationId="{C92EA891-46F7-70F2-1667-3F9DB44D411E}"/>
          </ac:spMkLst>
        </pc:spChg>
        <pc:spChg chg="del">
          <ac:chgData name="Chris Alvin" userId="1477fe7d-12c1-4dcd-b708-f1331679ff1c" providerId="ADAL" clId="{E9351D83-3E75-409D-BDB8-C957A920DF99}" dt="2023-06-28T15:22:01.375" v="8531" actId="478"/>
          <ac:spMkLst>
            <pc:docMk/>
            <pc:sldMk cId="2152121147" sldId="525"/>
            <ac:spMk id="13" creationId="{58E77A61-3348-3A89-DBAB-B4E83384D223}"/>
          </ac:spMkLst>
        </pc:spChg>
        <pc:spChg chg="add mod">
          <ac:chgData name="Chris Alvin" userId="1477fe7d-12c1-4dcd-b708-f1331679ff1c" providerId="ADAL" clId="{E9351D83-3E75-409D-BDB8-C957A920DF99}" dt="2023-06-28T16:47:09.968" v="9965" actId="1076"/>
          <ac:spMkLst>
            <pc:docMk/>
            <pc:sldMk cId="2152121147" sldId="525"/>
            <ac:spMk id="14" creationId="{2028F749-A7FF-C1DB-1A5E-E66FFFD8B023}"/>
          </ac:spMkLst>
        </pc:spChg>
        <pc:spChg chg="del">
          <ac:chgData name="Chris Alvin" userId="1477fe7d-12c1-4dcd-b708-f1331679ff1c" providerId="ADAL" clId="{E9351D83-3E75-409D-BDB8-C957A920DF99}" dt="2023-06-28T15:22:01.375" v="8531" actId="478"/>
          <ac:spMkLst>
            <pc:docMk/>
            <pc:sldMk cId="2152121147" sldId="525"/>
            <ac:spMk id="15" creationId="{9C01A2AF-0857-FADC-7189-5127815A4211}"/>
          </ac:spMkLst>
        </pc:spChg>
        <pc:spChg chg="del">
          <ac:chgData name="Chris Alvin" userId="1477fe7d-12c1-4dcd-b708-f1331679ff1c" providerId="ADAL" clId="{E9351D83-3E75-409D-BDB8-C957A920DF99}" dt="2023-06-28T15:22:01.375" v="8531" actId="478"/>
          <ac:spMkLst>
            <pc:docMk/>
            <pc:sldMk cId="2152121147" sldId="525"/>
            <ac:spMk id="16" creationId="{2361B15E-BCE9-C89E-49A6-9F22228D57D7}"/>
          </ac:spMkLst>
        </pc:spChg>
        <pc:spChg chg="del">
          <ac:chgData name="Chris Alvin" userId="1477fe7d-12c1-4dcd-b708-f1331679ff1c" providerId="ADAL" clId="{E9351D83-3E75-409D-BDB8-C957A920DF99}" dt="2023-06-28T15:22:01.375" v="8531" actId="478"/>
          <ac:spMkLst>
            <pc:docMk/>
            <pc:sldMk cId="2152121147" sldId="525"/>
            <ac:spMk id="17" creationId="{1B71370B-BF43-1824-9927-DE80B2807754}"/>
          </ac:spMkLst>
        </pc:spChg>
        <pc:spChg chg="del">
          <ac:chgData name="Chris Alvin" userId="1477fe7d-12c1-4dcd-b708-f1331679ff1c" providerId="ADAL" clId="{E9351D83-3E75-409D-BDB8-C957A920DF99}" dt="2023-06-28T15:22:01.375" v="8531" actId="478"/>
          <ac:spMkLst>
            <pc:docMk/>
            <pc:sldMk cId="2152121147" sldId="525"/>
            <ac:spMk id="18" creationId="{09CE58DE-527C-F533-CE54-189FC19595CB}"/>
          </ac:spMkLst>
        </pc:spChg>
        <pc:spChg chg="add mod">
          <ac:chgData name="Chris Alvin" userId="1477fe7d-12c1-4dcd-b708-f1331679ff1c" providerId="ADAL" clId="{E9351D83-3E75-409D-BDB8-C957A920DF99}" dt="2023-06-28T16:47:09.968" v="9965" actId="1076"/>
          <ac:spMkLst>
            <pc:docMk/>
            <pc:sldMk cId="2152121147" sldId="525"/>
            <ac:spMk id="19" creationId="{274ACE11-B23E-DD9A-B9D8-62E12F686988}"/>
          </ac:spMkLst>
        </pc:spChg>
        <pc:spChg chg="add mod">
          <ac:chgData name="Chris Alvin" userId="1477fe7d-12c1-4dcd-b708-f1331679ff1c" providerId="ADAL" clId="{E9351D83-3E75-409D-BDB8-C957A920DF99}" dt="2023-06-28T16:47:09.968" v="9965" actId="1076"/>
          <ac:spMkLst>
            <pc:docMk/>
            <pc:sldMk cId="2152121147" sldId="525"/>
            <ac:spMk id="20" creationId="{E10646B4-34AF-A73B-E21B-BC68F88029B4}"/>
          </ac:spMkLst>
        </pc:spChg>
        <pc:spChg chg="add mod">
          <ac:chgData name="Chris Alvin" userId="1477fe7d-12c1-4dcd-b708-f1331679ff1c" providerId="ADAL" clId="{E9351D83-3E75-409D-BDB8-C957A920DF99}" dt="2023-06-28T14:50:43.902" v="8453" actId="571"/>
          <ac:spMkLst>
            <pc:docMk/>
            <pc:sldMk cId="2152121147" sldId="525"/>
            <ac:spMk id="21" creationId="{06A4182E-7180-ED47-1DA6-D5BDE7F567F5}"/>
          </ac:spMkLst>
        </pc:spChg>
        <pc:spChg chg="add mod">
          <ac:chgData name="Chris Alvin" userId="1477fe7d-12c1-4dcd-b708-f1331679ff1c" providerId="ADAL" clId="{E9351D83-3E75-409D-BDB8-C957A920DF99}" dt="2023-06-28T16:47:09.968" v="9965" actId="1076"/>
          <ac:spMkLst>
            <pc:docMk/>
            <pc:sldMk cId="2152121147" sldId="525"/>
            <ac:spMk id="22" creationId="{C1A9CC0F-C6FC-6E81-B1A6-E74B3D6FBB18}"/>
          </ac:spMkLst>
        </pc:spChg>
        <pc:spChg chg="add mod">
          <ac:chgData name="Chris Alvin" userId="1477fe7d-12c1-4dcd-b708-f1331679ff1c" providerId="ADAL" clId="{E9351D83-3E75-409D-BDB8-C957A920DF99}" dt="2023-06-28T16:47:09.968" v="9965" actId="1076"/>
          <ac:spMkLst>
            <pc:docMk/>
            <pc:sldMk cId="2152121147" sldId="525"/>
            <ac:spMk id="23" creationId="{816D87C5-215E-0287-B095-9160865F0E44}"/>
          </ac:spMkLst>
        </pc:spChg>
        <pc:spChg chg="add mod">
          <ac:chgData name="Chris Alvin" userId="1477fe7d-12c1-4dcd-b708-f1331679ff1c" providerId="ADAL" clId="{E9351D83-3E75-409D-BDB8-C957A920DF99}" dt="2023-06-28T16:47:09.968" v="9965" actId="1076"/>
          <ac:spMkLst>
            <pc:docMk/>
            <pc:sldMk cId="2152121147" sldId="525"/>
            <ac:spMk id="24" creationId="{E1ED0DCF-CF35-FD10-483E-8CBA62251FBE}"/>
          </ac:spMkLst>
        </pc:spChg>
        <pc:spChg chg="add mod">
          <ac:chgData name="Chris Alvin" userId="1477fe7d-12c1-4dcd-b708-f1331679ff1c" providerId="ADAL" clId="{E9351D83-3E75-409D-BDB8-C957A920DF99}" dt="2023-06-28T16:47:09.968" v="9965" actId="1076"/>
          <ac:spMkLst>
            <pc:docMk/>
            <pc:sldMk cId="2152121147" sldId="525"/>
            <ac:spMk id="27" creationId="{C31FAE9E-B818-989D-BE5A-7956CF0D4C77}"/>
          </ac:spMkLst>
        </pc:spChg>
        <pc:spChg chg="add mod">
          <ac:chgData name="Chris Alvin" userId="1477fe7d-12c1-4dcd-b708-f1331679ff1c" providerId="ADAL" clId="{E9351D83-3E75-409D-BDB8-C957A920DF99}" dt="2023-06-28T16:47:09.968" v="9965" actId="1076"/>
          <ac:spMkLst>
            <pc:docMk/>
            <pc:sldMk cId="2152121147" sldId="525"/>
            <ac:spMk id="28" creationId="{6569B47C-6601-D9E4-7AF4-93E5F3B0B131}"/>
          </ac:spMkLst>
        </pc:spChg>
        <pc:spChg chg="add mod">
          <ac:chgData name="Chris Alvin" userId="1477fe7d-12c1-4dcd-b708-f1331679ff1c" providerId="ADAL" clId="{E9351D83-3E75-409D-BDB8-C957A920DF99}" dt="2023-06-28T16:51:38.475" v="10039" actId="14100"/>
          <ac:spMkLst>
            <pc:docMk/>
            <pc:sldMk cId="2152121147" sldId="525"/>
            <ac:spMk id="29" creationId="{03C251F0-0952-2C88-B03E-B66303CC311C}"/>
          </ac:spMkLst>
        </pc:spChg>
        <pc:spChg chg="add del mod">
          <ac:chgData name="Chris Alvin" userId="1477fe7d-12c1-4dcd-b708-f1331679ff1c" providerId="ADAL" clId="{E9351D83-3E75-409D-BDB8-C957A920DF99}" dt="2023-06-28T16:00:16.666" v="9714" actId="478"/>
          <ac:spMkLst>
            <pc:docMk/>
            <pc:sldMk cId="2152121147" sldId="525"/>
            <ac:spMk id="30" creationId="{BC87B1C8-3746-BE5F-2272-7DA4B425B747}"/>
          </ac:spMkLst>
        </pc:spChg>
        <pc:spChg chg="mod topLvl">
          <ac:chgData name="Chris Alvin" userId="1477fe7d-12c1-4dcd-b708-f1331679ff1c" providerId="ADAL" clId="{E9351D83-3E75-409D-BDB8-C957A920DF99}" dt="2023-06-28T16:00:12.127" v="9712" actId="164"/>
          <ac:spMkLst>
            <pc:docMk/>
            <pc:sldMk cId="2152121147" sldId="525"/>
            <ac:spMk id="32" creationId="{CBAD1EB5-6C5C-CAD5-4F8F-4F18F7A1B8FF}"/>
          </ac:spMkLst>
        </pc:spChg>
        <pc:spChg chg="mod topLvl">
          <ac:chgData name="Chris Alvin" userId="1477fe7d-12c1-4dcd-b708-f1331679ff1c" providerId="ADAL" clId="{E9351D83-3E75-409D-BDB8-C957A920DF99}" dt="2023-06-28T16:00:12.127" v="9712" actId="164"/>
          <ac:spMkLst>
            <pc:docMk/>
            <pc:sldMk cId="2152121147" sldId="525"/>
            <ac:spMk id="33" creationId="{571F46E8-FFA4-9729-09E3-F29C64AF1082}"/>
          </ac:spMkLst>
        </pc:spChg>
        <pc:spChg chg="mod ord topLvl">
          <ac:chgData name="Chris Alvin" userId="1477fe7d-12c1-4dcd-b708-f1331679ff1c" providerId="ADAL" clId="{E9351D83-3E75-409D-BDB8-C957A920DF99}" dt="2023-06-28T16:00:12.127" v="9712" actId="164"/>
          <ac:spMkLst>
            <pc:docMk/>
            <pc:sldMk cId="2152121147" sldId="525"/>
            <ac:spMk id="34" creationId="{CFBACE67-6AD8-C846-2AC3-97BC13D366D9}"/>
          </ac:spMkLst>
        </pc:spChg>
        <pc:spChg chg="del mod topLvl">
          <ac:chgData name="Chris Alvin" userId="1477fe7d-12c1-4dcd-b708-f1331679ff1c" providerId="ADAL" clId="{E9351D83-3E75-409D-BDB8-C957A920DF99}" dt="2023-06-28T15:58:13.091" v="9658" actId="478"/>
          <ac:spMkLst>
            <pc:docMk/>
            <pc:sldMk cId="2152121147" sldId="525"/>
            <ac:spMk id="35" creationId="{89896952-1C5B-5816-8AF3-93BF470F300C}"/>
          </ac:spMkLst>
        </pc:spChg>
        <pc:spChg chg="del mod topLvl">
          <ac:chgData name="Chris Alvin" userId="1477fe7d-12c1-4dcd-b708-f1331679ff1c" providerId="ADAL" clId="{E9351D83-3E75-409D-BDB8-C957A920DF99}" dt="2023-06-28T15:58:13.091" v="9658" actId="478"/>
          <ac:spMkLst>
            <pc:docMk/>
            <pc:sldMk cId="2152121147" sldId="525"/>
            <ac:spMk id="36" creationId="{3BD7FAAC-BE22-B024-F97A-146B85663DA9}"/>
          </ac:spMkLst>
        </pc:spChg>
        <pc:spChg chg="add mod">
          <ac:chgData name="Chris Alvin" userId="1477fe7d-12c1-4dcd-b708-f1331679ff1c" providerId="ADAL" clId="{E9351D83-3E75-409D-BDB8-C957A920DF99}" dt="2023-06-28T16:00:12.127" v="9712" actId="164"/>
          <ac:spMkLst>
            <pc:docMk/>
            <pc:sldMk cId="2152121147" sldId="525"/>
            <ac:spMk id="37" creationId="{6F8AA58C-C12C-DB70-09CC-0558A044D8E0}"/>
          </ac:spMkLst>
        </pc:spChg>
        <pc:spChg chg="add mod">
          <ac:chgData name="Chris Alvin" userId="1477fe7d-12c1-4dcd-b708-f1331679ff1c" providerId="ADAL" clId="{E9351D83-3E75-409D-BDB8-C957A920DF99}" dt="2023-06-28T16:00:12.127" v="9712" actId="164"/>
          <ac:spMkLst>
            <pc:docMk/>
            <pc:sldMk cId="2152121147" sldId="525"/>
            <ac:spMk id="38" creationId="{C1AFE31E-60BF-016B-E108-6ED5D7CD1E58}"/>
          </ac:spMkLst>
        </pc:spChg>
        <pc:spChg chg="add mod">
          <ac:chgData name="Chris Alvin" userId="1477fe7d-12c1-4dcd-b708-f1331679ff1c" providerId="ADAL" clId="{E9351D83-3E75-409D-BDB8-C957A920DF99}" dt="2023-06-28T16:52:05.772" v="10043" actId="1076"/>
          <ac:spMkLst>
            <pc:docMk/>
            <pc:sldMk cId="2152121147" sldId="525"/>
            <ac:spMk id="40" creationId="{ED6E1842-F357-CE3C-0E7F-62208370064F}"/>
          </ac:spMkLst>
        </pc:spChg>
        <pc:spChg chg="add mod">
          <ac:chgData name="Chris Alvin" userId="1477fe7d-12c1-4dcd-b708-f1331679ff1c" providerId="ADAL" clId="{E9351D83-3E75-409D-BDB8-C957A920DF99}" dt="2023-06-28T16:52:05.772" v="10043" actId="1076"/>
          <ac:spMkLst>
            <pc:docMk/>
            <pc:sldMk cId="2152121147" sldId="525"/>
            <ac:spMk id="41" creationId="{A15710AD-7245-B8EC-9CC0-3DF4BA40BC69}"/>
          </ac:spMkLst>
        </pc:spChg>
        <pc:spChg chg="add mod">
          <ac:chgData name="Chris Alvin" userId="1477fe7d-12c1-4dcd-b708-f1331679ff1c" providerId="ADAL" clId="{E9351D83-3E75-409D-BDB8-C957A920DF99}" dt="2023-06-28T16:52:05.772" v="10043" actId="1076"/>
          <ac:spMkLst>
            <pc:docMk/>
            <pc:sldMk cId="2152121147" sldId="525"/>
            <ac:spMk id="42" creationId="{B1C34A37-3FCF-68F9-8896-8160741AE9C5}"/>
          </ac:spMkLst>
        </pc:spChg>
        <pc:grpChg chg="add del mod">
          <ac:chgData name="Chris Alvin" userId="1477fe7d-12c1-4dcd-b708-f1331679ff1c" providerId="ADAL" clId="{E9351D83-3E75-409D-BDB8-C957A920DF99}" dt="2023-06-28T15:58:10.744" v="9657" actId="165"/>
          <ac:grpSpMkLst>
            <pc:docMk/>
            <pc:sldMk cId="2152121147" sldId="525"/>
            <ac:grpSpMk id="31" creationId="{166364AD-D890-95B0-C6EF-B4CC99E01753}"/>
          </ac:grpSpMkLst>
        </pc:grpChg>
        <pc:grpChg chg="add mod">
          <ac:chgData name="Chris Alvin" userId="1477fe7d-12c1-4dcd-b708-f1331679ff1c" providerId="ADAL" clId="{E9351D83-3E75-409D-BDB8-C957A920DF99}" dt="2023-06-28T16:52:10.998" v="10044" actId="1076"/>
          <ac:grpSpMkLst>
            <pc:docMk/>
            <pc:sldMk cId="2152121147" sldId="525"/>
            <ac:grpSpMk id="39" creationId="{AEEA199E-61AF-E4FE-AA6E-EF74C568B35F}"/>
          </ac:grpSpMkLst>
        </pc:grpChg>
        <pc:cxnChg chg="add mod">
          <ac:chgData name="Chris Alvin" userId="1477fe7d-12c1-4dcd-b708-f1331679ff1c" providerId="ADAL" clId="{E9351D83-3E75-409D-BDB8-C957A920DF99}" dt="2023-06-28T16:47:09.968" v="9965" actId="1076"/>
          <ac:cxnSpMkLst>
            <pc:docMk/>
            <pc:sldMk cId="2152121147" sldId="525"/>
            <ac:cxnSpMk id="25" creationId="{E65E0F49-2681-ED6E-332C-6791754525C2}"/>
          </ac:cxnSpMkLst>
        </pc:cxnChg>
        <pc:cxnChg chg="add mod">
          <ac:chgData name="Chris Alvin" userId="1477fe7d-12c1-4dcd-b708-f1331679ff1c" providerId="ADAL" clId="{E9351D83-3E75-409D-BDB8-C957A920DF99}" dt="2023-06-28T16:52:24.136" v="10046" actId="1076"/>
          <ac:cxnSpMkLst>
            <pc:docMk/>
            <pc:sldMk cId="2152121147" sldId="525"/>
            <ac:cxnSpMk id="43" creationId="{4CBAE9BD-8B93-1AB9-E05A-782511676D41}"/>
          </ac:cxnSpMkLst>
        </pc:cxnChg>
      </pc:sldChg>
      <pc:sldChg chg="add del">
        <pc:chgData name="Chris Alvin" userId="1477fe7d-12c1-4dcd-b708-f1331679ff1c" providerId="ADAL" clId="{E9351D83-3E75-409D-BDB8-C957A920DF99}" dt="2023-06-28T15:23:16.312" v="8573"/>
        <pc:sldMkLst>
          <pc:docMk/>
          <pc:sldMk cId="1975708200" sldId="526"/>
        </pc:sldMkLst>
      </pc:sldChg>
      <pc:sldChg chg="addSp delSp modSp add mod ord modAnim">
        <pc:chgData name="Chris Alvin" userId="1477fe7d-12c1-4dcd-b708-f1331679ff1c" providerId="ADAL" clId="{E9351D83-3E75-409D-BDB8-C957A920DF99}" dt="2023-06-28T16:50:30.767" v="10020"/>
        <pc:sldMkLst>
          <pc:docMk/>
          <pc:sldMk cId="3639435719" sldId="526"/>
        </pc:sldMkLst>
        <pc:spChg chg="del mod">
          <ac:chgData name="Chris Alvin" userId="1477fe7d-12c1-4dcd-b708-f1331679ff1c" providerId="ADAL" clId="{E9351D83-3E75-409D-BDB8-C957A920DF99}" dt="2023-06-28T15:32:47.246" v="9344" actId="478"/>
          <ac:spMkLst>
            <pc:docMk/>
            <pc:sldMk cId="3639435719" sldId="526"/>
            <ac:spMk id="2" creationId="{123281C4-4900-4F44-2ECC-DC4DD2045E0E}"/>
          </ac:spMkLst>
        </pc:spChg>
        <pc:spChg chg="add mod">
          <ac:chgData name="Chris Alvin" userId="1477fe7d-12c1-4dcd-b708-f1331679ff1c" providerId="ADAL" clId="{E9351D83-3E75-409D-BDB8-C957A920DF99}" dt="2023-06-28T15:28:39.216" v="8884" actId="6549"/>
          <ac:spMkLst>
            <pc:docMk/>
            <pc:sldMk cId="3639435719" sldId="526"/>
            <ac:spMk id="3" creationId="{9E01627B-0692-ABBE-BF90-179F7E651938}"/>
          </ac:spMkLst>
        </pc:spChg>
        <pc:spChg chg="mod">
          <ac:chgData name="Chris Alvin" userId="1477fe7d-12c1-4dcd-b708-f1331679ff1c" providerId="ADAL" clId="{E9351D83-3E75-409D-BDB8-C957A920DF99}" dt="2023-06-28T15:23:31.926" v="8603" actId="20577"/>
          <ac:spMkLst>
            <pc:docMk/>
            <pc:sldMk cId="3639435719" sldId="526"/>
            <ac:spMk id="4" creationId="{00000000-0000-0000-0000-000000000000}"/>
          </ac:spMkLst>
        </pc:spChg>
        <pc:spChg chg="mod">
          <ac:chgData name="Chris Alvin" userId="1477fe7d-12c1-4dcd-b708-f1331679ff1c" providerId="ADAL" clId="{E9351D83-3E75-409D-BDB8-C957A920DF99}" dt="2023-06-28T15:32:43.741" v="9343" actId="1076"/>
          <ac:spMkLst>
            <pc:docMk/>
            <pc:sldMk cId="3639435719" sldId="526"/>
            <ac:spMk id="5" creationId="{2FB65ED7-6EBD-BE1E-5FF0-69C83BB4F678}"/>
          </ac:spMkLst>
        </pc:spChg>
        <pc:spChg chg="add mod">
          <ac:chgData name="Chris Alvin" userId="1477fe7d-12c1-4dcd-b708-f1331679ff1c" providerId="ADAL" clId="{E9351D83-3E75-409D-BDB8-C957A920DF99}" dt="2023-06-28T15:29:49.879" v="9103" actId="20577"/>
          <ac:spMkLst>
            <pc:docMk/>
            <pc:sldMk cId="3639435719" sldId="526"/>
            <ac:spMk id="6" creationId="{F668D3AD-A717-F280-4529-01383BC7E417}"/>
          </ac:spMkLst>
        </pc:spChg>
        <pc:spChg chg="add mod">
          <ac:chgData name="Chris Alvin" userId="1477fe7d-12c1-4dcd-b708-f1331679ff1c" providerId="ADAL" clId="{E9351D83-3E75-409D-BDB8-C957A920DF99}" dt="2023-06-28T15:30:54.751" v="9314" actId="20577"/>
          <ac:spMkLst>
            <pc:docMk/>
            <pc:sldMk cId="3639435719" sldId="526"/>
            <ac:spMk id="7" creationId="{28F1A604-D7CF-D2DF-3639-601CE8617B64}"/>
          </ac:spMkLst>
        </pc:spChg>
        <pc:spChg chg="add mod">
          <ac:chgData name="Chris Alvin" userId="1477fe7d-12c1-4dcd-b708-f1331679ff1c" providerId="ADAL" clId="{E9351D83-3E75-409D-BDB8-C957A920DF99}" dt="2023-06-28T16:49:34.416" v="10007" actId="1076"/>
          <ac:spMkLst>
            <pc:docMk/>
            <pc:sldMk cId="3639435719" sldId="526"/>
            <ac:spMk id="8" creationId="{41E0EAC7-E9EF-CF1C-A7D3-8CB877FACC23}"/>
          </ac:spMkLst>
        </pc:spChg>
        <pc:spChg chg="del mod">
          <ac:chgData name="Chris Alvin" userId="1477fe7d-12c1-4dcd-b708-f1331679ff1c" providerId="ADAL" clId="{E9351D83-3E75-409D-BDB8-C957A920DF99}" dt="2023-06-28T15:33:23.134" v="9368" actId="478"/>
          <ac:spMkLst>
            <pc:docMk/>
            <pc:sldMk cId="3639435719" sldId="526"/>
            <ac:spMk id="9" creationId="{7D196D47-8447-3151-C199-E34F9F330F58}"/>
          </ac:spMkLst>
        </pc:spChg>
        <pc:spChg chg="add mod">
          <ac:chgData name="Chris Alvin" userId="1477fe7d-12c1-4dcd-b708-f1331679ff1c" providerId="ADAL" clId="{E9351D83-3E75-409D-BDB8-C957A920DF99}" dt="2023-06-28T16:49:26.805" v="10006" actId="1076"/>
          <ac:spMkLst>
            <pc:docMk/>
            <pc:sldMk cId="3639435719" sldId="526"/>
            <ac:spMk id="10" creationId="{6B75A271-4AB5-482B-C5C7-54EE78A25D94}"/>
          </ac:spMkLst>
        </pc:spChg>
        <pc:spChg chg="add mod">
          <ac:chgData name="Chris Alvin" userId="1477fe7d-12c1-4dcd-b708-f1331679ff1c" providerId="ADAL" clId="{E9351D83-3E75-409D-BDB8-C957A920DF99}" dt="2023-06-28T16:49:48.249" v="10011" actId="1076"/>
          <ac:spMkLst>
            <pc:docMk/>
            <pc:sldMk cId="3639435719" sldId="526"/>
            <ac:spMk id="11" creationId="{1DA9D660-1883-E594-250C-553D37E9CCD8}"/>
          </ac:spMkLst>
        </pc:spChg>
        <pc:spChg chg="add mod">
          <ac:chgData name="Chris Alvin" userId="1477fe7d-12c1-4dcd-b708-f1331679ff1c" providerId="ADAL" clId="{E9351D83-3E75-409D-BDB8-C957A920DF99}" dt="2023-06-28T16:49:04.845" v="10000" actId="1076"/>
          <ac:spMkLst>
            <pc:docMk/>
            <pc:sldMk cId="3639435719" sldId="526"/>
            <ac:spMk id="12" creationId="{C19BFB95-E2A9-59CE-A52B-0CAF22C8F89C}"/>
          </ac:spMkLst>
        </pc:spChg>
        <pc:spChg chg="add mod">
          <ac:chgData name="Chris Alvin" userId="1477fe7d-12c1-4dcd-b708-f1331679ff1c" providerId="ADAL" clId="{E9351D83-3E75-409D-BDB8-C957A920DF99}" dt="2023-06-28T16:49:52.507" v="10012" actId="1076"/>
          <ac:spMkLst>
            <pc:docMk/>
            <pc:sldMk cId="3639435719" sldId="526"/>
            <ac:spMk id="13" creationId="{F6F25367-470C-634E-60C2-03F764DF69C2}"/>
          </ac:spMkLst>
        </pc:spChg>
        <pc:spChg chg="del mod">
          <ac:chgData name="Chris Alvin" userId="1477fe7d-12c1-4dcd-b708-f1331679ff1c" providerId="ADAL" clId="{E9351D83-3E75-409D-BDB8-C957A920DF99}" dt="2023-06-28T15:32:50.054" v="9345" actId="478"/>
          <ac:spMkLst>
            <pc:docMk/>
            <pc:sldMk cId="3639435719" sldId="526"/>
            <ac:spMk id="14" creationId="{2028F749-A7FF-C1DB-1A5E-E66FFFD8B023}"/>
          </ac:spMkLst>
        </pc:spChg>
        <pc:spChg chg="add mod">
          <ac:chgData name="Chris Alvin" userId="1477fe7d-12c1-4dcd-b708-f1331679ff1c" providerId="ADAL" clId="{E9351D83-3E75-409D-BDB8-C957A920DF99}" dt="2023-06-28T16:49:52.507" v="10012" actId="1076"/>
          <ac:spMkLst>
            <pc:docMk/>
            <pc:sldMk cId="3639435719" sldId="526"/>
            <ac:spMk id="15" creationId="{46107491-8AF0-A6CB-7BC9-BE0E0F556B66}"/>
          </ac:spMkLst>
        </pc:spChg>
        <pc:spChg chg="add mod">
          <ac:chgData name="Chris Alvin" userId="1477fe7d-12c1-4dcd-b708-f1331679ff1c" providerId="ADAL" clId="{E9351D83-3E75-409D-BDB8-C957A920DF99}" dt="2023-06-28T16:49:26.805" v="10006" actId="1076"/>
          <ac:spMkLst>
            <pc:docMk/>
            <pc:sldMk cId="3639435719" sldId="526"/>
            <ac:spMk id="16" creationId="{4E5D3DF6-3258-41E7-5E47-9EE198C9A166}"/>
          </ac:spMkLst>
        </pc:spChg>
        <pc:spChg chg="add mod">
          <ac:chgData name="Chris Alvin" userId="1477fe7d-12c1-4dcd-b708-f1331679ff1c" providerId="ADAL" clId="{E9351D83-3E75-409D-BDB8-C957A920DF99}" dt="2023-06-28T16:49:34.416" v="10007" actId="1076"/>
          <ac:spMkLst>
            <pc:docMk/>
            <pc:sldMk cId="3639435719" sldId="526"/>
            <ac:spMk id="17" creationId="{FD4ADF9F-FBB1-9BF5-0184-F4BC1962285A}"/>
          </ac:spMkLst>
        </pc:spChg>
        <pc:spChg chg="add mod">
          <ac:chgData name="Chris Alvin" userId="1477fe7d-12c1-4dcd-b708-f1331679ff1c" providerId="ADAL" clId="{E9351D83-3E75-409D-BDB8-C957A920DF99}" dt="2023-06-28T16:49:43.049" v="10010" actId="1076"/>
          <ac:spMkLst>
            <pc:docMk/>
            <pc:sldMk cId="3639435719" sldId="526"/>
            <ac:spMk id="18" creationId="{9463FEF8-BD02-E4B6-83EA-C923A611F539}"/>
          </ac:spMkLst>
        </pc:spChg>
        <pc:spChg chg="del mod">
          <ac:chgData name="Chris Alvin" userId="1477fe7d-12c1-4dcd-b708-f1331679ff1c" providerId="ADAL" clId="{E9351D83-3E75-409D-BDB8-C957A920DF99}" dt="2023-06-28T15:32:47.246" v="9344" actId="478"/>
          <ac:spMkLst>
            <pc:docMk/>
            <pc:sldMk cId="3639435719" sldId="526"/>
            <ac:spMk id="19" creationId="{274ACE11-B23E-DD9A-B9D8-62E12F686988}"/>
          </ac:spMkLst>
        </pc:spChg>
        <pc:spChg chg="del mod">
          <ac:chgData name="Chris Alvin" userId="1477fe7d-12c1-4dcd-b708-f1331679ff1c" providerId="ADAL" clId="{E9351D83-3E75-409D-BDB8-C957A920DF99}" dt="2023-06-28T15:32:47.246" v="9344" actId="478"/>
          <ac:spMkLst>
            <pc:docMk/>
            <pc:sldMk cId="3639435719" sldId="526"/>
            <ac:spMk id="20" creationId="{E10646B4-34AF-A73B-E21B-BC68F88029B4}"/>
          </ac:spMkLst>
        </pc:spChg>
        <pc:spChg chg="add mod">
          <ac:chgData name="Chris Alvin" userId="1477fe7d-12c1-4dcd-b708-f1331679ff1c" providerId="ADAL" clId="{E9351D83-3E75-409D-BDB8-C957A920DF99}" dt="2023-06-28T16:49:48.249" v="10011" actId="1076"/>
          <ac:spMkLst>
            <pc:docMk/>
            <pc:sldMk cId="3639435719" sldId="526"/>
            <ac:spMk id="21" creationId="{34E01A99-CB9B-631C-5671-461C502A9B20}"/>
          </ac:spMkLst>
        </pc:spChg>
        <pc:spChg chg="del mod">
          <ac:chgData name="Chris Alvin" userId="1477fe7d-12c1-4dcd-b708-f1331679ff1c" providerId="ADAL" clId="{E9351D83-3E75-409D-BDB8-C957A920DF99}" dt="2023-06-28T15:32:47.246" v="9344" actId="478"/>
          <ac:spMkLst>
            <pc:docMk/>
            <pc:sldMk cId="3639435719" sldId="526"/>
            <ac:spMk id="22" creationId="{C1A9CC0F-C6FC-6E81-B1A6-E74B3D6FBB18}"/>
          </ac:spMkLst>
        </pc:spChg>
        <pc:spChg chg="del mod">
          <ac:chgData name="Chris Alvin" userId="1477fe7d-12c1-4dcd-b708-f1331679ff1c" providerId="ADAL" clId="{E9351D83-3E75-409D-BDB8-C957A920DF99}" dt="2023-06-28T15:32:50.054" v="9345" actId="478"/>
          <ac:spMkLst>
            <pc:docMk/>
            <pc:sldMk cId="3639435719" sldId="526"/>
            <ac:spMk id="23" creationId="{816D87C5-215E-0287-B095-9160865F0E44}"/>
          </ac:spMkLst>
        </pc:spChg>
        <pc:spChg chg="del mod">
          <ac:chgData name="Chris Alvin" userId="1477fe7d-12c1-4dcd-b708-f1331679ff1c" providerId="ADAL" clId="{E9351D83-3E75-409D-BDB8-C957A920DF99}" dt="2023-06-28T15:32:47.246" v="9344" actId="478"/>
          <ac:spMkLst>
            <pc:docMk/>
            <pc:sldMk cId="3639435719" sldId="526"/>
            <ac:spMk id="24" creationId="{E1ED0DCF-CF35-FD10-483E-8CBA62251FBE}"/>
          </ac:spMkLst>
        </pc:spChg>
        <pc:spChg chg="add mod">
          <ac:chgData name="Chris Alvin" userId="1477fe7d-12c1-4dcd-b708-f1331679ff1c" providerId="ADAL" clId="{E9351D83-3E75-409D-BDB8-C957A920DF99}" dt="2023-06-28T16:49:56.434" v="10013" actId="1076"/>
          <ac:spMkLst>
            <pc:docMk/>
            <pc:sldMk cId="3639435719" sldId="526"/>
            <ac:spMk id="26" creationId="{A6038603-1F95-79F6-A5E4-9762F8BC03E0}"/>
          </ac:spMkLst>
        </pc:spChg>
        <pc:spChg chg="mod">
          <ac:chgData name="Chris Alvin" userId="1477fe7d-12c1-4dcd-b708-f1331679ff1c" providerId="ADAL" clId="{E9351D83-3E75-409D-BDB8-C957A920DF99}" dt="2023-06-28T16:48:54.009" v="9999" actId="1076"/>
          <ac:spMkLst>
            <pc:docMk/>
            <pc:sldMk cId="3639435719" sldId="526"/>
            <ac:spMk id="27" creationId="{C31FAE9E-B818-989D-BE5A-7956CF0D4C77}"/>
          </ac:spMkLst>
        </pc:spChg>
        <pc:spChg chg="del mod">
          <ac:chgData name="Chris Alvin" userId="1477fe7d-12c1-4dcd-b708-f1331679ff1c" providerId="ADAL" clId="{E9351D83-3E75-409D-BDB8-C957A920DF99}" dt="2023-06-28T15:33:23.134" v="9368" actId="478"/>
          <ac:spMkLst>
            <pc:docMk/>
            <pc:sldMk cId="3639435719" sldId="526"/>
            <ac:spMk id="28" creationId="{6569B47C-6601-D9E4-7AF4-93E5F3B0B131}"/>
          </ac:spMkLst>
        </pc:spChg>
        <pc:spChg chg="add mod">
          <ac:chgData name="Chris Alvin" userId="1477fe7d-12c1-4dcd-b708-f1331679ff1c" providerId="ADAL" clId="{E9351D83-3E75-409D-BDB8-C957A920DF99}" dt="2023-06-28T16:49:56.434" v="10013" actId="1076"/>
          <ac:spMkLst>
            <pc:docMk/>
            <pc:sldMk cId="3639435719" sldId="526"/>
            <ac:spMk id="29" creationId="{60EDBAB5-C921-0291-54B7-D700E1A58E2C}"/>
          </ac:spMkLst>
        </pc:spChg>
        <pc:cxnChg chg="del mod">
          <ac:chgData name="Chris Alvin" userId="1477fe7d-12c1-4dcd-b708-f1331679ff1c" providerId="ADAL" clId="{E9351D83-3E75-409D-BDB8-C957A920DF99}" dt="2023-06-28T15:32:50.054" v="9345" actId="478"/>
          <ac:cxnSpMkLst>
            <pc:docMk/>
            <pc:sldMk cId="3639435719" sldId="526"/>
            <ac:cxnSpMk id="25" creationId="{E65E0F49-2681-ED6E-332C-6791754525C2}"/>
          </ac:cxnSpMkLst>
        </pc:cxnChg>
      </pc:sldChg>
      <pc:sldChg chg="addSp delSp modSp add mod">
        <pc:chgData name="Chris Alvin" userId="1477fe7d-12c1-4dcd-b708-f1331679ff1c" providerId="ADAL" clId="{E9351D83-3E75-409D-BDB8-C957A920DF99}" dt="2023-06-28T16:53:59.432" v="10108" actId="6549"/>
        <pc:sldMkLst>
          <pc:docMk/>
          <pc:sldMk cId="2033511828" sldId="527"/>
        </pc:sldMkLst>
        <pc:spChg chg="del">
          <ac:chgData name="Chris Alvin" userId="1477fe7d-12c1-4dcd-b708-f1331679ff1c" providerId="ADAL" clId="{E9351D83-3E75-409D-BDB8-C957A920DF99}" dt="2023-06-28T16:53:33.821" v="10092" actId="478"/>
          <ac:spMkLst>
            <pc:docMk/>
            <pc:sldMk cId="2033511828" sldId="527"/>
            <ac:spMk id="2" creationId="{123281C4-4900-4F44-2ECC-DC4DD2045E0E}"/>
          </ac:spMkLst>
        </pc:spChg>
        <pc:spChg chg="add mod">
          <ac:chgData name="Chris Alvin" userId="1477fe7d-12c1-4dcd-b708-f1331679ff1c" providerId="ADAL" clId="{E9351D83-3E75-409D-BDB8-C957A920DF99}" dt="2023-06-28T16:53:43.964" v="10103" actId="114"/>
          <ac:spMkLst>
            <pc:docMk/>
            <pc:sldMk cId="2033511828" sldId="527"/>
            <ac:spMk id="3" creationId="{3A2E2107-3725-456E-9E13-FD5C78BF8CF7}"/>
          </ac:spMkLst>
        </pc:spChg>
        <pc:spChg chg="mod">
          <ac:chgData name="Chris Alvin" userId="1477fe7d-12c1-4dcd-b708-f1331679ff1c" providerId="ADAL" clId="{E9351D83-3E75-409D-BDB8-C957A920DF99}" dt="2023-06-28T16:53:29.105" v="10091" actId="20577"/>
          <ac:spMkLst>
            <pc:docMk/>
            <pc:sldMk cId="2033511828" sldId="527"/>
            <ac:spMk id="5" creationId="{2FB65ED7-6EBD-BE1E-5FF0-69C83BB4F678}"/>
          </ac:spMkLst>
        </pc:spChg>
        <pc:spChg chg="add mod">
          <ac:chgData name="Chris Alvin" userId="1477fe7d-12c1-4dcd-b708-f1331679ff1c" providerId="ADAL" clId="{E9351D83-3E75-409D-BDB8-C957A920DF99}" dt="2023-06-28T16:53:59.432" v="10108" actId="6549"/>
          <ac:spMkLst>
            <pc:docMk/>
            <pc:sldMk cId="2033511828" sldId="527"/>
            <ac:spMk id="6" creationId="{205DB1E4-7CD0-5402-6B46-81F2F86FC2D9}"/>
          </ac:spMkLst>
        </pc:spChg>
        <pc:spChg chg="del">
          <ac:chgData name="Chris Alvin" userId="1477fe7d-12c1-4dcd-b708-f1331679ff1c" providerId="ADAL" clId="{E9351D83-3E75-409D-BDB8-C957A920DF99}" dt="2023-06-28T16:53:33.821" v="10092" actId="478"/>
          <ac:spMkLst>
            <pc:docMk/>
            <pc:sldMk cId="2033511828" sldId="527"/>
            <ac:spMk id="9" creationId="{7D196D47-8447-3151-C199-E34F9F330F58}"/>
          </ac:spMkLst>
        </pc:spChg>
        <pc:spChg chg="del">
          <ac:chgData name="Chris Alvin" userId="1477fe7d-12c1-4dcd-b708-f1331679ff1c" providerId="ADAL" clId="{E9351D83-3E75-409D-BDB8-C957A920DF99}" dt="2023-06-28T16:53:33.821" v="10092" actId="478"/>
          <ac:spMkLst>
            <pc:docMk/>
            <pc:sldMk cId="2033511828" sldId="527"/>
            <ac:spMk id="14" creationId="{2028F749-A7FF-C1DB-1A5E-E66FFFD8B023}"/>
          </ac:spMkLst>
        </pc:spChg>
        <pc:spChg chg="del">
          <ac:chgData name="Chris Alvin" userId="1477fe7d-12c1-4dcd-b708-f1331679ff1c" providerId="ADAL" clId="{E9351D83-3E75-409D-BDB8-C957A920DF99}" dt="2023-06-28T16:53:33.821" v="10092" actId="478"/>
          <ac:spMkLst>
            <pc:docMk/>
            <pc:sldMk cId="2033511828" sldId="527"/>
            <ac:spMk id="19" creationId="{274ACE11-B23E-DD9A-B9D8-62E12F686988}"/>
          </ac:spMkLst>
        </pc:spChg>
        <pc:spChg chg="del">
          <ac:chgData name="Chris Alvin" userId="1477fe7d-12c1-4dcd-b708-f1331679ff1c" providerId="ADAL" clId="{E9351D83-3E75-409D-BDB8-C957A920DF99}" dt="2023-06-28T16:53:33.821" v="10092" actId="478"/>
          <ac:spMkLst>
            <pc:docMk/>
            <pc:sldMk cId="2033511828" sldId="527"/>
            <ac:spMk id="20" creationId="{E10646B4-34AF-A73B-E21B-BC68F88029B4}"/>
          </ac:spMkLst>
        </pc:spChg>
        <pc:spChg chg="del">
          <ac:chgData name="Chris Alvin" userId="1477fe7d-12c1-4dcd-b708-f1331679ff1c" providerId="ADAL" clId="{E9351D83-3E75-409D-BDB8-C957A920DF99}" dt="2023-06-28T16:53:33.821" v="10092" actId="478"/>
          <ac:spMkLst>
            <pc:docMk/>
            <pc:sldMk cId="2033511828" sldId="527"/>
            <ac:spMk id="22" creationId="{C1A9CC0F-C6FC-6E81-B1A6-E74B3D6FBB18}"/>
          </ac:spMkLst>
        </pc:spChg>
        <pc:spChg chg="del">
          <ac:chgData name="Chris Alvin" userId="1477fe7d-12c1-4dcd-b708-f1331679ff1c" providerId="ADAL" clId="{E9351D83-3E75-409D-BDB8-C957A920DF99}" dt="2023-06-28T16:53:33.821" v="10092" actId="478"/>
          <ac:spMkLst>
            <pc:docMk/>
            <pc:sldMk cId="2033511828" sldId="527"/>
            <ac:spMk id="23" creationId="{816D87C5-215E-0287-B095-9160865F0E44}"/>
          </ac:spMkLst>
        </pc:spChg>
        <pc:spChg chg="del">
          <ac:chgData name="Chris Alvin" userId="1477fe7d-12c1-4dcd-b708-f1331679ff1c" providerId="ADAL" clId="{E9351D83-3E75-409D-BDB8-C957A920DF99}" dt="2023-06-28T16:53:33.821" v="10092" actId="478"/>
          <ac:spMkLst>
            <pc:docMk/>
            <pc:sldMk cId="2033511828" sldId="527"/>
            <ac:spMk id="24" creationId="{E1ED0DCF-CF35-FD10-483E-8CBA62251FBE}"/>
          </ac:spMkLst>
        </pc:spChg>
        <pc:spChg chg="del">
          <ac:chgData name="Chris Alvin" userId="1477fe7d-12c1-4dcd-b708-f1331679ff1c" providerId="ADAL" clId="{E9351D83-3E75-409D-BDB8-C957A920DF99}" dt="2023-06-28T16:53:36.212" v="10093" actId="478"/>
          <ac:spMkLst>
            <pc:docMk/>
            <pc:sldMk cId="2033511828" sldId="527"/>
            <ac:spMk id="27" creationId="{C31FAE9E-B818-989D-BE5A-7956CF0D4C77}"/>
          </ac:spMkLst>
        </pc:spChg>
        <pc:spChg chg="del">
          <ac:chgData name="Chris Alvin" userId="1477fe7d-12c1-4dcd-b708-f1331679ff1c" providerId="ADAL" clId="{E9351D83-3E75-409D-BDB8-C957A920DF99}" dt="2023-06-28T16:53:36.212" v="10093" actId="478"/>
          <ac:spMkLst>
            <pc:docMk/>
            <pc:sldMk cId="2033511828" sldId="527"/>
            <ac:spMk id="28" creationId="{6569B47C-6601-D9E4-7AF4-93E5F3B0B131}"/>
          </ac:spMkLst>
        </pc:spChg>
        <pc:cxnChg chg="del">
          <ac:chgData name="Chris Alvin" userId="1477fe7d-12c1-4dcd-b708-f1331679ff1c" providerId="ADAL" clId="{E9351D83-3E75-409D-BDB8-C957A920DF99}" dt="2023-06-28T16:53:33.821" v="10092" actId="478"/>
          <ac:cxnSpMkLst>
            <pc:docMk/>
            <pc:sldMk cId="2033511828" sldId="527"/>
            <ac:cxnSpMk id="25" creationId="{E65E0F49-2681-ED6E-332C-6791754525C2}"/>
          </ac:cxnSpMkLst>
        </pc:cxnChg>
      </pc:sldChg>
      <pc:sldChg chg="modSp add del mod">
        <pc:chgData name="Chris Alvin" userId="1477fe7d-12c1-4dcd-b708-f1331679ff1c" providerId="ADAL" clId="{E9351D83-3E75-409D-BDB8-C957A920DF99}" dt="2023-06-28T16:46:53.516" v="9963" actId="2696"/>
        <pc:sldMkLst>
          <pc:docMk/>
          <pc:sldMk cId="4017341493" sldId="527"/>
        </pc:sldMkLst>
        <pc:spChg chg="mod">
          <ac:chgData name="Chris Alvin" userId="1477fe7d-12c1-4dcd-b708-f1331679ff1c" providerId="ADAL" clId="{E9351D83-3E75-409D-BDB8-C957A920DF99}" dt="2023-06-28T16:44:33.093" v="9815" actId="20577"/>
          <ac:spMkLst>
            <pc:docMk/>
            <pc:sldMk cId="4017341493" sldId="527"/>
            <ac:spMk id="4" creationId="{00000000-0000-0000-0000-000000000000}"/>
          </ac:spMkLst>
        </pc:spChg>
        <pc:spChg chg="mod">
          <ac:chgData name="Chris Alvin" userId="1477fe7d-12c1-4dcd-b708-f1331679ff1c" providerId="ADAL" clId="{E9351D83-3E75-409D-BDB8-C957A920DF99}" dt="2023-06-28T16:45:21.628" v="9895" actId="20577"/>
          <ac:spMkLst>
            <pc:docMk/>
            <pc:sldMk cId="4017341493" sldId="527"/>
            <ac:spMk id="5" creationId="{2FB65ED7-6EBD-BE1E-5FF0-69C83BB4F678}"/>
          </ac:spMkLst>
        </pc:spChg>
      </pc:sldChg>
      <pc:sldChg chg="addSp delSp modSp add mod delAnim modAnim">
        <pc:chgData name="Chris Alvin" userId="1477fe7d-12c1-4dcd-b708-f1331679ff1c" providerId="ADAL" clId="{E9351D83-3E75-409D-BDB8-C957A920DF99}" dt="2023-07-13T12:54:18.405" v="11150" actId="1076"/>
        <pc:sldMkLst>
          <pc:docMk/>
          <pc:sldMk cId="2617609925" sldId="528"/>
        </pc:sldMkLst>
        <pc:spChg chg="del">
          <ac:chgData name="Chris Alvin" userId="1477fe7d-12c1-4dcd-b708-f1331679ff1c" providerId="ADAL" clId="{E9351D83-3E75-409D-BDB8-C957A920DF99}" dt="2023-06-28T16:54:35.574" v="10109" actId="478"/>
          <ac:spMkLst>
            <pc:docMk/>
            <pc:sldMk cId="2617609925" sldId="528"/>
            <ac:spMk id="2" creationId="{123281C4-4900-4F44-2ECC-DC4DD2045E0E}"/>
          </ac:spMkLst>
        </pc:spChg>
        <pc:spChg chg="add mod">
          <ac:chgData name="Chris Alvin" userId="1477fe7d-12c1-4dcd-b708-f1331679ff1c" providerId="ADAL" clId="{E9351D83-3E75-409D-BDB8-C957A920DF99}" dt="2023-07-13T12:54:18.405" v="11150" actId="1076"/>
          <ac:spMkLst>
            <pc:docMk/>
            <pc:sldMk cId="2617609925" sldId="528"/>
            <ac:spMk id="3" creationId="{D2AD01C1-57BB-FCCA-3BF3-2D7EC9244B28}"/>
          </ac:spMkLst>
        </pc:spChg>
        <pc:spChg chg="mod">
          <ac:chgData name="Chris Alvin" userId="1477fe7d-12c1-4dcd-b708-f1331679ff1c" providerId="ADAL" clId="{E9351D83-3E75-409D-BDB8-C957A920DF99}" dt="2023-07-13T12:38:38.896" v="10797" actId="20577"/>
          <ac:spMkLst>
            <pc:docMk/>
            <pc:sldMk cId="2617609925" sldId="528"/>
            <ac:spMk id="4" creationId="{00000000-0000-0000-0000-000000000000}"/>
          </ac:spMkLst>
        </pc:spChg>
        <pc:spChg chg="del mod">
          <ac:chgData name="Chris Alvin" userId="1477fe7d-12c1-4dcd-b708-f1331679ff1c" providerId="ADAL" clId="{E9351D83-3E75-409D-BDB8-C957A920DF99}" dt="2023-07-13T12:27:17.701" v="10577" actId="478"/>
          <ac:spMkLst>
            <pc:docMk/>
            <pc:sldMk cId="2617609925" sldId="528"/>
            <ac:spMk id="5" creationId="{2FB65ED7-6EBD-BE1E-5FF0-69C83BB4F678}"/>
          </ac:spMkLst>
        </pc:spChg>
        <pc:spChg chg="mod">
          <ac:chgData name="Chris Alvin" userId="1477fe7d-12c1-4dcd-b708-f1331679ff1c" providerId="ADAL" clId="{E9351D83-3E75-409D-BDB8-C957A920DF99}" dt="2023-07-13T12:31:03.033" v="10695"/>
          <ac:spMkLst>
            <pc:docMk/>
            <pc:sldMk cId="2617609925" sldId="528"/>
            <ac:spMk id="6" creationId="{FACB3973-21B4-F9E8-6C45-7F57DB9B48BB}"/>
          </ac:spMkLst>
        </pc:spChg>
        <pc:spChg chg="mod">
          <ac:chgData name="Chris Alvin" userId="1477fe7d-12c1-4dcd-b708-f1331679ff1c" providerId="ADAL" clId="{E9351D83-3E75-409D-BDB8-C957A920DF99}" dt="2023-07-13T12:31:03.033" v="10695"/>
          <ac:spMkLst>
            <pc:docMk/>
            <pc:sldMk cId="2617609925" sldId="528"/>
            <ac:spMk id="7" creationId="{764A23E2-AFEB-BEF9-B6EF-DE801ECFD666}"/>
          </ac:spMkLst>
        </pc:spChg>
        <pc:spChg chg="mod">
          <ac:chgData name="Chris Alvin" userId="1477fe7d-12c1-4dcd-b708-f1331679ff1c" providerId="ADAL" clId="{E9351D83-3E75-409D-BDB8-C957A920DF99}" dt="2023-07-13T12:31:03.033" v="10695"/>
          <ac:spMkLst>
            <pc:docMk/>
            <pc:sldMk cId="2617609925" sldId="528"/>
            <ac:spMk id="8" creationId="{A14458C8-5D1A-EC94-4908-A5F160B503A7}"/>
          </ac:spMkLst>
        </pc:spChg>
        <pc:spChg chg="mod">
          <ac:chgData name="Chris Alvin" userId="1477fe7d-12c1-4dcd-b708-f1331679ff1c" providerId="ADAL" clId="{E9351D83-3E75-409D-BDB8-C957A920DF99}" dt="2023-07-13T12:31:03.033" v="10695"/>
          <ac:spMkLst>
            <pc:docMk/>
            <pc:sldMk cId="2617609925" sldId="528"/>
            <ac:spMk id="9" creationId="{3BDFBA73-8D1C-004C-304B-437728552FBD}"/>
          </ac:spMkLst>
        </pc:spChg>
        <pc:spChg chg="del">
          <ac:chgData name="Chris Alvin" userId="1477fe7d-12c1-4dcd-b708-f1331679ff1c" providerId="ADAL" clId="{E9351D83-3E75-409D-BDB8-C957A920DF99}" dt="2023-06-28T16:54:35.574" v="10109" actId="478"/>
          <ac:spMkLst>
            <pc:docMk/>
            <pc:sldMk cId="2617609925" sldId="528"/>
            <ac:spMk id="9" creationId="{7D196D47-8447-3151-C199-E34F9F330F58}"/>
          </ac:spMkLst>
        </pc:spChg>
        <pc:spChg chg="mod">
          <ac:chgData name="Chris Alvin" userId="1477fe7d-12c1-4dcd-b708-f1331679ff1c" providerId="ADAL" clId="{E9351D83-3E75-409D-BDB8-C957A920DF99}" dt="2023-07-13T12:31:03.033" v="10695"/>
          <ac:spMkLst>
            <pc:docMk/>
            <pc:sldMk cId="2617609925" sldId="528"/>
            <ac:spMk id="10" creationId="{3009C14A-F230-7965-E212-017A77D57C5C}"/>
          </ac:spMkLst>
        </pc:spChg>
        <pc:spChg chg="mod">
          <ac:chgData name="Chris Alvin" userId="1477fe7d-12c1-4dcd-b708-f1331679ff1c" providerId="ADAL" clId="{E9351D83-3E75-409D-BDB8-C957A920DF99}" dt="2023-07-13T12:31:03.033" v="10695"/>
          <ac:spMkLst>
            <pc:docMk/>
            <pc:sldMk cId="2617609925" sldId="528"/>
            <ac:spMk id="13" creationId="{07C1A992-E020-ACD9-D7CC-3D2F74521E42}"/>
          </ac:spMkLst>
        </pc:spChg>
        <pc:spChg chg="del">
          <ac:chgData name="Chris Alvin" userId="1477fe7d-12c1-4dcd-b708-f1331679ff1c" providerId="ADAL" clId="{E9351D83-3E75-409D-BDB8-C957A920DF99}" dt="2023-06-28T16:54:35.574" v="10109" actId="478"/>
          <ac:spMkLst>
            <pc:docMk/>
            <pc:sldMk cId="2617609925" sldId="528"/>
            <ac:spMk id="14" creationId="{2028F749-A7FF-C1DB-1A5E-E66FFFD8B023}"/>
          </ac:spMkLst>
        </pc:spChg>
        <pc:spChg chg="mod">
          <ac:chgData name="Chris Alvin" userId="1477fe7d-12c1-4dcd-b708-f1331679ff1c" providerId="ADAL" clId="{E9351D83-3E75-409D-BDB8-C957A920DF99}" dt="2023-07-13T12:31:03.033" v="10695"/>
          <ac:spMkLst>
            <pc:docMk/>
            <pc:sldMk cId="2617609925" sldId="528"/>
            <ac:spMk id="14" creationId="{9D486304-6CA6-1136-6927-188E9C90301F}"/>
          </ac:spMkLst>
        </pc:spChg>
        <pc:spChg chg="mod">
          <ac:chgData name="Chris Alvin" userId="1477fe7d-12c1-4dcd-b708-f1331679ff1c" providerId="ADAL" clId="{E9351D83-3E75-409D-BDB8-C957A920DF99}" dt="2023-07-13T12:31:03.033" v="10695"/>
          <ac:spMkLst>
            <pc:docMk/>
            <pc:sldMk cId="2617609925" sldId="528"/>
            <ac:spMk id="15" creationId="{B4D09215-0837-9E2F-1030-3550A11BF427}"/>
          </ac:spMkLst>
        </pc:spChg>
        <pc:spChg chg="mod">
          <ac:chgData name="Chris Alvin" userId="1477fe7d-12c1-4dcd-b708-f1331679ff1c" providerId="ADAL" clId="{E9351D83-3E75-409D-BDB8-C957A920DF99}" dt="2023-07-13T12:31:19.851" v="10697"/>
          <ac:spMkLst>
            <pc:docMk/>
            <pc:sldMk cId="2617609925" sldId="528"/>
            <ac:spMk id="17" creationId="{B4672168-E9A8-D5E8-188C-5F56CAD284A7}"/>
          </ac:spMkLst>
        </pc:spChg>
        <pc:spChg chg="mod">
          <ac:chgData name="Chris Alvin" userId="1477fe7d-12c1-4dcd-b708-f1331679ff1c" providerId="ADAL" clId="{E9351D83-3E75-409D-BDB8-C957A920DF99}" dt="2023-07-13T12:31:19.851" v="10697"/>
          <ac:spMkLst>
            <pc:docMk/>
            <pc:sldMk cId="2617609925" sldId="528"/>
            <ac:spMk id="18" creationId="{501B60E5-FFDD-F3D2-9C26-408273566864}"/>
          </ac:spMkLst>
        </pc:spChg>
        <pc:spChg chg="del">
          <ac:chgData name="Chris Alvin" userId="1477fe7d-12c1-4dcd-b708-f1331679ff1c" providerId="ADAL" clId="{E9351D83-3E75-409D-BDB8-C957A920DF99}" dt="2023-06-28T16:54:35.574" v="10109" actId="478"/>
          <ac:spMkLst>
            <pc:docMk/>
            <pc:sldMk cId="2617609925" sldId="528"/>
            <ac:spMk id="19" creationId="{274ACE11-B23E-DD9A-B9D8-62E12F686988}"/>
          </ac:spMkLst>
        </pc:spChg>
        <pc:spChg chg="mod">
          <ac:chgData name="Chris Alvin" userId="1477fe7d-12c1-4dcd-b708-f1331679ff1c" providerId="ADAL" clId="{E9351D83-3E75-409D-BDB8-C957A920DF99}" dt="2023-07-13T12:31:19.851" v="10697"/>
          <ac:spMkLst>
            <pc:docMk/>
            <pc:sldMk cId="2617609925" sldId="528"/>
            <ac:spMk id="19" creationId="{CC6D0821-1923-1C1D-0B84-FD5E19CFD820}"/>
          </ac:spMkLst>
        </pc:spChg>
        <pc:spChg chg="mod">
          <ac:chgData name="Chris Alvin" userId="1477fe7d-12c1-4dcd-b708-f1331679ff1c" providerId="ADAL" clId="{E9351D83-3E75-409D-BDB8-C957A920DF99}" dt="2023-07-13T12:31:19.851" v="10697"/>
          <ac:spMkLst>
            <pc:docMk/>
            <pc:sldMk cId="2617609925" sldId="528"/>
            <ac:spMk id="20" creationId="{1ADC05E6-D99D-F142-B02C-C88EDE309CD2}"/>
          </ac:spMkLst>
        </pc:spChg>
        <pc:spChg chg="del">
          <ac:chgData name="Chris Alvin" userId="1477fe7d-12c1-4dcd-b708-f1331679ff1c" providerId="ADAL" clId="{E9351D83-3E75-409D-BDB8-C957A920DF99}" dt="2023-06-28T16:54:35.574" v="10109" actId="478"/>
          <ac:spMkLst>
            <pc:docMk/>
            <pc:sldMk cId="2617609925" sldId="528"/>
            <ac:spMk id="20" creationId="{E10646B4-34AF-A73B-E21B-BC68F88029B4}"/>
          </ac:spMkLst>
        </pc:spChg>
        <pc:spChg chg="mod">
          <ac:chgData name="Chris Alvin" userId="1477fe7d-12c1-4dcd-b708-f1331679ff1c" providerId="ADAL" clId="{E9351D83-3E75-409D-BDB8-C957A920DF99}" dt="2023-07-13T12:31:19.851" v="10697"/>
          <ac:spMkLst>
            <pc:docMk/>
            <pc:sldMk cId="2617609925" sldId="528"/>
            <ac:spMk id="21" creationId="{73720CCF-0B25-EAF9-7171-5BA7E6E67B1D}"/>
          </ac:spMkLst>
        </pc:spChg>
        <pc:spChg chg="del">
          <ac:chgData name="Chris Alvin" userId="1477fe7d-12c1-4dcd-b708-f1331679ff1c" providerId="ADAL" clId="{E9351D83-3E75-409D-BDB8-C957A920DF99}" dt="2023-06-28T16:54:35.574" v="10109" actId="478"/>
          <ac:spMkLst>
            <pc:docMk/>
            <pc:sldMk cId="2617609925" sldId="528"/>
            <ac:spMk id="22" creationId="{C1A9CC0F-C6FC-6E81-B1A6-E74B3D6FBB18}"/>
          </ac:spMkLst>
        </pc:spChg>
        <pc:spChg chg="del">
          <ac:chgData name="Chris Alvin" userId="1477fe7d-12c1-4dcd-b708-f1331679ff1c" providerId="ADAL" clId="{E9351D83-3E75-409D-BDB8-C957A920DF99}" dt="2023-06-28T16:54:35.574" v="10109" actId="478"/>
          <ac:spMkLst>
            <pc:docMk/>
            <pc:sldMk cId="2617609925" sldId="528"/>
            <ac:spMk id="23" creationId="{816D87C5-215E-0287-B095-9160865F0E44}"/>
          </ac:spMkLst>
        </pc:spChg>
        <pc:spChg chg="mod topLvl">
          <ac:chgData name="Chris Alvin" userId="1477fe7d-12c1-4dcd-b708-f1331679ff1c" providerId="ADAL" clId="{E9351D83-3E75-409D-BDB8-C957A920DF99}" dt="2023-07-13T12:36:51.366" v="10777" actId="164"/>
          <ac:spMkLst>
            <pc:docMk/>
            <pc:sldMk cId="2617609925" sldId="528"/>
            <ac:spMk id="24" creationId="{5C9F2107-6E49-DC0F-0F5E-7D4270B6A5FF}"/>
          </ac:spMkLst>
        </pc:spChg>
        <pc:spChg chg="del">
          <ac:chgData name="Chris Alvin" userId="1477fe7d-12c1-4dcd-b708-f1331679ff1c" providerId="ADAL" clId="{E9351D83-3E75-409D-BDB8-C957A920DF99}" dt="2023-06-28T16:54:35.574" v="10109" actId="478"/>
          <ac:spMkLst>
            <pc:docMk/>
            <pc:sldMk cId="2617609925" sldId="528"/>
            <ac:spMk id="24" creationId="{E1ED0DCF-CF35-FD10-483E-8CBA62251FBE}"/>
          </ac:spMkLst>
        </pc:spChg>
        <pc:spChg chg="mod ord topLvl">
          <ac:chgData name="Chris Alvin" userId="1477fe7d-12c1-4dcd-b708-f1331679ff1c" providerId="ADAL" clId="{E9351D83-3E75-409D-BDB8-C957A920DF99}" dt="2023-07-13T12:36:51.366" v="10777" actId="164"/>
          <ac:spMkLst>
            <pc:docMk/>
            <pc:sldMk cId="2617609925" sldId="528"/>
            <ac:spMk id="25" creationId="{ECC95B5D-4DAA-C1AD-9386-8669101459BE}"/>
          </ac:spMkLst>
        </pc:spChg>
        <pc:spChg chg="mod ord topLvl">
          <ac:chgData name="Chris Alvin" userId="1477fe7d-12c1-4dcd-b708-f1331679ff1c" providerId="ADAL" clId="{E9351D83-3E75-409D-BDB8-C957A920DF99}" dt="2023-07-13T12:36:51.366" v="10777" actId="164"/>
          <ac:spMkLst>
            <pc:docMk/>
            <pc:sldMk cId="2617609925" sldId="528"/>
            <ac:spMk id="26" creationId="{85A1840E-F18C-B074-28CB-6C28B3138BEF}"/>
          </ac:spMkLst>
        </pc:spChg>
        <pc:spChg chg="mod topLvl">
          <ac:chgData name="Chris Alvin" userId="1477fe7d-12c1-4dcd-b708-f1331679ff1c" providerId="ADAL" clId="{E9351D83-3E75-409D-BDB8-C957A920DF99}" dt="2023-07-13T12:36:51.366" v="10777" actId="164"/>
          <ac:spMkLst>
            <pc:docMk/>
            <pc:sldMk cId="2617609925" sldId="528"/>
            <ac:spMk id="27" creationId="{3263BD48-14DF-00BF-71AE-9A3B27F7820C}"/>
          </ac:spMkLst>
        </pc:spChg>
        <pc:spChg chg="del">
          <ac:chgData name="Chris Alvin" userId="1477fe7d-12c1-4dcd-b708-f1331679ff1c" providerId="ADAL" clId="{E9351D83-3E75-409D-BDB8-C957A920DF99}" dt="2023-06-28T16:54:35.574" v="10109" actId="478"/>
          <ac:spMkLst>
            <pc:docMk/>
            <pc:sldMk cId="2617609925" sldId="528"/>
            <ac:spMk id="27" creationId="{C31FAE9E-B818-989D-BE5A-7956CF0D4C77}"/>
          </ac:spMkLst>
        </pc:spChg>
        <pc:spChg chg="del">
          <ac:chgData name="Chris Alvin" userId="1477fe7d-12c1-4dcd-b708-f1331679ff1c" providerId="ADAL" clId="{E9351D83-3E75-409D-BDB8-C957A920DF99}" dt="2023-06-28T16:54:35.574" v="10109" actId="478"/>
          <ac:spMkLst>
            <pc:docMk/>
            <pc:sldMk cId="2617609925" sldId="528"/>
            <ac:spMk id="28" creationId="{6569B47C-6601-D9E4-7AF4-93E5F3B0B131}"/>
          </ac:spMkLst>
        </pc:spChg>
        <pc:spChg chg="mod topLvl">
          <ac:chgData name="Chris Alvin" userId="1477fe7d-12c1-4dcd-b708-f1331679ff1c" providerId="ADAL" clId="{E9351D83-3E75-409D-BDB8-C957A920DF99}" dt="2023-07-13T12:36:51.366" v="10777" actId="164"/>
          <ac:spMkLst>
            <pc:docMk/>
            <pc:sldMk cId="2617609925" sldId="528"/>
            <ac:spMk id="28" creationId="{6DC3CBDF-4006-819C-5244-708FC348D954}"/>
          </ac:spMkLst>
        </pc:spChg>
        <pc:spChg chg="del">
          <ac:chgData name="Chris Alvin" userId="1477fe7d-12c1-4dcd-b708-f1331679ff1c" providerId="ADAL" clId="{E9351D83-3E75-409D-BDB8-C957A920DF99}" dt="2023-06-28T16:54:35.574" v="10109" actId="478"/>
          <ac:spMkLst>
            <pc:docMk/>
            <pc:sldMk cId="2617609925" sldId="528"/>
            <ac:spMk id="29" creationId="{03C251F0-0952-2C88-B03E-B66303CC311C}"/>
          </ac:spMkLst>
        </pc:spChg>
        <pc:spChg chg="add mod ord">
          <ac:chgData name="Chris Alvin" userId="1477fe7d-12c1-4dcd-b708-f1331679ff1c" providerId="ADAL" clId="{E9351D83-3E75-409D-BDB8-C957A920DF99}" dt="2023-07-13T12:36:51.366" v="10777" actId="164"/>
          <ac:spMkLst>
            <pc:docMk/>
            <pc:sldMk cId="2617609925" sldId="528"/>
            <ac:spMk id="29" creationId="{72145C7C-BB50-B326-FC73-AE22D0F443CB}"/>
          </ac:spMkLst>
        </pc:spChg>
        <pc:spChg chg="add mod">
          <ac:chgData name="Chris Alvin" userId="1477fe7d-12c1-4dcd-b708-f1331679ff1c" providerId="ADAL" clId="{E9351D83-3E75-409D-BDB8-C957A920DF99}" dt="2023-07-13T12:33:22.650" v="10725" actId="571"/>
          <ac:spMkLst>
            <pc:docMk/>
            <pc:sldMk cId="2617609925" sldId="528"/>
            <ac:spMk id="30" creationId="{CFB553CD-C245-78B8-E49D-0DF12CB78CAA}"/>
          </ac:spMkLst>
        </pc:spChg>
        <pc:spChg chg="add mod">
          <ac:chgData name="Chris Alvin" userId="1477fe7d-12c1-4dcd-b708-f1331679ff1c" providerId="ADAL" clId="{E9351D83-3E75-409D-BDB8-C957A920DF99}" dt="2023-07-13T12:36:51.366" v="10777" actId="164"/>
          <ac:spMkLst>
            <pc:docMk/>
            <pc:sldMk cId="2617609925" sldId="528"/>
            <ac:spMk id="31" creationId="{5E662ED6-3C3D-0C3E-456B-F556446DBA80}"/>
          </ac:spMkLst>
        </pc:spChg>
        <pc:spChg chg="mod">
          <ac:chgData name="Chris Alvin" userId="1477fe7d-12c1-4dcd-b708-f1331679ff1c" providerId="ADAL" clId="{E9351D83-3E75-409D-BDB8-C957A920DF99}" dt="2023-07-13T12:37:10.142" v="10781" actId="571"/>
          <ac:spMkLst>
            <pc:docMk/>
            <pc:sldMk cId="2617609925" sldId="528"/>
            <ac:spMk id="35" creationId="{CB18B5B9-0F61-4E6B-9067-3B01D5E02A67}"/>
          </ac:spMkLst>
        </pc:spChg>
        <pc:spChg chg="mod">
          <ac:chgData name="Chris Alvin" userId="1477fe7d-12c1-4dcd-b708-f1331679ff1c" providerId="ADAL" clId="{E9351D83-3E75-409D-BDB8-C957A920DF99}" dt="2023-07-13T12:37:10.142" v="10781" actId="571"/>
          <ac:spMkLst>
            <pc:docMk/>
            <pc:sldMk cId="2617609925" sldId="528"/>
            <ac:spMk id="36" creationId="{C0E9F18B-5184-3AF1-97E4-8CC868A60BE5}"/>
          </ac:spMkLst>
        </pc:spChg>
        <pc:spChg chg="mod">
          <ac:chgData name="Chris Alvin" userId="1477fe7d-12c1-4dcd-b708-f1331679ff1c" providerId="ADAL" clId="{E9351D83-3E75-409D-BDB8-C957A920DF99}" dt="2023-07-13T12:37:10.142" v="10781" actId="571"/>
          <ac:spMkLst>
            <pc:docMk/>
            <pc:sldMk cId="2617609925" sldId="528"/>
            <ac:spMk id="37" creationId="{02315796-EDDA-BAD7-CE1B-952DDB24F5E3}"/>
          </ac:spMkLst>
        </pc:spChg>
        <pc:spChg chg="mod topLvl">
          <ac:chgData name="Chris Alvin" userId="1477fe7d-12c1-4dcd-b708-f1331679ff1c" providerId="ADAL" clId="{E9351D83-3E75-409D-BDB8-C957A920DF99}" dt="2023-07-13T12:38:18.135" v="10790" actId="164"/>
          <ac:spMkLst>
            <pc:docMk/>
            <pc:sldMk cId="2617609925" sldId="528"/>
            <ac:spMk id="39" creationId="{DB4C5041-63E2-8EBD-B3CA-A623BCFDCAED}"/>
          </ac:spMkLst>
        </pc:spChg>
        <pc:spChg chg="del mod">
          <ac:chgData name="Chris Alvin" userId="1477fe7d-12c1-4dcd-b708-f1331679ff1c" providerId="ADAL" clId="{E9351D83-3E75-409D-BDB8-C957A920DF99}" dt="2023-07-13T12:37:40.445" v="10787" actId="478"/>
          <ac:spMkLst>
            <pc:docMk/>
            <pc:sldMk cId="2617609925" sldId="528"/>
            <ac:spMk id="40" creationId="{9907479E-B6F5-08D5-DB1B-8CECE7E53CBF}"/>
          </ac:spMkLst>
        </pc:spChg>
        <pc:spChg chg="del">
          <ac:chgData name="Chris Alvin" userId="1477fe7d-12c1-4dcd-b708-f1331679ff1c" providerId="ADAL" clId="{E9351D83-3E75-409D-BDB8-C957A920DF99}" dt="2023-06-28T16:54:35.574" v="10109" actId="478"/>
          <ac:spMkLst>
            <pc:docMk/>
            <pc:sldMk cId="2617609925" sldId="528"/>
            <ac:spMk id="40" creationId="{ED6E1842-F357-CE3C-0E7F-62208370064F}"/>
          </ac:spMkLst>
        </pc:spChg>
        <pc:spChg chg="del mod topLvl">
          <ac:chgData name="Chris Alvin" userId="1477fe7d-12c1-4dcd-b708-f1331679ff1c" providerId="ADAL" clId="{E9351D83-3E75-409D-BDB8-C957A920DF99}" dt="2023-07-13T12:37:40.445" v="10787" actId="478"/>
          <ac:spMkLst>
            <pc:docMk/>
            <pc:sldMk cId="2617609925" sldId="528"/>
            <ac:spMk id="41" creationId="{7175E26C-CF01-08A2-51F6-9DA88E14421E}"/>
          </ac:spMkLst>
        </pc:spChg>
        <pc:spChg chg="del">
          <ac:chgData name="Chris Alvin" userId="1477fe7d-12c1-4dcd-b708-f1331679ff1c" providerId="ADAL" clId="{E9351D83-3E75-409D-BDB8-C957A920DF99}" dt="2023-06-28T16:54:35.574" v="10109" actId="478"/>
          <ac:spMkLst>
            <pc:docMk/>
            <pc:sldMk cId="2617609925" sldId="528"/>
            <ac:spMk id="41" creationId="{A15710AD-7245-B8EC-9CC0-3DF4BA40BC69}"/>
          </ac:spMkLst>
        </pc:spChg>
        <pc:spChg chg="del mod">
          <ac:chgData name="Chris Alvin" userId="1477fe7d-12c1-4dcd-b708-f1331679ff1c" providerId="ADAL" clId="{E9351D83-3E75-409D-BDB8-C957A920DF99}" dt="2023-07-13T12:37:37.278" v="10786" actId="478"/>
          <ac:spMkLst>
            <pc:docMk/>
            <pc:sldMk cId="2617609925" sldId="528"/>
            <ac:spMk id="42" creationId="{3135CE43-17A1-CF3E-BDF9-F8793B93A773}"/>
          </ac:spMkLst>
        </pc:spChg>
        <pc:spChg chg="del mod">
          <ac:chgData name="Chris Alvin" userId="1477fe7d-12c1-4dcd-b708-f1331679ff1c" providerId="ADAL" clId="{E9351D83-3E75-409D-BDB8-C957A920DF99}" dt="2023-07-13T12:37:37.278" v="10786" actId="478"/>
          <ac:spMkLst>
            <pc:docMk/>
            <pc:sldMk cId="2617609925" sldId="528"/>
            <ac:spMk id="43" creationId="{767A9448-1D39-161E-B296-6946F283965E}"/>
          </ac:spMkLst>
        </pc:spChg>
        <pc:spChg chg="mod">
          <ac:chgData name="Chris Alvin" userId="1477fe7d-12c1-4dcd-b708-f1331679ff1c" providerId="ADAL" clId="{E9351D83-3E75-409D-BDB8-C957A920DF99}" dt="2023-07-13T12:37:27.831" v="10784" actId="571"/>
          <ac:spMkLst>
            <pc:docMk/>
            <pc:sldMk cId="2617609925" sldId="528"/>
            <ac:spMk id="46" creationId="{D2D2571B-EDE6-1F26-8FBC-DFBE3C51AEB2}"/>
          </ac:spMkLst>
        </pc:spChg>
        <pc:spChg chg="mod">
          <ac:chgData name="Chris Alvin" userId="1477fe7d-12c1-4dcd-b708-f1331679ff1c" providerId="ADAL" clId="{E9351D83-3E75-409D-BDB8-C957A920DF99}" dt="2023-07-13T12:37:27.831" v="10784" actId="571"/>
          <ac:spMkLst>
            <pc:docMk/>
            <pc:sldMk cId="2617609925" sldId="528"/>
            <ac:spMk id="47" creationId="{FCFA0394-7F65-21E3-FEF7-DB9A7A793FA2}"/>
          </ac:spMkLst>
        </pc:spChg>
        <pc:spChg chg="mod">
          <ac:chgData name="Chris Alvin" userId="1477fe7d-12c1-4dcd-b708-f1331679ff1c" providerId="ADAL" clId="{E9351D83-3E75-409D-BDB8-C957A920DF99}" dt="2023-07-13T12:37:27.831" v="10784" actId="571"/>
          <ac:spMkLst>
            <pc:docMk/>
            <pc:sldMk cId="2617609925" sldId="528"/>
            <ac:spMk id="48" creationId="{C360D158-DC39-C8D9-8CD5-655E134A21CC}"/>
          </ac:spMkLst>
        </pc:spChg>
        <pc:grpChg chg="add mod">
          <ac:chgData name="Chris Alvin" userId="1477fe7d-12c1-4dcd-b708-f1331679ff1c" providerId="ADAL" clId="{E9351D83-3E75-409D-BDB8-C957A920DF99}" dt="2023-07-13T12:54:18.405" v="11150" actId="1076"/>
          <ac:grpSpMkLst>
            <pc:docMk/>
            <pc:sldMk cId="2617609925" sldId="528"/>
            <ac:grpSpMk id="2" creationId="{73665473-CAAB-D2B4-1EC6-F6D9D1771060}"/>
          </ac:grpSpMkLst>
        </pc:grpChg>
        <pc:grpChg chg="add del mod">
          <ac:chgData name="Chris Alvin" userId="1477fe7d-12c1-4dcd-b708-f1331679ff1c" providerId="ADAL" clId="{E9351D83-3E75-409D-BDB8-C957A920DF99}" dt="2023-07-13T12:38:11.918" v="10789" actId="478"/>
          <ac:grpSpMkLst>
            <pc:docMk/>
            <pc:sldMk cId="2617609925" sldId="528"/>
            <ac:grpSpMk id="11" creationId="{9FFE7343-B2EB-6E24-35D5-41A49C373422}"/>
          </ac:grpSpMkLst>
        </pc:grpChg>
        <pc:grpChg chg="mod">
          <ac:chgData name="Chris Alvin" userId="1477fe7d-12c1-4dcd-b708-f1331679ff1c" providerId="ADAL" clId="{E9351D83-3E75-409D-BDB8-C957A920DF99}" dt="2023-07-13T12:31:03.033" v="10695"/>
          <ac:grpSpMkLst>
            <pc:docMk/>
            <pc:sldMk cId="2617609925" sldId="528"/>
            <ac:grpSpMk id="12" creationId="{E13B741A-0C03-AD5D-7478-87E7DB05B6D7}"/>
          </ac:grpSpMkLst>
        </pc:grpChg>
        <pc:grpChg chg="add del mod">
          <ac:chgData name="Chris Alvin" userId="1477fe7d-12c1-4dcd-b708-f1331679ff1c" providerId="ADAL" clId="{E9351D83-3E75-409D-BDB8-C957A920DF99}" dt="2023-07-13T12:32:13.899" v="10701" actId="478"/>
          <ac:grpSpMkLst>
            <pc:docMk/>
            <pc:sldMk cId="2617609925" sldId="528"/>
            <ac:grpSpMk id="16" creationId="{17665002-6E58-25E8-6858-DC932E03AD4E}"/>
          </ac:grpSpMkLst>
        </pc:grpChg>
        <pc:grpChg chg="add del mod">
          <ac:chgData name="Chris Alvin" userId="1477fe7d-12c1-4dcd-b708-f1331679ff1c" providerId="ADAL" clId="{E9351D83-3E75-409D-BDB8-C957A920DF99}" dt="2023-07-13T12:32:50.831" v="10706" actId="165"/>
          <ac:grpSpMkLst>
            <pc:docMk/>
            <pc:sldMk cId="2617609925" sldId="528"/>
            <ac:grpSpMk id="23" creationId="{D2E23328-3D19-79AD-975E-F4DD064C8B54}"/>
          </ac:grpSpMkLst>
        </pc:grpChg>
        <pc:grpChg chg="add mod">
          <ac:chgData name="Chris Alvin" userId="1477fe7d-12c1-4dcd-b708-f1331679ff1c" providerId="ADAL" clId="{E9351D83-3E75-409D-BDB8-C957A920DF99}" dt="2023-07-13T12:54:18.405" v="11150" actId="1076"/>
          <ac:grpSpMkLst>
            <pc:docMk/>
            <pc:sldMk cId="2617609925" sldId="528"/>
            <ac:grpSpMk id="32" creationId="{E95130FB-1B30-92C0-2781-9C54775D9213}"/>
          </ac:grpSpMkLst>
        </pc:grpChg>
        <pc:grpChg chg="add mod">
          <ac:chgData name="Chris Alvin" userId="1477fe7d-12c1-4dcd-b708-f1331679ff1c" providerId="ADAL" clId="{E9351D83-3E75-409D-BDB8-C957A920DF99}" dt="2023-07-13T12:37:10.142" v="10781" actId="571"/>
          <ac:grpSpMkLst>
            <pc:docMk/>
            <pc:sldMk cId="2617609925" sldId="528"/>
            <ac:grpSpMk id="33" creationId="{A8097FA4-E76D-141D-D374-8F13BFCDCC83}"/>
          </ac:grpSpMkLst>
        </pc:grpChg>
        <pc:grpChg chg="mod">
          <ac:chgData name="Chris Alvin" userId="1477fe7d-12c1-4dcd-b708-f1331679ff1c" providerId="ADAL" clId="{E9351D83-3E75-409D-BDB8-C957A920DF99}" dt="2023-07-13T12:37:10.142" v="10781" actId="571"/>
          <ac:grpSpMkLst>
            <pc:docMk/>
            <pc:sldMk cId="2617609925" sldId="528"/>
            <ac:grpSpMk id="34" creationId="{ED998B20-7749-7049-52B4-D99D115D487E}"/>
          </ac:grpSpMkLst>
        </pc:grpChg>
        <pc:grpChg chg="add del mod">
          <ac:chgData name="Chris Alvin" userId="1477fe7d-12c1-4dcd-b708-f1331679ff1c" providerId="ADAL" clId="{E9351D83-3E75-409D-BDB8-C957A920DF99}" dt="2023-07-13T12:37:40.445" v="10787" actId="478"/>
          <ac:grpSpMkLst>
            <pc:docMk/>
            <pc:sldMk cId="2617609925" sldId="528"/>
            <ac:grpSpMk id="38" creationId="{6027F1D9-235D-3911-8B08-F5A8C8515A36}"/>
          </ac:grpSpMkLst>
        </pc:grpChg>
        <pc:grpChg chg="del">
          <ac:chgData name="Chris Alvin" userId="1477fe7d-12c1-4dcd-b708-f1331679ff1c" providerId="ADAL" clId="{E9351D83-3E75-409D-BDB8-C957A920DF99}" dt="2023-06-28T16:54:35.574" v="10109" actId="478"/>
          <ac:grpSpMkLst>
            <pc:docMk/>
            <pc:sldMk cId="2617609925" sldId="528"/>
            <ac:grpSpMk id="39" creationId="{AEEA199E-61AF-E4FE-AA6E-EF74C568B35F}"/>
          </ac:grpSpMkLst>
        </pc:grpChg>
        <pc:grpChg chg="add mod">
          <ac:chgData name="Chris Alvin" userId="1477fe7d-12c1-4dcd-b708-f1331679ff1c" providerId="ADAL" clId="{E9351D83-3E75-409D-BDB8-C957A920DF99}" dt="2023-07-13T12:38:18.135" v="10790" actId="164"/>
          <ac:grpSpMkLst>
            <pc:docMk/>
            <pc:sldMk cId="2617609925" sldId="528"/>
            <ac:grpSpMk id="44" creationId="{BACAC666-8CCA-8680-1B5E-F317D42CCC50}"/>
          </ac:grpSpMkLst>
        </pc:grpChg>
        <pc:grpChg chg="mod">
          <ac:chgData name="Chris Alvin" userId="1477fe7d-12c1-4dcd-b708-f1331679ff1c" providerId="ADAL" clId="{E9351D83-3E75-409D-BDB8-C957A920DF99}" dt="2023-07-13T12:37:27.831" v="10784" actId="571"/>
          <ac:grpSpMkLst>
            <pc:docMk/>
            <pc:sldMk cId="2617609925" sldId="528"/>
            <ac:grpSpMk id="45" creationId="{725CA24F-0FB2-918B-677A-D84FCC4798C6}"/>
          </ac:grpSpMkLst>
        </pc:grpChg>
        <pc:grpChg chg="add mod">
          <ac:chgData name="Chris Alvin" userId="1477fe7d-12c1-4dcd-b708-f1331679ff1c" providerId="ADAL" clId="{E9351D83-3E75-409D-BDB8-C957A920DF99}" dt="2023-07-13T12:54:18.405" v="11150" actId="1076"/>
          <ac:grpSpMkLst>
            <pc:docMk/>
            <pc:sldMk cId="2617609925" sldId="528"/>
            <ac:grpSpMk id="49" creationId="{7867C7C7-9144-AD3C-374F-EBF2E58586A2}"/>
          </ac:grpSpMkLst>
        </pc:grpChg>
        <pc:picChg chg="add mod">
          <ac:chgData name="Chris Alvin" userId="1477fe7d-12c1-4dcd-b708-f1331679ff1c" providerId="ADAL" clId="{E9351D83-3E75-409D-BDB8-C957A920DF99}" dt="2023-07-13T12:54:18.405" v="11150" actId="1076"/>
          <ac:picMkLst>
            <pc:docMk/>
            <pc:sldMk cId="2617609925" sldId="528"/>
            <ac:picMk id="22" creationId="{095E8B2F-2F76-A03A-2CBB-894D382CB99C}"/>
          </ac:picMkLst>
        </pc:picChg>
        <pc:cxnChg chg="del">
          <ac:chgData name="Chris Alvin" userId="1477fe7d-12c1-4dcd-b708-f1331679ff1c" providerId="ADAL" clId="{E9351D83-3E75-409D-BDB8-C957A920DF99}" dt="2023-06-28T16:54:35.574" v="10109" actId="478"/>
          <ac:cxnSpMkLst>
            <pc:docMk/>
            <pc:sldMk cId="2617609925" sldId="528"/>
            <ac:cxnSpMk id="25" creationId="{E65E0F49-2681-ED6E-332C-6791754525C2}"/>
          </ac:cxnSpMkLst>
        </pc:cxnChg>
      </pc:sldChg>
      <pc:sldChg chg="modSp add del mod">
        <pc:chgData name="Chris Alvin" userId="1477fe7d-12c1-4dcd-b708-f1331679ff1c" providerId="ADAL" clId="{E9351D83-3E75-409D-BDB8-C957A920DF99}" dt="2023-06-28T16:46:53.516" v="9963" actId="2696"/>
        <pc:sldMkLst>
          <pc:docMk/>
          <pc:sldMk cId="3201910780" sldId="528"/>
        </pc:sldMkLst>
        <pc:spChg chg="mod">
          <ac:chgData name="Chris Alvin" userId="1477fe7d-12c1-4dcd-b708-f1331679ff1c" providerId="ADAL" clId="{E9351D83-3E75-409D-BDB8-C957A920DF99}" dt="2023-06-28T16:46:45.422" v="9962" actId="20577"/>
          <ac:spMkLst>
            <pc:docMk/>
            <pc:sldMk cId="3201910780" sldId="528"/>
            <ac:spMk id="4" creationId="{00000000-0000-0000-0000-000000000000}"/>
          </ac:spMkLst>
        </pc:spChg>
      </pc:sldChg>
      <pc:sldChg chg="addSp delSp modSp add mod delAnim modAnim">
        <pc:chgData name="Chris Alvin" userId="1477fe7d-12c1-4dcd-b708-f1331679ff1c" providerId="ADAL" clId="{E9351D83-3E75-409D-BDB8-C957A920DF99}" dt="2023-07-13T13:07:04.213" v="11466"/>
        <pc:sldMkLst>
          <pc:docMk/>
          <pc:sldMk cId="395581810" sldId="529"/>
        </pc:sldMkLst>
        <pc:spChg chg="mod">
          <ac:chgData name="Chris Alvin" userId="1477fe7d-12c1-4dcd-b708-f1331679ff1c" providerId="ADAL" clId="{E9351D83-3E75-409D-BDB8-C957A920DF99}" dt="2023-07-13T13:04:17.238" v="11443" actId="21"/>
          <ac:spMkLst>
            <pc:docMk/>
            <pc:sldMk cId="395581810" sldId="529"/>
            <ac:spMk id="3" creationId="{D2AD01C1-57BB-FCCA-3BF3-2D7EC9244B28}"/>
          </ac:spMkLst>
        </pc:spChg>
        <pc:spChg chg="mod">
          <ac:chgData name="Chris Alvin" userId="1477fe7d-12c1-4dcd-b708-f1331679ff1c" providerId="ADAL" clId="{E9351D83-3E75-409D-BDB8-C957A920DF99}" dt="2023-07-13T12:41:51.333" v="10895" actId="20577"/>
          <ac:spMkLst>
            <pc:docMk/>
            <pc:sldMk cId="395581810" sldId="529"/>
            <ac:spMk id="4" creationId="{00000000-0000-0000-0000-000000000000}"/>
          </ac:spMkLst>
        </pc:spChg>
        <pc:spChg chg="add mod">
          <ac:chgData name="Chris Alvin" userId="1477fe7d-12c1-4dcd-b708-f1331679ff1c" providerId="ADAL" clId="{E9351D83-3E75-409D-BDB8-C957A920DF99}" dt="2023-07-13T12:59:51.613" v="11222" actId="14100"/>
          <ac:spMkLst>
            <pc:docMk/>
            <pc:sldMk cId="395581810" sldId="529"/>
            <ac:spMk id="5" creationId="{FB9EDA03-3B00-ABDF-8B35-85D84B79AE8E}"/>
          </ac:spMkLst>
        </pc:spChg>
        <pc:spChg chg="add del mod">
          <ac:chgData name="Chris Alvin" userId="1477fe7d-12c1-4dcd-b708-f1331679ff1c" providerId="ADAL" clId="{E9351D83-3E75-409D-BDB8-C957A920DF99}" dt="2023-07-13T12:59:58.492" v="11223" actId="478"/>
          <ac:spMkLst>
            <pc:docMk/>
            <pc:sldMk cId="395581810" sldId="529"/>
            <ac:spMk id="11" creationId="{73B2D042-C32A-2204-CEB6-29A656B77597}"/>
          </ac:spMkLst>
        </pc:spChg>
        <pc:spChg chg="add mod">
          <ac:chgData name="Chris Alvin" userId="1477fe7d-12c1-4dcd-b708-f1331679ff1c" providerId="ADAL" clId="{E9351D83-3E75-409D-BDB8-C957A920DF99}" dt="2023-07-13T13:04:52.992" v="11450" actId="1076"/>
          <ac:spMkLst>
            <pc:docMk/>
            <pc:sldMk cId="395581810" sldId="529"/>
            <ac:spMk id="12" creationId="{340646F7-BCB1-451E-C44B-7AD2010ECF42}"/>
          </ac:spMkLst>
        </pc:spChg>
        <pc:spChg chg="add mod">
          <ac:chgData name="Chris Alvin" userId="1477fe7d-12c1-4dcd-b708-f1331679ff1c" providerId="ADAL" clId="{E9351D83-3E75-409D-BDB8-C957A920DF99}" dt="2023-07-13T13:00:15.157" v="11268" actId="14100"/>
          <ac:spMkLst>
            <pc:docMk/>
            <pc:sldMk cId="395581810" sldId="529"/>
            <ac:spMk id="13" creationId="{BEF99E3D-904C-6512-3704-57EC4FBD7205}"/>
          </ac:spMkLst>
        </pc:spChg>
        <pc:spChg chg="add mod">
          <ac:chgData name="Chris Alvin" userId="1477fe7d-12c1-4dcd-b708-f1331679ff1c" providerId="ADAL" clId="{E9351D83-3E75-409D-BDB8-C957A920DF99}" dt="2023-07-13T13:04:57.336" v="11451" actId="1076"/>
          <ac:spMkLst>
            <pc:docMk/>
            <pc:sldMk cId="395581810" sldId="529"/>
            <ac:spMk id="14" creationId="{6229BBAE-D8DF-7E31-625C-38F7FC77DF9D}"/>
          </ac:spMkLst>
        </pc:spChg>
        <pc:spChg chg="add mod">
          <ac:chgData name="Chris Alvin" userId="1477fe7d-12c1-4dcd-b708-f1331679ff1c" providerId="ADAL" clId="{E9351D83-3E75-409D-BDB8-C957A920DF99}" dt="2023-07-13T13:04:52.992" v="11450" actId="1076"/>
          <ac:spMkLst>
            <pc:docMk/>
            <pc:sldMk cId="395581810" sldId="529"/>
            <ac:spMk id="15" creationId="{1D120470-14F6-0DBD-588B-6DB7C5542C1A}"/>
          </ac:spMkLst>
        </pc:spChg>
        <pc:spChg chg="add del mod">
          <ac:chgData name="Chris Alvin" userId="1477fe7d-12c1-4dcd-b708-f1331679ff1c" providerId="ADAL" clId="{E9351D83-3E75-409D-BDB8-C957A920DF99}" dt="2023-07-13T13:04:16.656" v="11442" actId="22"/>
          <ac:spMkLst>
            <pc:docMk/>
            <pc:sldMk cId="395581810" sldId="529"/>
            <ac:spMk id="17" creationId="{74E95C8A-655B-E34A-1521-8351019F9E36}"/>
          </ac:spMkLst>
        </pc:spChg>
        <pc:grpChg chg="del">
          <ac:chgData name="Chris Alvin" userId="1477fe7d-12c1-4dcd-b708-f1331679ff1c" providerId="ADAL" clId="{E9351D83-3E75-409D-BDB8-C957A920DF99}" dt="2023-07-13T12:53:41.797" v="11146" actId="478"/>
          <ac:grpSpMkLst>
            <pc:docMk/>
            <pc:sldMk cId="395581810" sldId="529"/>
            <ac:grpSpMk id="2" creationId="{73665473-CAAB-D2B4-1EC6-F6D9D1771060}"/>
          </ac:grpSpMkLst>
        </pc:grpChg>
        <pc:grpChg chg="del">
          <ac:chgData name="Chris Alvin" userId="1477fe7d-12c1-4dcd-b708-f1331679ff1c" providerId="ADAL" clId="{E9351D83-3E75-409D-BDB8-C957A920DF99}" dt="2023-07-13T12:53:41.797" v="11146" actId="478"/>
          <ac:grpSpMkLst>
            <pc:docMk/>
            <pc:sldMk cId="395581810" sldId="529"/>
            <ac:grpSpMk id="32" creationId="{E95130FB-1B30-92C0-2781-9C54775D9213}"/>
          </ac:grpSpMkLst>
        </pc:grpChg>
        <pc:grpChg chg="del">
          <ac:chgData name="Chris Alvin" userId="1477fe7d-12c1-4dcd-b708-f1331679ff1c" providerId="ADAL" clId="{E9351D83-3E75-409D-BDB8-C957A920DF99}" dt="2023-07-13T12:53:41.797" v="11146" actId="478"/>
          <ac:grpSpMkLst>
            <pc:docMk/>
            <pc:sldMk cId="395581810" sldId="529"/>
            <ac:grpSpMk id="49" creationId="{7867C7C7-9144-AD3C-374F-EBF2E58586A2}"/>
          </ac:grpSpMkLst>
        </pc:grpChg>
        <pc:picChg chg="del">
          <ac:chgData name="Chris Alvin" userId="1477fe7d-12c1-4dcd-b708-f1331679ff1c" providerId="ADAL" clId="{E9351D83-3E75-409D-BDB8-C957A920DF99}" dt="2023-07-13T12:53:41.797" v="11146" actId="478"/>
          <ac:picMkLst>
            <pc:docMk/>
            <pc:sldMk cId="395581810" sldId="529"/>
            <ac:picMk id="22" creationId="{095E8B2F-2F76-A03A-2CBB-894D382CB99C}"/>
          </ac:picMkLst>
        </pc:picChg>
      </pc:sldChg>
      <pc:sldChg chg="delSp modSp add mod delAnim">
        <pc:chgData name="Chris Alvin" userId="1477fe7d-12c1-4dcd-b708-f1331679ff1c" providerId="ADAL" clId="{E9351D83-3E75-409D-BDB8-C957A920DF99}" dt="2023-07-13T13:08:39.490" v="11585" actId="478"/>
        <pc:sldMkLst>
          <pc:docMk/>
          <pc:sldMk cId="1013696939" sldId="530"/>
        </pc:sldMkLst>
        <pc:spChg chg="mod">
          <ac:chgData name="Chris Alvin" userId="1477fe7d-12c1-4dcd-b708-f1331679ff1c" providerId="ADAL" clId="{E9351D83-3E75-409D-BDB8-C957A920DF99}" dt="2023-07-13T13:08:34.599" v="11584" actId="20577"/>
          <ac:spMkLst>
            <pc:docMk/>
            <pc:sldMk cId="1013696939" sldId="530"/>
            <ac:spMk id="3" creationId="{D2AD01C1-57BB-FCCA-3BF3-2D7EC9244B28}"/>
          </ac:spMkLst>
        </pc:spChg>
        <pc:spChg chg="mod">
          <ac:chgData name="Chris Alvin" userId="1477fe7d-12c1-4dcd-b708-f1331679ff1c" providerId="ADAL" clId="{E9351D83-3E75-409D-BDB8-C957A920DF99}" dt="2023-07-13T13:07:19.902" v="11481" actId="20577"/>
          <ac:spMkLst>
            <pc:docMk/>
            <pc:sldMk cId="1013696939" sldId="530"/>
            <ac:spMk id="4" creationId="{00000000-0000-0000-0000-000000000000}"/>
          </ac:spMkLst>
        </pc:spChg>
        <pc:spChg chg="del">
          <ac:chgData name="Chris Alvin" userId="1477fe7d-12c1-4dcd-b708-f1331679ff1c" providerId="ADAL" clId="{E9351D83-3E75-409D-BDB8-C957A920DF99}" dt="2023-07-13T13:08:39.490" v="11585" actId="478"/>
          <ac:spMkLst>
            <pc:docMk/>
            <pc:sldMk cId="1013696939" sldId="530"/>
            <ac:spMk id="5" creationId="{FB9EDA03-3B00-ABDF-8B35-85D84B79AE8E}"/>
          </ac:spMkLst>
        </pc:spChg>
        <pc:spChg chg="del">
          <ac:chgData name="Chris Alvin" userId="1477fe7d-12c1-4dcd-b708-f1331679ff1c" providerId="ADAL" clId="{E9351D83-3E75-409D-BDB8-C957A920DF99}" dt="2023-07-13T13:08:39.490" v="11585" actId="478"/>
          <ac:spMkLst>
            <pc:docMk/>
            <pc:sldMk cId="1013696939" sldId="530"/>
            <ac:spMk id="12" creationId="{340646F7-BCB1-451E-C44B-7AD2010ECF42}"/>
          </ac:spMkLst>
        </pc:spChg>
        <pc:spChg chg="del">
          <ac:chgData name="Chris Alvin" userId="1477fe7d-12c1-4dcd-b708-f1331679ff1c" providerId="ADAL" clId="{E9351D83-3E75-409D-BDB8-C957A920DF99}" dt="2023-07-13T13:08:39.490" v="11585" actId="478"/>
          <ac:spMkLst>
            <pc:docMk/>
            <pc:sldMk cId="1013696939" sldId="530"/>
            <ac:spMk id="13" creationId="{BEF99E3D-904C-6512-3704-57EC4FBD7205}"/>
          </ac:spMkLst>
        </pc:spChg>
        <pc:spChg chg="del">
          <ac:chgData name="Chris Alvin" userId="1477fe7d-12c1-4dcd-b708-f1331679ff1c" providerId="ADAL" clId="{E9351D83-3E75-409D-BDB8-C957A920DF99}" dt="2023-07-13T13:08:39.490" v="11585" actId="478"/>
          <ac:spMkLst>
            <pc:docMk/>
            <pc:sldMk cId="1013696939" sldId="530"/>
            <ac:spMk id="14" creationId="{6229BBAE-D8DF-7E31-625C-38F7FC77DF9D}"/>
          </ac:spMkLst>
        </pc:spChg>
        <pc:spChg chg="del">
          <ac:chgData name="Chris Alvin" userId="1477fe7d-12c1-4dcd-b708-f1331679ff1c" providerId="ADAL" clId="{E9351D83-3E75-409D-BDB8-C957A920DF99}" dt="2023-07-13T13:08:39.490" v="11585" actId="478"/>
          <ac:spMkLst>
            <pc:docMk/>
            <pc:sldMk cId="1013696939" sldId="530"/>
            <ac:spMk id="15" creationId="{1D120470-14F6-0DBD-588B-6DB7C5542C1A}"/>
          </ac:spMkLst>
        </pc:spChg>
      </pc:sldChg>
    </pc:docChg>
  </pc:docChgLst>
  <pc:docChgLst>
    <pc:chgData name="Chris Alvin" userId="1477fe7d-12c1-4dcd-b708-f1331679ff1c" providerId="ADAL" clId="{F53F870B-49DD-4E1C-9D0A-EA2D1A1D7B39}"/>
    <pc:docChg chg="undo custSel addSld delSld modSld sldOrd modShowInfo">
      <pc:chgData name="Chris Alvin" userId="1477fe7d-12c1-4dcd-b708-f1331679ff1c" providerId="ADAL" clId="{F53F870B-49DD-4E1C-9D0A-EA2D1A1D7B39}" dt="2023-05-22T17:17:10.274" v="20911" actId="1076"/>
      <pc:docMkLst>
        <pc:docMk/>
      </pc:docMkLst>
      <pc:sldChg chg="modSp mod">
        <pc:chgData name="Chris Alvin" userId="1477fe7d-12c1-4dcd-b708-f1331679ff1c" providerId="ADAL" clId="{F53F870B-49DD-4E1C-9D0A-EA2D1A1D7B39}" dt="2023-04-25T19:16:47.015" v="4" actId="20577"/>
        <pc:sldMkLst>
          <pc:docMk/>
          <pc:sldMk cId="923078003" sldId="265"/>
        </pc:sldMkLst>
        <pc:spChg chg="mod">
          <ac:chgData name="Chris Alvin" userId="1477fe7d-12c1-4dcd-b708-f1331679ff1c" providerId="ADAL" clId="{F53F870B-49DD-4E1C-9D0A-EA2D1A1D7B39}" dt="2023-04-25T19:16:47.015" v="4" actId="20577"/>
          <ac:spMkLst>
            <pc:docMk/>
            <pc:sldMk cId="923078003" sldId="265"/>
            <ac:spMk id="2" creationId="{00000000-0000-0000-0000-000000000000}"/>
          </ac:spMkLst>
        </pc:spChg>
      </pc:sldChg>
      <pc:sldChg chg="addSp delSp modSp mod delAnim modAnim">
        <pc:chgData name="Chris Alvin" userId="1477fe7d-12c1-4dcd-b708-f1331679ff1c" providerId="ADAL" clId="{F53F870B-49DD-4E1C-9D0A-EA2D1A1D7B39}" dt="2023-05-02T13:02:27.837" v="291" actId="114"/>
        <pc:sldMkLst>
          <pc:docMk/>
          <pc:sldMk cId="340332717" sldId="452"/>
        </pc:sldMkLst>
        <pc:spChg chg="add mod">
          <ac:chgData name="Chris Alvin" userId="1477fe7d-12c1-4dcd-b708-f1331679ff1c" providerId="ADAL" clId="{F53F870B-49DD-4E1C-9D0A-EA2D1A1D7B39}" dt="2023-05-02T13:02:27.837" v="291" actId="114"/>
          <ac:spMkLst>
            <pc:docMk/>
            <pc:sldMk cId="340332717" sldId="452"/>
            <ac:spMk id="2" creationId="{8D7A7A34-4A5B-F3A1-4AA9-EEEA62DD6128}"/>
          </ac:spMkLst>
        </pc:spChg>
        <pc:spChg chg="del">
          <ac:chgData name="Chris Alvin" userId="1477fe7d-12c1-4dcd-b708-f1331679ff1c" providerId="ADAL" clId="{F53F870B-49DD-4E1C-9D0A-EA2D1A1D7B39}" dt="2023-04-25T19:36:38.681" v="5" actId="478"/>
          <ac:spMkLst>
            <pc:docMk/>
            <pc:sldMk cId="340332717" sldId="452"/>
            <ac:spMk id="2" creationId="{D6FDB000-4A98-2D60-0C7D-49CE843860B4}"/>
          </ac:spMkLst>
        </pc:spChg>
        <pc:spChg chg="del">
          <ac:chgData name="Chris Alvin" userId="1477fe7d-12c1-4dcd-b708-f1331679ff1c" providerId="ADAL" clId="{F53F870B-49DD-4E1C-9D0A-EA2D1A1D7B39}" dt="2023-04-25T19:36:38.681" v="5" actId="478"/>
          <ac:spMkLst>
            <pc:docMk/>
            <pc:sldMk cId="340332717" sldId="452"/>
            <ac:spMk id="3" creationId="{B23ACD24-0834-47AE-064D-FBD8BFF08DCF}"/>
          </ac:spMkLst>
        </pc:spChg>
        <pc:spChg chg="mod">
          <ac:chgData name="Chris Alvin" userId="1477fe7d-12c1-4dcd-b708-f1331679ff1c" providerId="ADAL" clId="{F53F870B-49DD-4E1C-9D0A-EA2D1A1D7B39}" dt="2023-04-25T19:36:45.663" v="17" actId="20577"/>
          <ac:spMkLst>
            <pc:docMk/>
            <pc:sldMk cId="340332717" sldId="452"/>
            <ac:spMk id="4" creationId="{00000000-0000-0000-0000-000000000000}"/>
          </ac:spMkLst>
        </pc:spChg>
        <pc:spChg chg="del">
          <ac:chgData name="Chris Alvin" userId="1477fe7d-12c1-4dcd-b708-f1331679ff1c" providerId="ADAL" clId="{F53F870B-49DD-4E1C-9D0A-EA2D1A1D7B39}" dt="2023-04-25T19:36:38.681" v="5" actId="478"/>
          <ac:spMkLst>
            <pc:docMk/>
            <pc:sldMk cId="340332717" sldId="452"/>
            <ac:spMk id="5" creationId="{9423C297-A808-77EB-78FE-53F36C2E8D35}"/>
          </ac:spMkLst>
        </pc:spChg>
        <pc:spChg chg="del">
          <ac:chgData name="Chris Alvin" userId="1477fe7d-12c1-4dcd-b708-f1331679ff1c" providerId="ADAL" clId="{F53F870B-49DD-4E1C-9D0A-EA2D1A1D7B39}" dt="2023-04-25T19:36:38.681" v="5" actId="478"/>
          <ac:spMkLst>
            <pc:docMk/>
            <pc:sldMk cId="340332717" sldId="452"/>
            <ac:spMk id="6" creationId="{071C4385-18D4-3373-53BB-60296D32FA26}"/>
          </ac:spMkLst>
        </pc:spChg>
        <pc:spChg chg="del">
          <ac:chgData name="Chris Alvin" userId="1477fe7d-12c1-4dcd-b708-f1331679ff1c" providerId="ADAL" clId="{F53F870B-49DD-4E1C-9D0A-EA2D1A1D7B39}" dt="2023-04-25T19:36:38.681" v="5" actId="478"/>
          <ac:spMkLst>
            <pc:docMk/>
            <pc:sldMk cId="340332717" sldId="452"/>
            <ac:spMk id="7" creationId="{F4DE5E88-B3A1-E560-9A89-0A0BF0728511}"/>
          </ac:spMkLst>
        </pc:spChg>
        <pc:spChg chg="del">
          <ac:chgData name="Chris Alvin" userId="1477fe7d-12c1-4dcd-b708-f1331679ff1c" providerId="ADAL" clId="{F53F870B-49DD-4E1C-9D0A-EA2D1A1D7B39}" dt="2023-04-25T19:36:38.681" v="5" actId="478"/>
          <ac:spMkLst>
            <pc:docMk/>
            <pc:sldMk cId="340332717" sldId="452"/>
            <ac:spMk id="8" creationId="{2D88438F-5099-4B9A-7F93-BE703EF43835}"/>
          </ac:spMkLst>
        </pc:spChg>
        <pc:spChg chg="del">
          <ac:chgData name="Chris Alvin" userId="1477fe7d-12c1-4dcd-b708-f1331679ff1c" providerId="ADAL" clId="{F53F870B-49DD-4E1C-9D0A-EA2D1A1D7B39}" dt="2023-04-25T19:36:38.681" v="5" actId="478"/>
          <ac:spMkLst>
            <pc:docMk/>
            <pc:sldMk cId="340332717" sldId="452"/>
            <ac:spMk id="9" creationId="{C1A23B51-0B80-1626-DDB0-139665B7AC7A}"/>
          </ac:spMkLst>
        </pc:spChg>
        <pc:spChg chg="del">
          <ac:chgData name="Chris Alvin" userId="1477fe7d-12c1-4dcd-b708-f1331679ff1c" providerId="ADAL" clId="{F53F870B-49DD-4E1C-9D0A-EA2D1A1D7B39}" dt="2023-04-25T19:36:38.681" v="5" actId="478"/>
          <ac:spMkLst>
            <pc:docMk/>
            <pc:sldMk cId="340332717" sldId="452"/>
            <ac:spMk id="10" creationId="{96FEAB75-ADEF-16C5-1371-BEB10002183E}"/>
          </ac:spMkLst>
        </pc:spChg>
        <pc:spChg chg="add mod">
          <ac:chgData name="Chris Alvin" userId="1477fe7d-12c1-4dcd-b708-f1331679ff1c" providerId="ADAL" clId="{F53F870B-49DD-4E1C-9D0A-EA2D1A1D7B39}" dt="2023-05-02T12:58:15.499" v="230" actId="1076"/>
          <ac:spMkLst>
            <pc:docMk/>
            <pc:sldMk cId="340332717" sldId="452"/>
            <ac:spMk id="11" creationId="{3CAD95AB-F41F-B85E-AD90-7721D0469EA2}"/>
          </ac:spMkLst>
        </pc:spChg>
        <pc:spChg chg="add del mod">
          <ac:chgData name="Chris Alvin" userId="1477fe7d-12c1-4dcd-b708-f1331679ff1c" providerId="ADAL" clId="{F53F870B-49DD-4E1C-9D0A-EA2D1A1D7B39}" dt="2023-04-25T19:52:50.367" v="97" actId="478"/>
          <ac:spMkLst>
            <pc:docMk/>
            <pc:sldMk cId="340332717" sldId="452"/>
            <ac:spMk id="12" creationId="{CAEDA415-153E-E820-9ED8-46D35D5F5BCC}"/>
          </ac:spMkLst>
        </pc:spChg>
        <pc:spChg chg="del">
          <ac:chgData name="Chris Alvin" userId="1477fe7d-12c1-4dcd-b708-f1331679ff1c" providerId="ADAL" clId="{F53F870B-49DD-4E1C-9D0A-EA2D1A1D7B39}" dt="2023-04-25T19:36:38.681" v="5" actId="478"/>
          <ac:spMkLst>
            <pc:docMk/>
            <pc:sldMk cId="340332717" sldId="452"/>
            <ac:spMk id="14" creationId="{F0511DB0-E4E5-4083-87B7-9737C0E5856C}"/>
          </ac:spMkLst>
        </pc:spChg>
        <pc:graphicFrameChg chg="add mod modGraphic">
          <ac:chgData name="Chris Alvin" userId="1477fe7d-12c1-4dcd-b708-f1331679ff1c" providerId="ADAL" clId="{F53F870B-49DD-4E1C-9D0A-EA2D1A1D7B39}" dt="2023-05-02T12:58:17.491" v="231" actId="1076"/>
          <ac:graphicFrameMkLst>
            <pc:docMk/>
            <pc:sldMk cId="340332717" sldId="452"/>
            <ac:graphicFrameMk id="13" creationId="{81E6A178-AA02-E504-37AD-03744A295FFD}"/>
          </ac:graphicFrameMkLst>
        </pc:graphicFrameChg>
      </pc:sldChg>
      <pc:sldChg chg="del">
        <pc:chgData name="Chris Alvin" userId="1477fe7d-12c1-4dcd-b708-f1331679ff1c" providerId="ADAL" clId="{F53F870B-49DD-4E1C-9D0A-EA2D1A1D7B39}" dt="2023-05-02T13:47:02.965" v="2176" actId="47"/>
        <pc:sldMkLst>
          <pc:docMk/>
          <pc:sldMk cId="2561750512" sldId="453"/>
        </pc:sldMkLst>
      </pc:sldChg>
      <pc:sldChg chg="del">
        <pc:chgData name="Chris Alvin" userId="1477fe7d-12c1-4dcd-b708-f1331679ff1c" providerId="ADAL" clId="{F53F870B-49DD-4E1C-9D0A-EA2D1A1D7B39}" dt="2023-05-02T13:46:56.849" v="2166" actId="47"/>
        <pc:sldMkLst>
          <pc:docMk/>
          <pc:sldMk cId="205019521" sldId="454"/>
        </pc:sldMkLst>
      </pc:sldChg>
      <pc:sldChg chg="del">
        <pc:chgData name="Chris Alvin" userId="1477fe7d-12c1-4dcd-b708-f1331679ff1c" providerId="ADAL" clId="{F53F870B-49DD-4E1C-9D0A-EA2D1A1D7B39}" dt="2023-05-02T13:46:56.620" v="2165" actId="47"/>
        <pc:sldMkLst>
          <pc:docMk/>
          <pc:sldMk cId="895025596" sldId="455"/>
        </pc:sldMkLst>
      </pc:sldChg>
      <pc:sldChg chg="del">
        <pc:chgData name="Chris Alvin" userId="1477fe7d-12c1-4dcd-b708-f1331679ff1c" providerId="ADAL" clId="{F53F870B-49DD-4E1C-9D0A-EA2D1A1D7B39}" dt="2023-05-02T13:46:54.605" v="2164" actId="47"/>
        <pc:sldMkLst>
          <pc:docMk/>
          <pc:sldMk cId="2812581051" sldId="456"/>
        </pc:sldMkLst>
      </pc:sldChg>
      <pc:sldChg chg="del">
        <pc:chgData name="Chris Alvin" userId="1477fe7d-12c1-4dcd-b708-f1331679ff1c" providerId="ADAL" clId="{F53F870B-49DD-4E1C-9D0A-EA2D1A1D7B39}" dt="2023-05-02T13:46:57.176" v="2167" actId="47"/>
        <pc:sldMkLst>
          <pc:docMk/>
          <pc:sldMk cId="946723440" sldId="457"/>
        </pc:sldMkLst>
      </pc:sldChg>
      <pc:sldChg chg="del">
        <pc:chgData name="Chris Alvin" userId="1477fe7d-12c1-4dcd-b708-f1331679ff1c" providerId="ADAL" clId="{F53F870B-49DD-4E1C-9D0A-EA2D1A1D7B39}" dt="2023-05-02T13:46:57.608" v="2168" actId="47"/>
        <pc:sldMkLst>
          <pc:docMk/>
          <pc:sldMk cId="1066464949" sldId="458"/>
        </pc:sldMkLst>
      </pc:sldChg>
      <pc:sldChg chg="del">
        <pc:chgData name="Chris Alvin" userId="1477fe7d-12c1-4dcd-b708-f1331679ff1c" providerId="ADAL" clId="{F53F870B-49DD-4E1C-9D0A-EA2D1A1D7B39}" dt="2023-05-02T13:46:58.301" v="2169" actId="47"/>
        <pc:sldMkLst>
          <pc:docMk/>
          <pc:sldMk cId="2829270210" sldId="459"/>
        </pc:sldMkLst>
      </pc:sldChg>
      <pc:sldChg chg="del">
        <pc:chgData name="Chris Alvin" userId="1477fe7d-12c1-4dcd-b708-f1331679ff1c" providerId="ADAL" clId="{F53F870B-49DD-4E1C-9D0A-EA2D1A1D7B39}" dt="2023-05-02T13:46:58.733" v="2170" actId="47"/>
        <pc:sldMkLst>
          <pc:docMk/>
          <pc:sldMk cId="2625430326" sldId="460"/>
        </pc:sldMkLst>
      </pc:sldChg>
      <pc:sldChg chg="del">
        <pc:chgData name="Chris Alvin" userId="1477fe7d-12c1-4dcd-b708-f1331679ff1c" providerId="ADAL" clId="{F53F870B-49DD-4E1C-9D0A-EA2D1A1D7B39}" dt="2023-05-02T13:46:59.242" v="2171" actId="47"/>
        <pc:sldMkLst>
          <pc:docMk/>
          <pc:sldMk cId="491794072" sldId="461"/>
        </pc:sldMkLst>
      </pc:sldChg>
      <pc:sldChg chg="del">
        <pc:chgData name="Chris Alvin" userId="1477fe7d-12c1-4dcd-b708-f1331679ff1c" providerId="ADAL" clId="{F53F870B-49DD-4E1C-9D0A-EA2D1A1D7B39}" dt="2023-05-02T13:46:59.773" v="2172" actId="47"/>
        <pc:sldMkLst>
          <pc:docMk/>
          <pc:sldMk cId="2275880320" sldId="462"/>
        </pc:sldMkLst>
      </pc:sldChg>
      <pc:sldChg chg="del">
        <pc:chgData name="Chris Alvin" userId="1477fe7d-12c1-4dcd-b708-f1331679ff1c" providerId="ADAL" clId="{F53F870B-49DD-4E1C-9D0A-EA2D1A1D7B39}" dt="2023-05-02T13:47:00.424" v="2173" actId="47"/>
        <pc:sldMkLst>
          <pc:docMk/>
          <pc:sldMk cId="2431534461" sldId="463"/>
        </pc:sldMkLst>
      </pc:sldChg>
      <pc:sldChg chg="del">
        <pc:chgData name="Chris Alvin" userId="1477fe7d-12c1-4dcd-b708-f1331679ff1c" providerId="ADAL" clId="{F53F870B-49DD-4E1C-9D0A-EA2D1A1D7B39}" dt="2023-05-02T13:47:01.010" v="2174" actId="47"/>
        <pc:sldMkLst>
          <pc:docMk/>
          <pc:sldMk cId="2630519163" sldId="464"/>
        </pc:sldMkLst>
      </pc:sldChg>
      <pc:sldChg chg="del">
        <pc:chgData name="Chris Alvin" userId="1477fe7d-12c1-4dcd-b708-f1331679ff1c" providerId="ADAL" clId="{F53F870B-49DD-4E1C-9D0A-EA2D1A1D7B39}" dt="2023-05-02T13:47:02.107" v="2175" actId="47"/>
        <pc:sldMkLst>
          <pc:docMk/>
          <pc:sldMk cId="3264393311" sldId="465"/>
        </pc:sldMkLst>
      </pc:sldChg>
      <pc:sldChg chg="addSp delSp modSp add mod delAnim modAnim">
        <pc:chgData name="Chris Alvin" userId="1477fe7d-12c1-4dcd-b708-f1331679ff1c" providerId="ADAL" clId="{F53F870B-49DD-4E1C-9D0A-EA2D1A1D7B39}" dt="2023-05-03T14:53:51.317" v="9973" actId="113"/>
        <pc:sldMkLst>
          <pc:docMk/>
          <pc:sldMk cId="2876139526" sldId="466"/>
        </pc:sldMkLst>
        <pc:spChg chg="del">
          <ac:chgData name="Chris Alvin" userId="1477fe7d-12c1-4dcd-b708-f1331679ff1c" providerId="ADAL" clId="{F53F870B-49DD-4E1C-9D0A-EA2D1A1D7B39}" dt="2023-05-02T13:02:43.181" v="293" actId="478"/>
          <ac:spMkLst>
            <pc:docMk/>
            <pc:sldMk cId="2876139526" sldId="466"/>
            <ac:spMk id="2" creationId="{8D7A7A34-4A5B-F3A1-4AA9-EEEA62DD6128}"/>
          </ac:spMkLst>
        </pc:spChg>
        <pc:spChg chg="add mod">
          <ac:chgData name="Chris Alvin" userId="1477fe7d-12c1-4dcd-b708-f1331679ff1c" providerId="ADAL" clId="{F53F870B-49DD-4E1C-9D0A-EA2D1A1D7B39}" dt="2023-05-02T13:08:51.218" v="612" actId="122"/>
          <ac:spMkLst>
            <pc:docMk/>
            <pc:sldMk cId="2876139526" sldId="466"/>
            <ac:spMk id="3" creationId="{13C02AD1-62E4-D881-73B3-DCBDE49477FC}"/>
          </ac:spMkLst>
        </pc:spChg>
        <pc:spChg chg="mod">
          <ac:chgData name="Chris Alvin" userId="1477fe7d-12c1-4dcd-b708-f1331679ff1c" providerId="ADAL" clId="{F53F870B-49DD-4E1C-9D0A-EA2D1A1D7B39}" dt="2023-05-02T13:13:22.217" v="872" actId="20577"/>
          <ac:spMkLst>
            <pc:docMk/>
            <pc:sldMk cId="2876139526" sldId="466"/>
            <ac:spMk id="4" creationId="{00000000-0000-0000-0000-000000000000}"/>
          </ac:spMkLst>
        </pc:spChg>
        <pc:spChg chg="add mod">
          <ac:chgData name="Chris Alvin" userId="1477fe7d-12c1-4dcd-b708-f1331679ff1c" providerId="ADAL" clId="{F53F870B-49DD-4E1C-9D0A-EA2D1A1D7B39}" dt="2023-05-02T13:09:26.546" v="622" actId="20577"/>
          <ac:spMkLst>
            <pc:docMk/>
            <pc:sldMk cId="2876139526" sldId="466"/>
            <ac:spMk id="5" creationId="{512BB290-9997-3A85-E39B-AB17F8B9E3EA}"/>
          </ac:spMkLst>
        </pc:spChg>
        <pc:spChg chg="add mod">
          <ac:chgData name="Chris Alvin" userId="1477fe7d-12c1-4dcd-b708-f1331679ff1c" providerId="ADAL" clId="{F53F870B-49DD-4E1C-9D0A-EA2D1A1D7B39}" dt="2023-05-02T13:10:28.994" v="711" actId="114"/>
          <ac:spMkLst>
            <pc:docMk/>
            <pc:sldMk cId="2876139526" sldId="466"/>
            <ac:spMk id="6" creationId="{88BE2FA1-2010-E668-BCF7-EADDE9417FF4}"/>
          </ac:spMkLst>
        </pc:spChg>
        <pc:spChg chg="add mod">
          <ac:chgData name="Chris Alvin" userId="1477fe7d-12c1-4dcd-b708-f1331679ff1c" providerId="ADAL" clId="{F53F870B-49DD-4E1C-9D0A-EA2D1A1D7B39}" dt="2023-05-03T14:53:51.317" v="9973" actId="113"/>
          <ac:spMkLst>
            <pc:docMk/>
            <pc:sldMk cId="2876139526" sldId="466"/>
            <ac:spMk id="7" creationId="{DDCBBD03-F8F4-61CD-32A1-9B53F7DF7D25}"/>
          </ac:spMkLst>
        </pc:spChg>
        <pc:spChg chg="add mod">
          <ac:chgData name="Chris Alvin" userId="1477fe7d-12c1-4dcd-b708-f1331679ff1c" providerId="ADAL" clId="{F53F870B-49DD-4E1C-9D0A-EA2D1A1D7B39}" dt="2023-05-02T13:12:47.369" v="846" actId="1076"/>
          <ac:spMkLst>
            <pc:docMk/>
            <pc:sldMk cId="2876139526" sldId="466"/>
            <ac:spMk id="8" creationId="{C0CE59E2-D7C2-B3AF-6544-3AF56C576708}"/>
          </ac:spMkLst>
        </pc:spChg>
        <pc:spChg chg="del">
          <ac:chgData name="Chris Alvin" userId="1477fe7d-12c1-4dcd-b708-f1331679ff1c" providerId="ADAL" clId="{F53F870B-49DD-4E1C-9D0A-EA2D1A1D7B39}" dt="2023-05-02T13:02:43.181" v="293" actId="478"/>
          <ac:spMkLst>
            <pc:docMk/>
            <pc:sldMk cId="2876139526" sldId="466"/>
            <ac:spMk id="11" creationId="{3CAD95AB-F41F-B85E-AD90-7721D0469EA2}"/>
          </ac:spMkLst>
        </pc:spChg>
        <pc:graphicFrameChg chg="del">
          <ac:chgData name="Chris Alvin" userId="1477fe7d-12c1-4dcd-b708-f1331679ff1c" providerId="ADAL" clId="{F53F870B-49DD-4E1C-9D0A-EA2D1A1D7B39}" dt="2023-05-02T13:02:43.181" v="293" actId="478"/>
          <ac:graphicFrameMkLst>
            <pc:docMk/>
            <pc:sldMk cId="2876139526" sldId="466"/>
            <ac:graphicFrameMk id="13" creationId="{81E6A178-AA02-E504-37AD-03744A295FFD}"/>
          </ac:graphicFrameMkLst>
        </pc:graphicFrameChg>
      </pc:sldChg>
      <pc:sldChg chg="addSp delSp modSp add mod delAnim modAnim">
        <pc:chgData name="Chris Alvin" userId="1477fe7d-12c1-4dcd-b708-f1331679ff1c" providerId="ADAL" clId="{F53F870B-49DD-4E1C-9D0A-EA2D1A1D7B39}" dt="2023-05-03T14:56:44.596" v="10006" actId="1076"/>
        <pc:sldMkLst>
          <pc:docMk/>
          <pc:sldMk cId="3989108163" sldId="467"/>
        </pc:sldMkLst>
        <pc:spChg chg="add mod">
          <ac:chgData name="Chris Alvin" userId="1477fe7d-12c1-4dcd-b708-f1331679ff1c" providerId="ADAL" clId="{F53F870B-49DD-4E1C-9D0A-EA2D1A1D7B39}" dt="2023-05-02T13:36:01.686" v="1958" actId="1076"/>
          <ac:spMkLst>
            <pc:docMk/>
            <pc:sldMk cId="3989108163" sldId="467"/>
            <ac:spMk id="2" creationId="{75D5F117-C19A-A76F-70D6-3C4AFE4C42FD}"/>
          </ac:spMkLst>
        </pc:spChg>
        <pc:spChg chg="del">
          <ac:chgData name="Chris Alvin" userId="1477fe7d-12c1-4dcd-b708-f1331679ff1c" providerId="ADAL" clId="{F53F870B-49DD-4E1C-9D0A-EA2D1A1D7B39}" dt="2023-05-02T13:13:33.282" v="873" actId="478"/>
          <ac:spMkLst>
            <pc:docMk/>
            <pc:sldMk cId="3989108163" sldId="467"/>
            <ac:spMk id="3" creationId="{13C02AD1-62E4-D881-73B3-DCBDE49477FC}"/>
          </ac:spMkLst>
        </pc:spChg>
        <pc:spChg chg="add mod">
          <ac:chgData name="Chris Alvin" userId="1477fe7d-12c1-4dcd-b708-f1331679ff1c" providerId="ADAL" clId="{F53F870B-49DD-4E1C-9D0A-EA2D1A1D7B39}" dt="2023-05-03T14:56:44.596" v="10006" actId="1076"/>
          <ac:spMkLst>
            <pc:docMk/>
            <pc:sldMk cId="3989108163" sldId="467"/>
            <ac:spMk id="3" creationId="{75CA8D19-A4BD-2942-A957-02AACAEEFB05}"/>
          </ac:spMkLst>
        </pc:spChg>
        <pc:spChg chg="mod">
          <ac:chgData name="Chris Alvin" userId="1477fe7d-12c1-4dcd-b708-f1331679ff1c" providerId="ADAL" clId="{F53F870B-49DD-4E1C-9D0A-EA2D1A1D7B39}" dt="2023-05-02T13:27:00.337" v="1491" actId="20577"/>
          <ac:spMkLst>
            <pc:docMk/>
            <pc:sldMk cId="3989108163" sldId="467"/>
            <ac:spMk id="4" creationId="{00000000-0000-0000-0000-000000000000}"/>
          </ac:spMkLst>
        </pc:spChg>
        <pc:spChg chg="del mod">
          <ac:chgData name="Chris Alvin" userId="1477fe7d-12c1-4dcd-b708-f1331679ff1c" providerId="ADAL" clId="{F53F870B-49DD-4E1C-9D0A-EA2D1A1D7B39}" dt="2023-05-02T13:27:21.253" v="1492" actId="478"/>
          <ac:spMkLst>
            <pc:docMk/>
            <pc:sldMk cId="3989108163" sldId="467"/>
            <ac:spMk id="5" creationId="{512BB290-9997-3A85-E39B-AB17F8B9E3EA}"/>
          </ac:spMkLst>
        </pc:spChg>
        <pc:spChg chg="mod">
          <ac:chgData name="Chris Alvin" userId="1477fe7d-12c1-4dcd-b708-f1331679ff1c" providerId="ADAL" clId="{F53F870B-49DD-4E1C-9D0A-EA2D1A1D7B39}" dt="2023-05-02T13:35:51.725" v="1955" actId="1076"/>
          <ac:spMkLst>
            <pc:docMk/>
            <pc:sldMk cId="3989108163" sldId="467"/>
            <ac:spMk id="6" creationId="{88BE2FA1-2010-E668-BCF7-EADDE9417FF4}"/>
          </ac:spMkLst>
        </pc:spChg>
        <pc:spChg chg="mod">
          <ac:chgData name="Chris Alvin" userId="1477fe7d-12c1-4dcd-b708-f1331679ff1c" providerId="ADAL" clId="{F53F870B-49DD-4E1C-9D0A-EA2D1A1D7B39}" dt="2023-05-03T14:53:39.662" v="9971" actId="113"/>
          <ac:spMkLst>
            <pc:docMk/>
            <pc:sldMk cId="3989108163" sldId="467"/>
            <ac:spMk id="7" creationId="{DDCBBD03-F8F4-61CD-32A1-9B53F7DF7D25}"/>
          </ac:spMkLst>
        </pc:spChg>
        <pc:spChg chg="mod">
          <ac:chgData name="Chris Alvin" userId="1477fe7d-12c1-4dcd-b708-f1331679ff1c" providerId="ADAL" clId="{F53F870B-49DD-4E1C-9D0A-EA2D1A1D7B39}" dt="2023-05-02T13:35:59.750" v="1957" actId="1076"/>
          <ac:spMkLst>
            <pc:docMk/>
            <pc:sldMk cId="3989108163" sldId="467"/>
            <ac:spMk id="8" creationId="{C0CE59E2-D7C2-B3AF-6544-3AF56C576708}"/>
          </ac:spMkLst>
        </pc:spChg>
      </pc:sldChg>
      <pc:sldChg chg="addSp delSp modSp add mod delAnim">
        <pc:chgData name="Chris Alvin" userId="1477fe7d-12c1-4dcd-b708-f1331679ff1c" providerId="ADAL" clId="{F53F870B-49DD-4E1C-9D0A-EA2D1A1D7B39}" dt="2023-05-03T14:56:35.684" v="10004" actId="1076"/>
        <pc:sldMkLst>
          <pc:docMk/>
          <pc:sldMk cId="3121496974" sldId="468"/>
        </pc:sldMkLst>
        <pc:spChg chg="add mod">
          <ac:chgData name="Chris Alvin" userId="1477fe7d-12c1-4dcd-b708-f1331679ff1c" providerId="ADAL" clId="{F53F870B-49DD-4E1C-9D0A-EA2D1A1D7B39}" dt="2023-05-03T14:56:35.684" v="10004" actId="1076"/>
          <ac:spMkLst>
            <pc:docMk/>
            <pc:sldMk cId="3121496974" sldId="468"/>
            <ac:spMk id="2" creationId="{BF75AE6F-04BA-882B-0BBF-9A019BC754C3}"/>
          </ac:spMkLst>
        </pc:spChg>
        <pc:spChg chg="mod">
          <ac:chgData name="Chris Alvin" userId="1477fe7d-12c1-4dcd-b708-f1331679ff1c" providerId="ADAL" clId="{F53F870B-49DD-4E1C-9D0A-EA2D1A1D7B39}" dt="2023-05-02T13:30:12.127" v="1732" actId="14100"/>
          <ac:spMkLst>
            <pc:docMk/>
            <pc:sldMk cId="3121496974" sldId="468"/>
            <ac:spMk id="3" creationId="{13C02AD1-62E4-D881-73B3-DCBDE49477FC}"/>
          </ac:spMkLst>
        </pc:spChg>
        <pc:spChg chg="mod">
          <ac:chgData name="Chris Alvin" userId="1477fe7d-12c1-4dcd-b708-f1331679ff1c" providerId="ADAL" clId="{F53F870B-49DD-4E1C-9D0A-EA2D1A1D7B39}" dt="2023-05-02T13:14:46.351" v="948" actId="6549"/>
          <ac:spMkLst>
            <pc:docMk/>
            <pc:sldMk cId="3121496974" sldId="468"/>
            <ac:spMk id="4" creationId="{00000000-0000-0000-0000-000000000000}"/>
          </ac:spMkLst>
        </pc:spChg>
        <pc:spChg chg="mod">
          <ac:chgData name="Chris Alvin" userId="1477fe7d-12c1-4dcd-b708-f1331679ff1c" providerId="ADAL" clId="{F53F870B-49DD-4E1C-9D0A-EA2D1A1D7B39}" dt="2023-05-02T13:29:42.213" v="1726" actId="1076"/>
          <ac:spMkLst>
            <pc:docMk/>
            <pc:sldMk cId="3121496974" sldId="468"/>
            <ac:spMk id="5" creationId="{512BB290-9997-3A85-E39B-AB17F8B9E3EA}"/>
          </ac:spMkLst>
        </pc:spChg>
        <pc:spChg chg="del">
          <ac:chgData name="Chris Alvin" userId="1477fe7d-12c1-4dcd-b708-f1331679ff1c" providerId="ADAL" clId="{F53F870B-49DD-4E1C-9D0A-EA2D1A1D7B39}" dt="2023-05-02T13:20:29.019" v="1297" actId="478"/>
          <ac:spMkLst>
            <pc:docMk/>
            <pc:sldMk cId="3121496974" sldId="468"/>
            <ac:spMk id="6" creationId="{88BE2FA1-2010-E668-BCF7-EADDE9417FF4}"/>
          </ac:spMkLst>
        </pc:spChg>
        <pc:spChg chg="mod">
          <ac:chgData name="Chris Alvin" userId="1477fe7d-12c1-4dcd-b708-f1331679ff1c" providerId="ADAL" clId="{F53F870B-49DD-4E1C-9D0A-EA2D1A1D7B39}" dt="2023-05-03T14:53:45.541" v="9972" actId="113"/>
          <ac:spMkLst>
            <pc:docMk/>
            <pc:sldMk cId="3121496974" sldId="468"/>
            <ac:spMk id="7" creationId="{DDCBBD03-F8F4-61CD-32A1-9B53F7DF7D25}"/>
          </ac:spMkLst>
        </pc:spChg>
        <pc:spChg chg="mod">
          <ac:chgData name="Chris Alvin" userId="1477fe7d-12c1-4dcd-b708-f1331679ff1c" providerId="ADAL" clId="{F53F870B-49DD-4E1C-9D0A-EA2D1A1D7B39}" dt="2023-05-02T13:30:23.595" v="1734" actId="1076"/>
          <ac:spMkLst>
            <pc:docMk/>
            <pc:sldMk cId="3121496974" sldId="468"/>
            <ac:spMk id="8" creationId="{C0CE59E2-D7C2-B3AF-6544-3AF56C576708}"/>
          </ac:spMkLst>
        </pc:spChg>
        <pc:spChg chg="add mod">
          <ac:chgData name="Chris Alvin" userId="1477fe7d-12c1-4dcd-b708-f1331679ff1c" providerId="ADAL" clId="{F53F870B-49DD-4E1C-9D0A-EA2D1A1D7B39}" dt="2023-05-02T13:30:27.441" v="1735" actId="1076"/>
          <ac:spMkLst>
            <pc:docMk/>
            <pc:sldMk cId="3121496974" sldId="468"/>
            <ac:spMk id="9" creationId="{7D4BF9C4-D52E-B7C9-1048-A5D5BC7EFC54}"/>
          </ac:spMkLst>
        </pc:spChg>
      </pc:sldChg>
      <pc:sldChg chg="addSp delSp modSp add mod delAnim">
        <pc:chgData name="Chris Alvin" userId="1477fe7d-12c1-4dcd-b708-f1331679ff1c" providerId="ADAL" clId="{F53F870B-49DD-4E1C-9D0A-EA2D1A1D7B39}" dt="2023-05-03T14:57:01.062" v="10010" actId="1076"/>
        <pc:sldMkLst>
          <pc:docMk/>
          <pc:sldMk cId="1369080031" sldId="469"/>
        </pc:sldMkLst>
        <pc:spChg chg="add mod">
          <ac:chgData name="Chris Alvin" userId="1477fe7d-12c1-4dcd-b708-f1331679ff1c" providerId="ADAL" clId="{F53F870B-49DD-4E1C-9D0A-EA2D1A1D7B39}" dt="2023-05-02T13:48:20.556" v="2239" actId="1076"/>
          <ac:spMkLst>
            <pc:docMk/>
            <pc:sldMk cId="1369080031" sldId="469"/>
            <ac:spMk id="2" creationId="{E04DC15B-5EA9-6906-5462-92A9F2E7C149}"/>
          </ac:spMkLst>
        </pc:spChg>
        <pc:spChg chg="mod">
          <ac:chgData name="Chris Alvin" userId="1477fe7d-12c1-4dcd-b708-f1331679ff1c" providerId="ADAL" clId="{F53F870B-49DD-4E1C-9D0A-EA2D1A1D7B39}" dt="2023-05-02T13:48:16.323" v="2238" actId="1076"/>
          <ac:spMkLst>
            <pc:docMk/>
            <pc:sldMk cId="1369080031" sldId="469"/>
            <ac:spMk id="3" creationId="{13C02AD1-62E4-D881-73B3-DCBDE49477FC}"/>
          </ac:spMkLst>
        </pc:spChg>
        <pc:spChg chg="mod">
          <ac:chgData name="Chris Alvin" userId="1477fe7d-12c1-4dcd-b708-f1331679ff1c" providerId="ADAL" clId="{F53F870B-49DD-4E1C-9D0A-EA2D1A1D7B39}" dt="2023-05-02T13:48:07.538" v="2237" actId="20577"/>
          <ac:spMkLst>
            <pc:docMk/>
            <pc:sldMk cId="1369080031" sldId="469"/>
            <ac:spMk id="4" creationId="{00000000-0000-0000-0000-000000000000}"/>
          </ac:spMkLst>
        </pc:spChg>
        <pc:spChg chg="del">
          <ac:chgData name="Chris Alvin" userId="1477fe7d-12c1-4dcd-b708-f1331679ff1c" providerId="ADAL" clId="{F53F870B-49DD-4E1C-9D0A-EA2D1A1D7B39}" dt="2023-05-02T13:42:53.485" v="2071" actId="478"/>
          <ac:spMkLst>
            <pc:docMk/>
            <pc:sldMk cId="1369080031" sldId="469"/>
            <ac:spMk id="5" creationId="{512BB290-9997-3A85-E39B-AB17F8B9E3EA}"/>
          </ac:spMkLst>
        </pc:spChg>
        <pc:spChg chg="add mod">
          <ac:chgData name="Chris Alvin" userId="1477fe7d-12c1-4dcd-b708-f1331679ff1c" providerId="ADAL" clId="{F53F870B-49DD-4E1C-9D0A-EA2D1A1D7B39}" dt="2023-05-03T14:57:01.062" v="10010" actId="1076"/>
          <ac:spMkLst>
            <pc:docMk/>
            <pc:sldMk cId="1369080031" sldId="469"/>
            <ac:spMk id="5" creationId="{97CF1C0D-B3D6-E610-252C-A710BCA59CFC}"/>
          </ac:spMkLst>
        </pc:spChg>
        <pc:spChg chg="mod">
          <ac:chgData name="Chris Alvin" userId="1477fe7d-12c1-4dcd-b708-f1331679ff1c" providerId="ADAL" clId="{F53F870B-49DD-4E1C-9D0A-EA2D1A1D7B39}" dt="2023-05-02T13:48:20.556" v="2239" actId="1076"/>
          <ac:spMkLst>
            <pc:docMk/>
            <pc:sldMk cId="1369080031" sldId="469"/>
            <ac:spMk id="6" creationId="{88BE2FA1-2010-E668-BCF7-EADDE9417FF4}"/>
          </ac:spMkLst>
        </pc:spChg>
        <pc:spChg chg="mod">
          <ac:chgData name="Chris Alvin" userId="1477fe7d-12c1-4dcd-b708-f1331679ff1c" providerId="ADAL" clId="{F53F870B-49DD-4E1C-9D0A-EA2D1A1D7B39}" dt="2023-05-03T14:53:29.046" v="9969" actId="113"/>
          <ac:spMkLst>
            <pc:docMk/>
            <pc:sldMk cId="1369080031" sldId="469"/>
            <ac:spMk id="7" creationId="{DDCBBD03-F8F4-61CD-32A1-9B53F7DF7D25}"/>
          </ac:spMkLst>
        </pc:spChg>
        <pc:spChg chg="mod">
          <ac:chgData name="Chris Alvin" userId="1477fe7d-12c1-4dcd-b708-f1331679ff1c" providerId="ADAL" clId="{F53F870B-49DD-4E1C-9D0A-EA2D1A1D7B39}" dt="2023-05-02T13:48:20.556" v="2239" actId="1076"/>
          <ac:spMkLst>
            <pc:docMk/>
            <pc:sldMk cId="1369080031" sldId="469"/>
            <ac:spMk id="8" creationId="{C0CE59E2-D7C2-B3AF-6544-3AF56C576708}"/>
          </ac:spMkLst>
        </pc:spChg>
      </pc:sldChg>
      <pc:sldChg chg="addSp delSp modSp add mod delAnim modAnim">
        <pc:chgData name="Chris Alvin" userId="1477fe7d-12c1-4dcd-b708-f1331679ff1c" providerId="ADAL" clId="{F53F870B-49DD-4E1C-9D0A-EA2D1A1D7B39}" dt="2023-05-02T15:28:06.220" v="3638" actId="114"/>
        <pc:sldMkLst>
          <pc:docMk/>
          <pc:sldMk cId="3327285577" sldId="470"/>
        </pc:sldMkLst>
        <pc:spChg chg="del">
          <ac:chgData name="Chris Alvin" userId="1477fe7d-12c1-4dcd-b708-f1331679ff1c" providerId="ADAL" clId="{F53F870B-49DD-4E1C-9D0A-EA2D1A1D7B39}" dt="2023-05-02T13:47:24.737" v="2179" actId="478"/>
          <ac:spMkLst>
            <pc:docMk/>
            <pc:sldMk cId="3327285577" sldId="470"/>
            <ac:spMk id="2" creationId="{E04DC15B-5EA9-6906-5462-92A9F2E7C149}"/>
          </ac:spMkLst>
        </pc:spChg>
        <pc:spChg chg="mod">
          <ac:chgData name="Chris Alvin" userId="1477fe7d-12c1-4dcd-b708-f1331679ff1c" providerId="ADAL" clId="{F53F870B-49DD-4E1C-9D0A-EA2D1A1D7B39}" dt="2023-05-02T15:28:06.220" v="3638" actId="114"/>
          <ac:spMkLst>
            <pc:docMk/>
            <pc:sldMk cId="3327285577" sldId="470"/>
            <ac:spMk id="3" creationId="{13C02AD1-62E4-D881-73B3-DCBDE49477FC}"/>
          </ac:spMkLst>
        </pc:spChg>
        <pc:spChg chg="mod">
          <ac:chgData name="Chris Alvin" userId="1477fe7d-12c1-4dcd-b708-f1331679ff1c" providerId="ADAL" clId="{F53F870B-49DD-4E1C-9D0A-EA2D1A1D7B39}" dt="2023-05-02T13:47:39.636" v="2201" actId="20577"/>
          <ac:spMkLst>
            <pc:docMk/>
            <pc:sldMk cId="3327285577" sldId="470"/>
            <ac:spMk id="4" creationId="{00000000-0000-0000-0000-000000000000}"/>
          </ac:spMkLst>
        </pc:spChg>
        <pc:spChg chg="del">
          <ac:chgData name="Chris Alvin" userId="1477fe7d-12c1-4dcd-b708-f1331679ff1c" providerId="ADAL" clId="{F53F870B-49DD-4E1C-9D0A-EA2D1A1D7B39}" dt="2023-05-02T13:47:23.160" v="2178" actId="478"/>
          <ac:spMkLst>
            <pc:docMk/>
            <pc:sldMk cId="3327285577" sldId="470"/>
            <ac:spMk id="6" creationId="{88BE2FA1-2010-E668-BCF7-EADDE9417FF4}"/>
          </ac:spMkLst>
        </pc:spChg>
        <pc:spChg chg="del">
          <ac:chgData name="Chris Alvin" userId="1477fe7d-12c1-4dcd-b708-f1331679ff1c" providerId="ADAL" clId="{F53F870B-49DD-4E1C-9D0A-EA2D1A1D7B39}" dt="2023-05-02T13:47:23.160" v="2178" actId="478"/>
          <ac:spMkLst>
            <pc:docMk/>
            <pc:sldMk cId="3327285577" sldId="470"/>
            <ac:spMk id="7" creationId="{DDCBBD03-F8F4-61CD-32A1-9B53F7DF7D25}"/>
          </ac:spMkLst>
        </pc:spChg>
        <pc:spChg chg="del">
          <ac:chgData name="Chris Alvin" userId="1477fe7d-12c1-4dcd-b708-f1331679ff1c" providerId="ADAL" clId="{F53F870B-49DD-4E1C-9D0A-EA2D1A1D7B39}" dt="2023-05-02T13:47:23.160" v="2178" actId="478"/>
          <ac:spMkLst>
            <pc:docMk/>
            <pc:sldMk cId="3327285577" sldId="470"/>
            <ac:spMk id="8" creationId="{C0CE59E2-D7C2-B3AF-6544-3AF56C576708}"/>
          </ac:spMkLst>
        </pc:spChg>
        <pc:spChg chg="add mod">
          <ac:chgData name="Chris Alvin" userId="1477fe7d-12c1-4dcd-b708-f1331679ff1c" providerId="ADAL" clId="{F53F870B-49DD-4E1C-9D0A-EA2D1A1D7B39}" dt="2023-05-02T14:02:29.391" v="3107" actId="1076"/>
          <ac:spMkLst>
            <pc:docMk/>
            <pc:sldMk cId="3327285577" sldId="470"/>
            <ac:spMk id="9" creationId="{375D6A44-AE9D-2E14-5130-560C86E7C9C1}"/>
          </ac:spMkLst>
        </pc:spChg>
        <pc:spChg chg="add mod">
          <ac:chgData name="Chris Alvin" userId="1477fe7d-12c1-4dcd-b708-f1331679ff1c" providerId="ADAL" clId="{F53F870B-49DD-4E1C-9D0A-EA2D1A1D7B39}" dt="2023-05-02T14:02:29.391" v="3107" actId="1076"/>
          <ac:spMkLst>
            <pc:docMk/>
            <pc:sldMk cId="3327285577" sldId="470"/>
            <ac:spMk id="11" creationId="{463C75F9-37AE-98AA-DE66-05F70C515FD8}"/>
          </ac:spMkLst>
        </pc:spChg>
        <pc:spChg chg="add mod">
          <ac:chgData name="Chris Alvin" userId="1477fe7d-12c1-4dcd-b708-f1331679ff1c" providerId="ADAL" clId="{F53F870B-49DD-4E1C-9D0A-EA2D1A1D7B39}" dt="2023-05-02T14:02:29.391" v="3107" actId="1076"/>
          <ac:spMkLst>
            <pc:docMk/>
            <pc:sldMk cId="3327285577" sldId="470"/>
            <ac:spMk id="13" creationId="{3FA81B86-901E-B686-FABC-AE733C7A6D26}"/>
          </ac:spMkLst>
        </pc:spChg>
      </pc:sldChg>
      <pc:sldChg chg="addSp delSp modSp add del mod modAnim">
        <pc:chgData name="Chris Alvin" userId="1477fe7d-12c1-4dcd-b708-f1331679ff1c" providerId="ADAL" clId="{F53F870B-49DD-4E1C-9D0A-EA2D1A1D7B39}" dt="2023-05-03T14:56:50.413" v="10008" actId="1076"/>
        <pc:sldMkLst>
          <pc:docMk/>
          <pc:sldMk cId="1729460487" sldId="471"/>
        </pc:sldMkLst>
        <pc:spChg chg="mod">
          <ac:chgData name="Chris Alvin" userId="1477fe7d-12c1-4dcd-b708-f1331679ff1c" providerId="ADAL" clId="{F53F870B-49DD-4E1C-9D0A-EA2D1A1D7B39}" dt="2023-05-02T14:17:17.996" v="3530" actId="1076"/>
          <ac:spMkLst>
            <pc:docMk/>
            <pc:sldMk cId="1729460487" sldId="471"/>
            <ac:spMk id="2" creationId="{75D5F117-C19A-A76F-70D6-3C4AFE4C42FD}"/>
          </ac:spMkLst>
        </pc:spChg>
        <pc:spChg chg="add mod">
          <ac:chgData name="Chris Alvin" userId="1477fe7d-12c1-4dcd-b708-f1331679ff1c" providerId="ADAL" clId="{F53F870B-49DD-4E1C-9D0A-EA2D1A1D7B39}" dt="2023-05-02T14:18:33.615" v="3580" actId="6549"/>
          <ac:spMkLst>
            <pc:docMk/>
            <pc:sldMk cId="1729460487" sldId="471"/>
            <ac:spMk id="3" creationId="{7BE41C2E-B002-0067-96BC-ADA1AAD8E9AE}"/>
          </ac:spMkLst>
        </pc:spChg>
        <pc:spChg chg="mod">
          <ac:chgData name="Chris Alvin" userId="1477fe7d-12c1-4dcd-b708-f1331679ff1c" providerId="ADAL" clId="{F53F870B-49DD-4E1C-9D0A-EA2D1A1D7B39}" dt="2023-05-02T14:13:14.275" v="3130" actId="20577"/>
          <ac:spMkLst>
            <pc:docMk/>
            <pc:sldMk cId="1729460487" sldId="471"/>
            <ac:spMk id="4" creationId="{00000000-0000-0000-0000-000000000000}"/>
          </ac:spMkLst>
        </pc:spChg>
        <pc:spChg chg="add mod">
          <ac:chgData name="Chris Alvin" userId="1477fe7d-12c1-4dcd-b708-f1331679ff1c" providerId="ADAL" clId="{F53F870B-49DD-4E1C-9D0A-EA2D1A1D7B39}" dt="2023-05-02T14:20:20.355" v="3624" actId="6549"/>
          <ac:spMkLst>
            <pc:docMk/>
            <pc:sldMk cId="1729460487" sldId="471"/>
            <ac:spMk id="5" creationId="{C569032B-2BA3-0D0F-DACD-E711A827FA43}"/>
          </ac:spMkLst>
        </pc:spChg>
        <pc:spChg chg="mod">
          <ac:chgData name="Chris Alvin" userId="1477fe7d-12c1-4dcd-b708-f1331679ff1c" providerId="ADAL" clId="{F53F870B-49DD-4E1C-9D0A-EA2D1A1D7B39}" dt="2023-05-02T14:16:07.818" v="3490" actId="1076"/>
          <ac:spMkLst>
            <pc:docMk/>
            <pc:sldMk cId="1729460487" sldId="471"/>
            <ac:spMk id="6" creationId="{88BE2FA1-2010-E668-BCF7-EADDE9417FF4}"/>
          </ac:spMkLst>
        </pc:spChg>
        <pc:spChg chg="mod">
          <ac:chgData name="Chris Alvin" userId="1477fe7d-12c1-4dcd-b708-f1331679ff1c" providerId="ADAL" clId="{F53F870B-49DD-4E1C-9D0A-EA2D1A1D7B39}" dt="2023-05-03T14:53:34.430" v="9970" actId="113"/>
          <ac:spMkLst>
            <pc:docMk/>
            <pc:sldMk cId="1729460487" sldId="471"/>
            <ac:spMk id="7" creationId="{DDCBBD03-F8F4-61CD-32A1-9B53F7DF7D25}"/>
          </ac:spMkLst>
        </pc:spChg>
        <pc:spChg chg="add del mod">
          <ac:chgData name="Chris Alvin" userId="1477fe7d-12c1-4dcd-b708-f1331679ff1c" providerId="ADAL" clId="{F53F870B-49DD-4E1C-9D0A-EA2D1A1D7B39}" dt="2023-05-02T14:16:12.955" v="3492" actId="1076"/>
          <ac:spMkLst>
            <pc:docMk/>
            <pc:sldMk cId="1729460487" sldId="471"/>
            <ac:spMk id="8" creationId="{C0CE59E2-D7C2-B3AF-6544-3AF56C576708}"/>
          </ac:spMkLst>
        </pc:spChg>
        <pc:spChg chg="add mod">
          <ac:chgData name="Chris Alvin" userId="1477fe7d-12c1-4dcd-b708-f1331679ff1c" providerId="ADAL" clId="{F53F870B-49DD-4E1C-9D0A-EA2D1A1D7B39}" dt="2023-05-03T14:56:50.413" v="10008" actId="1076"/>
          <ac:spMkLst>
            <pc:docMk/>
            <pc:sldMk cId="1729460487" sldId="471"/>
            <ac:spMk id="9" creationId="{8D34B454-3386-ED3D-57A5-E3574A522B0D}"/>
          </ac:spMkLst>
        </pc:spChg>
      </pc:sldChg>
      <pc:sldChg chg="add del">
        <pc:chgData name="Chris Alvin" userId="1477fe7d-12c1-4dcd-b708-f1331679ff1c" providerId="ADAL" clId="{F53F870B-49DD-4E1C-9D0A-EA2D1A1D7B39}" dt="2023-05-02T15:29:41.013" v="3640"/>
        <pc:sldMkLst>
          <pc:docMk/>
          <pc:sldMk cId="61377752" sldId="472"/>
        </pc:sldMkLst>
      </pc:sldChg>
      <pc:sldChg chg="addSp delSp modSp add mod ord">
        <pc:chgData name="Chris Alvin" userId="1477fe7d-12c1-4dcd-b708-f1331679ff1c" providerId="ADAL" clId="{F53F870B-49DD-4E1C-9D0A-EA2D1A1D7B39}" dt="2023-05-03T14:53:18.710" v="9967" actId="113"/>
        <pc:sldMkLst>
          <pc:docMk/>
          <pc:sldMk cId="592817189" sldId="472"/>
        </pc:sldMkLst>
        <pc:spChg chg="del">
          <ac:chgData name="Chris Alvin" userId="1477fe7d-12c1-4dcd-b708-f1331679ff1c" providerId="ADAL" clId="{F53F870B-49DD-4E1C-9D0A-EA2D1A1D7B39}" dt="2023-05-02T15:42:41.867" v="4466" actId="478"/>
          <ac:spMkLst>
            <pc:docMk/>
            <pc:sldMk cId="592817189" sldId="472"/>
            <ac:spMk id="2" creationId="{75D5F117-C19A-A76F-70D6-3C4AFE4C42FD}"/>
          </ac:spMkLst>
        </pc:spChg>
        <pc:spChg chg="del">
          <ac:chgData name="Chris Alvin" userId="1477fe7d-12c1-4dcd-b708-f1331679ff1c" providerId="ADAL" clId="{F53F870B-49DD-4E1C-9D0A-EA2D1A1D7B39}" dt="2023-05-02T15:42:41.867" v="4466" actId="478"/>
          <ac:spMkLst>
            <pc:docMk/>
            <pc:sldMk cId="592817189" sldId="472"/>
            <ac:spMk id="3" creationId="{7BE41C2E-B002-0067-96BC-ADA1AAD8E9AE}"/>
          </ac:spMkLst>
        </pc:spChg>
        <pc:spChg chg="mod">
          <ac:chgData name="Chris Alvin" userId="1477fe7d-12c1-4dcd-b708-f1331679ff1c" providerId="ADAL" clId="{F53F870B-49DD-4E1C-9D0A-EA2D1A1D7B39}" dt="2023-05-02T18:21:09.377" v="4934" actId="20577"/>
          <ac:spMkLst>
            <pc:docMk/>
            <pc:sldMk cId="592817189" sldId="472"/>
            <ac:spMk id="4" creationId="{00000000-0000-0000-0000-000000000000}"/>
          </ac:spMkLst>
        </pc:spChg>
        <pc:spChg chg="del">
          <ac:chgData name="Chris Alvin" userId="1477fe7d-12c1-4dcd-b708-f1331679ff1c" providerId="ADAL" clId="{F53F870B-49DD-4E1C-9D0A-EA2D1A1D7B39}" dt="2023-05-02T15:42:41.867" v="4466" actId="478"/>
          <ac:spMkLst>
            <pc:docMk/>
            <pc:sldMk cId="592817189" sldId="472"/>
            <ac:spMk id="5" creationId="{C569032B-2BA3-0D0F-DACD-E711A827FA43}"/>
          </ac:spMkLst>
        </pc:spChg>
        <pc:spChg chg="mod">
          <ac:chgData name="Chris Alvin" userId="1477fe7d-12c1-4dcd-b708-f1331679ff1c" providerId="ADAL" clId="{F53F870B-49DD-4E1C-9D0A-EA2D1A1D7B39}" dt="2023-05-02T18:20:49.777" v="4930" actId="20577"/>
          <ac:spMkLst>
            <pc:docMk/>
            <pc:sldMk cId="592817189" sldId="472"/>
            <ac:spMk id="6" creationId="{88BE2FA1-2010-E668-BCF7-EADDE9417FF4}"/>
          </ac:spMkLst>
        </pc:spChg>
        <pc:spChg chg="mod">
          <ac:chgData name="Chris Alvin" userId="1477fe7d-12c1-4dcd-b708-f1331679ff1c" providerId="ADAL" clId="{F53F870B-49DD-4E1C-9D0A-EA2D1A1D7B39}" dt="2023-05-03T14:53:18.710" v="9967" actId="113"/>
          <ac:spMkLst>
            <pc:docMk/>
            <pc:sldMk cId="592817189" sldId="472"/>
            <ac:spMk id="7" creationId="{DDCBBD03-F8F4-61CD-32A1-9B53F7DF7D25}"/>
          </ac:spMkLst>
        </pc:spChg>
        <pc:spChg chg="mod">
          <ac:chgData name="Chris Alvin" userId="1477fe7d-12c1-4dcd-b708-f1331679ff1c" providerId="ADAL" clId="{F53F870B-49DD-4E1C-9D0A-EA2D1A1D7B39}" dt="2023-05-02T18:21:51.744" v="4995" actId="20577"/>
          <ac:spMkLst>
            <pc:docMk/>
            <pc:sldMk cId="592817189" sldId="472"/>
            <ac:spMk id="8" creationId="{C0CE59E2-D7C2-B3AF-6544-3AF56C576708}"/>
          </ac:spMkLst>
        </pc:spChg>
        <pc:spChg chg="add mod">
          <ac:chgData name="Chris Alvin" userId="1477fe7d-12c1-4dcd-b708-f1331679ff1c" providerId="ADAL" clId="{F53F870B-49DD-4E1C-9D0A-EA2D1A1D7B39}" dt="2023-05-02T18:22:13.356" v="5001" actId="14100"/>
          <ac:spMkLst>
            <pc:docMk/>
            <pc:sldMk cId="592817189" sldId="472"/>
            <ac:spMk id="9" creationId="{E1F003F4-7AEC-F8E6-A7A5-B86CFED34831}"/>
          </ac:spMkLst>
        </pc:spChg>
        <pc:spChg chg="add del mod">
          <ac:chgData name="Chris Alvin" userId="1477fe7d-12c1-4dcd-b708-f1331679ff1c" providerId="ADAL" clId="{F53F870B-49DD-4E1C-9D0A-EA2D1A1D7B39}" dt="2023-05-02T18:24:24.713" v="5039" actId="478"/>
          <ac:spMkLst>
            <pc:docMk/>
            <pc:sldMk cId="592817189" sldId="472"/>
            <ac:spMk id="10" creationId="{C573D69A-A69A-107D-254D-39E6BF60A2F3}"/>
          </ac:spMkLst>
        </pc:spChg>
        <pc:spChg chg="add del mod">
          <ac:chgData name="Chris Alvin" userId="1477fe7d-12c1-4dcd-b708-f1331679ff1c" providerId="ADAL" clId="{F53F870B-49DD-4E1C-9D0A-EA2D1A1D7B39}" dt="2023-05-02T18:24:24.713" v="5039" actId="478"/>
          <ac:spMkLst>
            <pc:docMk/>
            <pc:sldMk cId="592817189" sldId="472"/>
            <ac:spMk id="11" creationId="{ABDAC72E-594A-A55A-7B9A-570915D3FCC9}"/>
          </ac:spMkLst>
        </pc:spChg>
        <pc:spChg chg="add del mod">
          <ac:chgData name="Chris Alvin" userId="1477fe7d-12c1-4dcd-b708-f1331679ff1c" providerId="ADAL" clId="{F53F870B-49DD-4E1C-9D0A-EA2D1A1D7B39}" dt="2023-05-02T18:24:27.530" v="5040" actId="478"/>
          <ac:spMkLst>
            <pc:docMk/>
            <pc:sldMk cId="592817189" sldId="472"/>
            <ac:spMk id="12" creationId="{B612CD86-CBFC-8E13-6650-2571A3179FC5}"/>
          </ac:spMkLst>
        </pc:spChg>
        <pc:spChg chg="add mod">
          <ac:chgData name="Chris Alvin" userId="1477fe7d-12c1-4dcd-b708-f1331679ff1c" providerId="ADAL" clId="{F53F870B-49DD-4E1C-9D0A-EA2D1A1D7B39}" dt="2023-05-02T18:22:57.746" v="5027" actId="2085"/>
          <ac:spMkLst>
            <pc:docMk/>
            <pc:sldMk cId="592817189" sldId="472"/>
            <ac:spMk id="14" creationId="{EC03DBCA-75C2-D1F0-AB28-E1952DB78B23}"/>
          </ac:spMkLst>
        </pc:spChg>
        <pc:spChg chg="add mod">
          <ac:chgData name="Chris Alvin" userId="1477fe7d-12c1-4dcd-b708-f1331679ff1c" providerId="ADAL" clId="{F53F870B-49DD-4E1C-9D0A-EA2D1A1D7B39}" dt="2023-05-02T18:25:34.975" v="5074" actId="1076"/>
          <ac:spMkLst>
            <pc:docMk/>
            <pc:sldMk cId="592817189" sldId="472"/>
            <ac:spMk id="15" creationId="{D97FB47C-7B82-F8D5-C07B-B20709750786}"/>
          </ac:spMkLst>
        </pc:spChg>
        <pc:spChg chg="add mod">
          <ac:chgData name="Chris Alvin" userId="1477fe7d-12c1-4dcd-b708-f1331679ff1c" providerId="ADAL" clId="{F53F870B-49DD-4E1C-9D0A-EA2D1A1D7B39}" dt="2023-05-02T18:24:57.225" v="5053" actId="20577"/>
          <ac:spMkLst>
            <pc:docMk/>
            <pc:sldMk cId="592817189" sldId="472"/>
            <ac:spMk id="16" creationId="{40987A97-4B48-AE40-A9A4-AE52797B3312}"/>
          </ac:spMkLst>
        </pc:spChg>
        <pc:spChg chg="add mod">
          <ac:chgData name="Chris Alvin" userId="1477fe7d-12c1-4dcd-b708-f1331679ff1c" providerId="ADAL" clId="{F53F870B-49DD-4E1C-9D0A-EA2D1A1D7B39}" dt="2023-05-02T18:27:03.912" v="5088" actId="20577"/>
          <ac:spMkLst>
            <pc:docMk/>
            <pc:sldMk cId="592817189" sldId="472"/>
            <ac:spMk id="17" creationId="{2B2990BB-DD14-BF2E-3CD4-6F1FC46D06BC}"/>
          </ac:spMkLst>
        </pc:spChg>
        <pc:spChg chg="add del mod">
          <ac:chgData name="Chris Alvin" userId="1477fe7d-12c1-4dcd-b708-f1331679ff1c" providerId="ADAL" clId="{F53F870B-49DD-4E1C-9D0A-EA2D1A1D7B39}" dt="2023-05-02T18:27:07.818" v="5089" actId="478"/>
          <ac:spMkLst>
            <pc:docMk/>
            <pc:sldMk cId="592817189" sldId="472"/>
            <ac:spMk id="18" creationId="{178F74BE-0B05-F9C6-D669-229903513564}"/>
          </ac:spMkLst>
        </pc:spChg>
        <pc:spChg chg="add mod">
          <ac:chgData name="Chris Alvin" userId="1477fe7d-12c1-4dcd-b708-f1331679ff1c" providerId="ADAL" clId="{F53F870B-49DD-4E1C-9D0A-EA2D1A1D7B39}" dt="2023-05-02T18:26:59.098" v="5087" actId="1076"/>
          <ac:spMkLst>
            <pc:docMk/>
            <pc:sldMk cId="592817189" sldId="472"/>
            <ac:spMk id="19" creationId="{C3ED700E-5EC5-DBCA-5637-7B0F23C72DF1}"/>
          </ac:spMkLst>
        </pc:spChg>
      </pc:sldChg>
      <pc:sldChg chg="addSp delSp modSp add mod ord">
        <pc:chgData name="Chris Alvin" userId="1477fe7d-12c1-4dcd-b708-f1331679ff1c" providerId="ADAL" clId="{F53F870B-49DD-4E1C-9D0A-EA2D1A1D7B39}" dt="2023-05-02T19:57:19.525" v="6191" actId="14100"/>
        <pc:sldMkLst>
          <pc:docMk/>
          <pc:sldMk cId="2756766633" sldId="473"/>
        </pc:sldMkLst>
        <pc:spChg chg="del">
          <ac:chgData name="Chris Alvin" userId="1477fe7d-12c1-4dcd-b708-f1331679ff1c" providerId="ADAL" clId="{F53F870B-49DD-4E1C-9D0A-EA2D1A1D7B39}" dt="2023-05-02T15:31:28.884" v="3830" actId="478"/>
          <ac:spMkLst>
            <pc:docMk/>
            <pc:sldMk cId="2756766633" sldId="473"/>
            <ac:spMk id="2" creationId="{75D5F117-C19A-A76F-70D6-3C4AFE4C42FD}"/>
          </ac:spMkLst>
        </pc:spChg>
        <pc:spChg chg="del">
          <ac:chgData name="Chris Alvin" userId="1477fe7d-12c1-4dcd-b708-f1331679ff1c" providerId="ADAL" clId="{F53F870B-49DD-4E1C-9D0A-EA2D1A1D7B39}" dt="2023-05-02T15:31:28.884" v="3830" actId="478"/>
          <ac:spMkLst>
            <pc:docMk/>
            <pc:sldMk cId="2756766633" sldId="473"/>
            <ac:spMk id="3" creationId="{7BE41C2E-B002-0067-96BC-ADA1AAD8E9AE}"/>
          </ac:spMkLst>
        </pc:spChg>
        <pc:spChg chg="mod">
          <ac:chgData name="Chris Alvin" userId="1477fe7d-12c1-4dcd-b708-f1331679ff1c" providerId="ADAL" clId="{F53F870B-49DD-4E1C-9D0A-EA2D1A1D7B39}" dt="2023-05-02T15:31:16.780" v="3829" actId="20577"/>
          <ac:spMkLst>
            <pc:docMk/>
            <pc:sldMk cId="2756766633" sldId="473"/>
            <ac:spMk id="4" creationId="{00000000-0000-0000-0000-000000000000}"/>
          </ac:spMkLst>
        </pc:spChg>
        <pc:spChg chg="del">
          <ac:chgData name="Chris Alvin" userId="1477fe7d-12c1-4dcd-b708-f1331679ff1c" providerId="ADAL" clId="{F53F870B-49DD-4E1C-9D0A-EA2D1A1D7B39}" dt="2023-05-02T15:31:28.884" v="3830" actId="478"/>
          <ac:spMkLst>
            <pc:docMk/>
            <pc:sldMk cId="2756766633" sldId="473"/>
            <ac:spMk id="5" creationId="{C569032B-2BA3-0D0F-DACD-E711A827FA43}"/>
          </ac:spMkLst>
        </pc:spChg>
        <pc:spChg chg="del">
          <ac:chgData name="Chris Alvin" userId="1477fe7d-12c1-4dcd-b708-f1331679ff1c" providerId="ADAL" clId="{F53F870B-49DD-4E1C-9D0A-EA2D1A1D7B39}" dt="2023-05-02T15:31:31.756" v="3831" actId="478"/>
          <ac:spMkLst>
            <pc:docMk/>
            <pc:sldMk cId="2756766633" sldId="473"/>
            <ac:spMk id="6" creationId="{88BE2FA1-2010-E668-BCF7-EADDE9417FF4}"/>
          </ac:spMkLst>
        </pc:spChg>
        <pc:spChg chg="del">
          <ac:chgData name="Chris Alvin" userId="1477fe7d-12c1-4dcd-b708-f1331679ff1c" providerId="ADAL" clId="{F53F870B-49DD-4E1C-9D0A-EA2D1A1D7B39}" dt="2023-05-02T15:31:28.884" v="3830" actId="478"/>
          <ac:spMkLst>
            <pc:docMk/>
            <pc:sldMk cId="2756766633" sldId="473"/>
            <ac:spMk id="7" creationId="{DDCBBD03-F8F4-61CD-32A1-9B53F7DF7D25}"/>
          </ac:spMkLst>
        </pc:spChg>
        <pc:spChg chg="del">
          <ac:chgData name="Chris Alvin" userId="1477fe7d-12c1-4dcd-b708-f1331679ff1c" providerId="ADAL" clId="{F53F870B-49DD-4E1C-9D0A-EA2D1A1D7B39}" dt="2023-05-02T15:31:28.884" v="3830" actId="478"/>
          <ac:spMkLst>
            <pc:docMk/>
            <pc:sldMk cId="2756766633" sldId="473"/>
            <ac:spMk id="8" creationId="{C0CE59E2-D7C2-B3AF-6544-3AF56C576708}"/>
          </ac:spMkLst>
        </pc:spChg>
        <pc:spChg chg="add del mod">
          <ac:chgData name="Chris Alvin" userId="1477fe7d-12c1-4dcd-b708-f1331679ff1c" providerId="ADAL" clId="{F53F870B-49DD-4E1C-9D0A-EA2D1A1D7B39}" dt="2023-05-02T19:38:50.725" v="5498" actId="14100"/>
          <ac:spMkLst>
            <pc:docMk/>
            <pc:sldMk cId="2756766633" sldId="473"/>
            <ac:spMk id="9" creationId="{784700CB-38C6-085A-A9E0-30CCF848ECC7}"/>
          </ac:spMkLst>
        </pc:spChg>
        <pc:spChg chg="add mod">
          <ac:chgData name="Chris Alvin" userId="1477fe7d-12c1-4dcd-b708-f1331679ff1c" providerId="ADAL" clId="{F53F870B-49DD-4E1C-9D0A-EA2D1A1D7B39}" dt="2023-05-02T19:39:07.015" v="5515" actId="1076"/>
          <ac:spMkLst>
            <pc:docMk/>
            <pc:sldMk cId="2756766633" sldId="473"/>
            <ac:spMk id="11" creationId="{75DA4B89-7F9D-F623-FBFF-5D1C96E90229}"/>
          </ac:spMkLst>
        </pc:spChg>
        <pc:spChg chg="add mod">
          <ac:chgData name="Chris Alvin" userId="1477fe7d-12c1-4dcd-b708-f1331679ff1c" providerId="ADAL" clId="{F53F870B-49DD-4E1C-9D0A-EA2D1A1D7B39}" dt="2023-05-02T19:39:10.200" v="5516" actId="1076"/>
          <ac:spMkLst>
            <pc:docMk/>
            <pc:sldMk cId="2756766633" sldId="473"/>
            <ac:spMk id="12" creationId="{0B32F225-EC1F-95BF-22FE-FEBBA1390BE2}"/>
          </ac:spMkLst>
        </pc:spChg>
        <pc:spChg chg="add mod">
          <ac:chgData name="Chris Alvin" userId="1477fe7d-12c1-4dcd-b708-f1331679ff1c" providerId="ADAL" clId="{F53F870B-49DD-4E1C-9D0A-EA2D1A1D7B39}" dt="2023-05-02T19:57:19.525" v="6191" actId="14100"/>
          <ac:spMkLst>
            <pc:docMk/>
            <pc:sldMk cId="2756766633" sldId="473"/>
            <ac:spMk id="13" creationId="{A9AD0B1C-6C74-2B8C-1C8A-FAFC0BA74902}"/>
          </ac:spMkLst>
        </pc:spChg>
        <pc:spChg chg="add del mod">
          <ac:chgData name="Chris Alvin" userId="1477fe7d-12c1-4dcd-b708-f1331679ff1c" providerId="ADAL" clId="{F53F870B-49DD-4E1C-9D0A-EA2D1A1D7B39}" dt="2023-05-02T19:38:43.659" v="5496" actId="478"/>
          <ac:spMkLst>
            <pc:docMk/>
            <pc:sldMk cId="2756766633" sldId="473"/>
            <ac:spMk id="14" creationId="{CFAE5928-733F-ABF9-B12D-F5C47CEC9270}"/>
          </ac:spMkLst>
        </pc:spChg>
        <pc:spChg chg="add del mod">
          <ac:chgData name="Chris Alvin" userId="1477fe7d-12c1-4dcd-b708-f1331679ff1c" providerId="ADAL" clId="{F53F870B-49DD-4E1C-9D0A-EA2D1A1D7B39}" dt="2023-05-02T19:38:37.441" v="5493" actId="478"/>
          <ac:spMkLst>
            <pc:docMk/>
            <pc:sldMk cId="2756766633" sldId="473"/>
            <ac:spMk id="15" creationId="{70974CAC-A9FA-E18A-DF6F-4A1EA7CE41DD}"/>
          </ac:spMkLst>
        </pc:spChg>
        <pc:spChg chg="add mod">
          <ac:chgData name="Chris Alvin" userId="1477fe7d-12c1-4dcd-b708-f1331679ff1c" providerId="ADAL" clId="{F53F870B-49DD-4E1C-9D0A-EA2D1A1D7B39}" dt="2023-05-02T19:56:51.220" v="6187" actId="20577"/>
          <ac:spMkLst>
            <pc:docMk/>
            <pc:sldMk cId="2756766633" sldId="473"/>
            <ac:spMk id="16" creationId="{011B8784-44C8-6DE8-7ED5-8B2916DF01CF}"/>
          </ac:spMkLst>
        </pc:spChg>
        <pc:spChg chg="add mod">
          <ac:chgData name="Chris Alvin" userId="1477fe7d-12c1-4dcd-b708-f1331679ff1c" providerId="ADAL" clId="{F53F870B-49DD-4E1C-9D0A-EA2D1A1D7B39}" dt="2023-05-02T19:57:15.402" v="6190" actId="571"/>
          <ac:spMkLst>
            <pc:docMk/>
            <pc:sldMk cId="2756766633" sldId="473"/>
            <ac:spMk id="17" creationId="{B9B34547-359A-E350-4093-C4BB75AF35E0}"/>
          </ac:spMkLst>
        </pc:spChg>
      </pc:sldChg>
      <pc:sldChg chg="addSp modSp add mod">
        <pc:chgData name="Chris Alvin" userId="1477fe7d-12c1-4dcd-b708-f1331679ff1c" providerId="ADAL" clId="{F53F870B-49DD-4E1C-9D0A-EA2D1A1D7B39}" dt="2023-05-03T14:53:23.861" v="9968" actId="113"/>
        <pc:sldMkLst>
          <pc:docMk/>
          <pc:sldMk cId="3301625856" sldId="474"/>
        </pc:sldMkLst>
        <pc:spChg chg="add mod">
          <ac:chgData name="Chris Alvin" userId="1477fe7d-12c1-4dcd-b708-f1331679ff1c" providerId="ADAL" clId="{F53F870B-49DD-4E1C-9D0A-EA2D1A1D7B39}" dt="2023-05-02T18:26:49.423" v="5085" actId="1076"/>
          <ac:spMkLst>
            <pc:docMk/>
            <pc:sldMk cId="3301625856" sldId="474"/>
            <ac:spMk id="3" creationId="{DDE0F52A-34A2-04D3-60D3-E2FD7F72F05A}"/>
          </ac:spMkLst>
        </pc:spChg>
        <pc:spChg chg="mod">
          <ac:chgData name="Chris Alvin" userId="1477fe7d-12c1-4dcd-b708-f1331679ff1c" providerId="ADAL" clId="{F53F870B-49DD-4E1C-9D0A-EA2D1A1D7B39}" dt="2023-05-02T18:21:03.098" v="4933" actId="20577"/>
          <ac:spMkLst>
            <pc:docMk/>
            <pc:sldMk cId="3301625856" sldId="474"/>
            <ac:spMk id="4" creationId="{00000000-0000-0000-0000-000000000000}"/>
          </ac:spMkLst>
        </pc:spChg>
        <pc:spChg chg="mod">
          <ac:chgData name="Chris Alvin" userId="1477fe7d-12c1-4dcd-b708-f1331679ff1c" providerId="ADAL" clId="{F53F870B-49DD-4E1C-9D0A-EA2D1A1D7B39}" dt="2023-05-03T14:53:23.861" v="9968" actId="113"/>
          <ac:spMkLst>
            <pc:docMk/>
            <pc:sldMk cId="3301625856" sldId="474"/>
            <ac:spMk id="7" creationId="{DDCBBD03-F8F4-61CD-32A1-9B53F7DF7D25}"/>
          </ac:spMkLst>
        </pc:spChg>
        <pc:spChg chg="mod">
          <ac:chgData name="Chris Alvin" userId="1477fe7d-12c1-4dcd-b708-f1331679ff1c" providerId="ADAL" clId="{F53F870B-49DD-4E1C-9D0A-EA2D1A1D7B39}" dt="2023-05-02T18:26:36.293" v="5079" actId="21"/>
          <ac:spMkLst>
            <pc:docMk/>
            <pc:sldMk cId="3301625856" sldId="474"/>
            <ac:spMk id="11" creationId="{ABDAC72E-594A-A55A-7B9A-570915D3FCC9}"/>
          </ac:spMkLst>
        </pc:spChg>
        <pc:spChg chg="mod">
          <ac:chgData name="Chris Alvin" userId="1477fe7d-12c1-4dcd-b708-f1331679ff1c" providerId="ADAL" clId="{F53F870B-49DD-4E1C-9D0A-EA2D1A1D7B39}" dt="2023-05-02T19:33:02.159" v="5173" actId="14100"/>
          <ac:spMkLst>
            <pc:docMk/>
            <pc:sldMk cId="3301625856" sldId="474"/>
            <ac:spMk id="12" creationId="{B612CD86-CBFC-8E13-6650-2571A3179FC5}"/>
          </ac:spMkLst>
        </pc:spChg>
      </pc:sldChg>
      <pc:sldChg chg="addSp delSp modSp add mod">
        <pc:chgData name="Chris Alvin" userId="1477fe7d-12c1-4dcd-b708-f1331679ff1c" providerId="ADAL" clId="{F53F870B-49DD-4E1C-9D0A-EA2D1A1D7B39}" dt="2023-05-03T14:53:15.677" v="9966" actId="113"/>
        <pc:sldMkLst>
          <pc:docMk/>
          <pc:sldMk cId="3226712070" sldId="475"/>
        </pc:sldMkLst>
        <pc:spChg chg="add mod">
          <ac:chgData name="Chris Alvin" userId="1477fe7d-12c1-4dcd-b708-f1331679ff1c" providerId="ADAL" clId="{F53F870B-49DD-4E1C-9D0A-EA2D1A1D7B39}" dt="2023-05-02T19:45:21.402" v="5926" actId="20577"/>
          <ac:spMkLst>
            <pc:docMk/>
            <pc:sldMk cId="3226712070" sldId="475"/>
            <ac:spMk id="2" creationId="{4F45C4BE-7FCA-3EC9-7A78-17FDAAC77502}"/>
          </ac:spMkLst>
        </pc:spChg>
        <pc:spChg chg="add mod">
          <ac:chgData name="Chris Alvin" userId="1477fe7d-12c1-4dcd-b708-f1331679ff1c" providerId="ADAL" clId="{F53F870B-49DD-4E1C-9D0A-EA2D1A1D7B39}" dt="2023-05-02T19:46:19.666" v="6004" actId="20577"/>
          <ac:spMkLst>
            <pc:docMk/>
            <pc:sldMk cId="3226712070" sldId="475"/>
            <ac:spMk id="3" creationId="{B386EA0E-DAB5-8803-A712-BBBAA569DAB0}"/>
          </ac:spMkLst>
        </pc:spChg>
        <pc:spChg chg="mod">
          <ac:chgData name="Chris Alvin" userId="1477fe7d-12c1-4dcd-b708-f1331679ff1c" providerId="ADAL" clId="{F53F870B-49DD-4E1C-9D0A-EA2D1A1D7B39}" dt="2023-05-02T18:27:33.874" v="5091" actId="20577"/>
          <ac:spMkLst>
            <pc:docMk/>
            <pc:sldMk cId="3226712070" sldId="475"/>
            <ac:spMk id="4" creationId="{00000000-0000-0000-0000-000000000000}"/>
          </ac:spMkLst>
        </pc:spChg>
        <pc:spChg chg="add mod">
          <ac:chgData name="Chris Alvin" userId="1477fe7d-12c1-4dcd-b708-f1331679ff1c" providerId="ADAL" clId="{F53F870B-49DD-4E1C-9D0A-EA2D1A1D7B39}" dt="2023-05-02T19:47:05.065" v="6072" actId="14100"/>
          <ac:spMkLst>
            <pc:docMk/>
            <pc:sldMk cId="3226712070" sldId="475"/>
            <ac:spMk id="5" creationId="{515FFCDC-AF9A-DBC5-1142-99B9D56E8AF7}"/>
          </ac:spMkLst>
        </pc:spChg>
        <pc:spChg chg="mod">
          <ac:chgData name="Chris Alvin" userId="1477fe7d-12c1-4dcd-b708-f1331679ff1c" providerId="ADAL" clId="{F53F870B-49DD-4E1C-9D0A-EA2D1A1D7B39}" dt="2023-05-02T19:43:09.864" v="5738" actId="20577"/>
          <ac:spMkLst>
            <pc:docMk/>
            <pc:sldMk cId="3226712070" sldId="475"/>
            <ac:spMk id="6" creationId="{88BE2FA1-2010-E668-BCF7-EADDE9417FF4}"/>
          </ac:spMkLst>
        </pc:spChg>
        <pc:spChg chg="mod">
          <ac:chgData name="Chris Alvin" userId="1477fe7d-12c1-4dcd-b708-f1331679ff1c" providerId="ADAL" clId="{F53F870B-49DD-4E1C-9D0A-EA2D1A1D7B39}" dt="2023-05-03T14:53:15.677" v="9966" actId="113"/>
          <ac:spMkLst>
            <pc:docMk/>
            <pc:sldMk cId="3226712070" sldId="475"/>
            <ac:spMk id="7" creationId="{DDCBBD03-F8F4-61CD-32A1-9B53F7DF7D25}"/>
          </ac:spMkLst>
        </pc:spChg>
        <pc:spChg chg="mod">
          <ac:chgData name="Chris Alvin" userId="1477fe7d-12c1-4dcd-b708-f1331679ff1c" providerId="ADAL" clId="{F53F870B-49DD-4E1C-9D0A-EA2D1A1D7B39}" dt="2023-05-02T19:44:31.450" v="5852" actId="14100"/>
          <ac:spMkLst>
            <pc:docMk/>
            <pc:sldMk cId="3226712070" sldId="475"/>
            <ac:spMk id="8" creationId="{C0CE59E2-D7C2-B3AF-6544-3AF56C576708}"/>
          </ac:spMkLst>
        </pc:spChg>
        <pc:spChg chg="del mod">
          <ac:chgData name="Chris Alvin" userId="1477fe7d-12c1-4dcd-b708-f1331679ff1c" providerId="ADAL" clId="{F53F870B-49DD-4E1C-9D0A-EA2D1A1D7B39}" dt="2023-05-02T19:34:47.567" v="5269" actId="21"/>
          <ac:spMkLst>
            <pc:docMk/>
            <pc:sldMk cId="3226712070" sldId="475"/>
            <ac:spMk id="9" creationId="{E1F003F4-7AEC-F8E6-A7A5-B86CFED34831}"/>
          </ac:spMkLst>
        </pc:spChg>
        <pc:spChg chg="del">
          <ac:chgData name="Chris Alvin" userId="1477fe7d-12c1-4dcd-b708-f1331679ff1c" providerId="ADAL" clId="{F53F870B-49DD-4E1C-9D0A-EA2D1A1D7B39}" dt="2023-05-02T19:44:34.635" v="5853" actId="478"/>
          <ac:spMkLst>
            <pc:docMk/>
            <pc:sldMk cId="3226712070" sldId="475"/>
            <ac:spMk id="14" creationId="{EC03DBCA-75C2-D1F0-AB28-E1952DB78B23}"/>
          </ac:spMkLst>
        </pc:spChg>
        <pc:spChg chg="del">
          <ac:chgData name="Chris Alvin" userId="1477fe7d-12c1-4dcd-b708-f1331679ff1c" providerId="ADAL" clId="{F53F870B-49DD-4E1C-9D0A-EA2D1A1D7B39}" dt="2023-05-02T19:44:34.635" v="5853" actId="478"/>
          <ac:spMkLst>
            <pc:docMk/>
            <pc:sldMk cId="3226712070" sldId="475"/>
            <ac:spMk id="15" creationId="{D97FB47C-7B82-F8D5-C07B-B20709750786}"/>
          </ac:spMkLst>
        </pc:spChg>
        <pc:spChg chg="del">
          <ac:chgData name="Chris Alvin" userId="1477fe7d-12c1-4dcd-b708-f1331679ff1c" providerId="ADAL" clId="{F53F870B-49DD-4E1C-9D0A-EA2D1A1D7B39}" dt="2023-05-02T19:44:34.635" v="5853" actId="478"/>
          <ac:spMkLst>
            <pc:docMk/>
            <pc:sldMk cId="3226712070" sldId="475"/>
            <ac:spMk id="16" creationId="{40987A97-4B48-AE40-A9A4-AE52797B3312}"/>
          </ac:spMkLst>
        </pc:spChg>
        <pc:spChg chg="del">
          <ac:chgData name="Chris Alvin" userId="1477fe7d-12c1-4dcd-b708-f1331679ff1c" providerId="ADAL" clId="{F53F870B-49DD-4E1C-9D0A-EA2D1A1D7B39}" dt="2023-05-02T19:44:34.635" v="5853" actId="478"/>
          <ac:spMkLst>
            <pc:docMk/>
            <pc:sldMk cId="3226712070" sldId="475"/>
            <ac:spMk id="17" creationId="{2B2990BB-DD14-BF2E-3CD4-6F1FC46D06BC}"/>
          </ac:spMkLst>
        </pc:spChg>
        <pc:spChg chg="mod">
          <ac:chgData name="Chris Alvin" userId="1477fe7d-12c1-4dcd-b708-f1331679ff1c" providerId="ADAL" clId="{F53F870B-49DD-4E1C-9D0A-EA2D1A1D7B39}" dt="2023-05-02T19:47:13.871" v="6074" actId="1076"/>
          <ac:spMkLst>
            <pc:docMk/>
            <pc:sldMk cId="3226712070" sldId="475"/>
            <ac:spMk id="19" creationId="{C3ED700E-5EC5-DBCA-5637-7B0F23C72DF1}"/>
          </ac:spMkLst>
        </pc:spChg>
      </pc:sldChg>
      <pc:sldChg chg="addSp modSp add mod">
        <pc:chgData name="Chris Alvin" userId="1477fe7d-12c1-4dcd-b708-f1331679ff1c" providerId="ADAL" clId="{F53F870B-49DD-4E1C-9D0A-EA2D1A1D7B39}" dt="2023-05-03T14:53:12.104" v="9965" actId="113"/>
        <pc:sldMkLst>
          <pc:docMk/>
          <pc:sldMk cId="3076168202" sldId="476"/>
        </pc:sldMkLst>
        <pc:spChg chg="mod">
          <ac:chgData name="Chris Alvin" userId="1477fe7d-12c1-4dcd-b708-f1331679ff1c" providerId="ADAL" clId="{F53F870B-49DD-4E1C-9D0A-EA2D1A1D7B39}" dt="2023-05-02T19:50:55.774" v="6079" actId="1076"/>
          <ac:spMkLst>
            <pc:docMk/>
            <pc:sldMk cId="3076168202" sldId="476"/>
            <ac:spMk id="3" creationId="{B386EA0E-DAB5-8803-A712-BBBAA569DAB0}"/>
          </ac:spMkLst>
        </pc:spChg>
        <pc:spChg chg="mod">
          <ac:chgData name="Chris Alvin" userId="1477fe7d-12c1-4dcd-b708-f1331679ff1c" providerId="ADAL" clId="{F53F870B-49DD-4E1C-9D0A-EA2D1A1D7B39}" dt="2023-05-02T19:47:46.683" v="6078" actId="6549"/>
          <ac:spMkLst>
            <pc:docMk/>
            <pc:sldMk cId="3076168202" sldId="476"/>
            <ac:spMk id="4" creationId="{00000000-0000-0000-0000-000000000000}"/>
          </ac:spMkLst>
        </pc:spChg>
        <pc:spChg chg="mod">
          <ac:chgData name="Chris Alvin" userId="1477fe7d-12c1-4dcd-b708-f1331679ff1c" providerId="ADAL" clId="{F53F870B-49DD-4E1C-9D0A-EA2D1A1D7B39}" dt="2023-05-02T19:50:58.541" v="6080" actId="1076"/>
          <ac:spMkLst>
            <pc:docMk/>
            <pc:sldMk cId="3076168202" sldId="476"/>
            <ac:spMk id="5" creationId="{515FFCDC-AF9A-DBC5-1142-99B9D56E8AF7}"/>
          </ac:spMkLst>
        </pc:spChg>
        <pc:spChg chg="mod">
          <ac:chgData name="Chris Alvin" userId="1477fe7d-12c1-4dcd-b708-f1331679ff1c" providerId="ADAL" clId="{F53F870B-49DD-4E1C-9D0A-EA2D1A1D7B39}" dt="2023-05-03T14:53:12.104" v="9965" actId="113"/>
          <ac:spMkLst>
            <pc:docMk/>
            <pc:sldMk cId="3076168202" sldId="476"/>
            <ac:spMk id="7" creationId="{DDCBBD03-F8F4-61CD-32A1-9B53F7DF7D25}"/>
          </ac:spMkLst>
        </pc:spChg>
        <pc:spChg chg="add mod">
          <ac:chgData name="Chris Alvin" userId="1477fe7d-12c1-4dcd-b708-f1331679ff1c" providerId="ADAL" clId="{F53F870B-49DD-4E1C-9D0A-EA2D1A1D7B39}" dt="2023-05-02T19:51:10.080" v="6082"/>
          <ac:spMkLst>
            <pc:docMk/>
            <pc:sldMk cId="3076168202" sldId="476"/>
            <ac:spMk id="9" creationId="{0298D0D4-5D45-927F-A196-8A7DA1D483BA}"/>
          </ac:spMkLst>
        </pc:spChg>
        <pc:spChg chg="mod">
          <ac:chgData name="Chris Alvin" userId="1477fe7d-12c1-4dcd-b708-f1331679ff1c" providerId="ADAL" clId="{F53F870B-49DD-4E1C-9D0A-EA2D1A1D7B39}" dt="2023-05-02T19:51:01.790" v="6081" actId="1076"/>
          <ac:spMkLst>
            <pc:docMk/>
            <pc:sldMk cId="3076168202" sldId="476"/>
            <ac:spMk id="19" creationId="{C3ED700E-5EC5-DBCA-5637-7B0F23C72DF1}"/>
          </ac:spMkLst>
        </pc:spChg>
      </pc:sldChg>
      <pc:sldChg chg="modSp add mod">
        <pc:chgData name="Chris Alvin" userId="1477fe7d-12c1-4dcd-b708-f1331679ff1c" providerId="ADAL" clId="{F53F870B-49DD-4E1C-9D0A-EA2D1A1D7B39}" dt="2023-05-03T15:49:02.446" v="10436" actId="20577"/>
        <pc:sldMkLst>
          <pc:docMk/>
          <pc:sldMk cId="1780837770" sldId="477"/>
        </pc:sldMkLst>
        <pc:spChg chg="mod">
          <ac:chgData name="Chris Alvin" userId="1477fe7d-12c1-4dcd-b708-f1331679ff1c" providerId="ADAL" clId="{F53F870B-49DD-4E1C-9D0A-EA2D1A1D7B39}" dt="2023-05-03T15:49:02.446" v="10436" actId="20577"/>
          <ac:spMkLst>
            <pc:docMk/>
            <pc:sldMk cId="1780837770" sldId="477"/>
            <ac:spMk id="2" creationId="{00000000-0000-0000-0000-000000000000}"/>
          </ac:spMkLst>
        </pc:spChg>
      </pc:sldChg>
      <pc:sldChg chg="addSp delSp modSp add mod">
        <pc:chgData name="Chris Alvin" userId="1477fe7d-12c1-4dcd-b708-f1331679ff1c" providerId="ADAL" clId="{F53F870B-49DD-4E1C-9D0A-EA2D1A1D7B39}" dt="2023-05-03T14:53:08.549" v="9964" actId="113"/>
        <pc:sldMkLst>
          <pc:docMk/>
          <pc:sldMk cId="2847263532" sldId="478"/>
        </pc:sldMkLst>
        <pc:spChg chg="del">
          <ac:chgData name="Chris Alvin" userId="1477fe7d-12c1-4dcd-b708-f1331679ff1c" providerId="ADAL" clId="{F53F870B-49DD-4E1C-9D0A-EA2D1A1D7B39}" dt="2023-05-02T19:59:35.593" v="6254" actId="478"/>
          <ac:spMkLst>
            <pc:docMk/>
            <pc:sldMk cId="2847263532" sldId="478"/>
            <ac:spMk id="2" creationId="{4F45C4BE-7FCA-3EC9-7A78-17FDAAC77502}"/>
          </ac:spMkLst>
        </pc:spChg>
        <pc:spChg chg="del">
          <ac:chgData name="Chris Alvin" userId="1477fe7d-12c1-4dcd-b708-f1331679ff1c" providerId="ADAL" clId="{F53F870B-49DD-4E1C-9D0A-EA2D1A1D7B39}" dt="2023-05-02T19:59:35.593" v="6254" actId="478"/>
          <ac:spMkLst>
            <pc:docMk/>
            <pc:sldMk cId="2847263532" sldId="478"/>
            <ac:spMk id="3" creationId="{B386EA0E-DAB5-8803-A712-BBBAA569DAB0}"/>
          </ac:spMkLst>
        </pc:spChg>
        <pc:spChg chg="mod">
          <ac:chgData name="Chris Alvin" userId="1477fe7d-12c1-4dcd-b708-f1331679ff1c" providerId="ADAL" clId="{F53F870B-49DD-4E1C-9D0A-EA2D1A1D7B39}" dt="2023-05-03T12:53:57.216" v="7011" actId="120"/>
          <ac:spMkLst>
            <pc:docMk/>
            <pc:sldMk cId="2847263532" sldId="478"/>
            <ac:spMk id="4" creationId="{00000000-0000-0000-0000-000000000000}"/>
          </ac:spMkLst>
        </pc:spChg>
        <pc:spChg chg="del">
          <ac:chgData name="Chris Alvin" userId="1477fe7d-12c1-4dcd-b708-f1331679ff1c" providerId="ADAL" clId="{F53F870B-49DD-4E1C-9D0A-EA2D1A1D7B39}" dt="2023-05-02T19:59:35.593" v="6254" actId="478"/>
          <ac:spMkLst>
            <pc:docMk/>
            <pc:sldMk cId="2847263532" sldId="478"/>
            <ac:spMk id="5" creationId="{515FFCDC-AF9A-DBC5-1142-99B9D56E8AF7}"/>
          </ac:spMkLst>
        </pc:spChg>
        <pc:spChg chg="mod">
          <ac:chgData name="Chris Alvin" userId="1477fe7d-12c1-4dcd-b708-f1331679ff1c" providerId="ADAL" clId="{F53F870B-49DD-4E1C-9D0A-EA2D1A1D7B39}" dt="2023-05-03T12:56:16.936" v="7058" actId="1076"/>
          <ac:spMkLst>
            <pc:docMk/>
            <pc:sldMk cId="2847263532" sldId="478"/>
            <ac:spMk id="6" creationId="{88BE2FA1-2010-E668-BCF7-EADDE9417FF4}"/>
          </ac:spMkLst>
        </pc:spChg>
        <pc:spChg chg="mod">
          <ac:chgData name="Chris Alvin" userId="1477fe7d-12c1-4dcd-b708-f1331679ff1c" providerId="ADAL" clId="{F53F870B-49DD-4E1C-9D0A-EA2D1A1D7B39}" dt="2023-05-03T14:53:06.424" v="9963" actId="113"/>
          <ac:spMkLst>
            <pc:docMk/>
            <pc:sldMk cId="2847263532" sldId="478"/>
            <ac:spMk id="7" creationId="{DDCBBD03-F8F4-61CD-32A1-9B53F7DF7D25}"/>
          </ac:spMkLst>
        </pc:spChg>
        <pc:spChg chg="mod">
          <ac:chgData name="Chris Alvin" userId="1477fe7d-12c1-4dcd-b708-f1331679ff1c" providerId="ADAL" clId="{F53F870B-49DD-4E1C-9D0A-EA2D1A1D7B39}" dt="2023-05-03T12:56:20.783" v="7059" actId="1076"/>
          <ac:spMkLst>
            <pc:docMk/>
            <pc:sldMk cId="2847263532" sldId="478"/>
            <ac:spMk id="8" creationId="{C0CE59E2-D7C2-B3AF-6544-3AF56C576708}"/>
          </ac:spMkLst>
        </pc:spChg>
        <pc:spChg chg="mod">
          <ac:chgData name="Chris Alvin" userId="1477fe7d-12c1-4dcd-b708-f1331679ff1c" providerId="ADAL" clId="{F53F870B-49DD-4E1C-9D0A-EA2D1A1D7B39}" dt="2023-05-02T20:03:49.284" v="6604" actId="20577"/>
          <ac:spMkLst>
            <pc:docMk/>
            <pc:sldMk cId="2847263532" sldId="478"/>
            <ac:spMk id="9" creationId="{0298D0D4-5D45-927F-A196-8A7DA1D483BA}"/>
          </ac:spMkLst>
        </pc:spChg>
        <pc:spChg chg="add mod">
          <ac:chgData name="Chris Alvin" userId="1477fe7d-12c1-4dcd-b708-f1331679ff1c" providerId="ADAL" clId="{F53F870B-49DD-4E1C-9D0A-EA2D1A1D7B39}" dt="2023-05-03T12:55:12.958" v="7047" actId="14100"/>
          <ac:spMkLst>
            <pc:docMk/>
            <pc:sldMk cId="2847263532" sldId="478"/>
            <ac:spMk id="10" creationId="{120B2D0F-076B-9FAD-45DC-8DD75C7D30C8}"/>
          </ac:spMkLst>
        </pc:spChg>
        <pc:spChg chg="add mod">
          <ac:chgData name="Chris Alvin" userId="1477fe7d-12c1-4dcd-b708-f1331679ff1c" providerId="ADAL" clId="{F53F870B-49DD-4E1C-9D0A-EA2D1A1D7B39}" dt="2023-05-03T12:56:06.215" v="7055" actId="1076"/>
          <ac:spMkLst>
            <pc:docMk/>
            <pc:sldMk cId="2847263532" sldId="478"/>
            <ac:spMk id="11" creationId="{16E85427-0BEE-8E20-8891-CCF406A67E8A}"/>
          </ac:spMkLst>
        </pc:spChg>
        <pc:spChg chg="add del mod">
          <ac:chgData name="Chris Alvin" userId="1477fe7d-12c1-4dcd-b708-f1331679ff1c" providerId="ADAL" clId="{F53F870B-49DD-4E1C-9D0A-EA2D1A1D7B39}" dt="2023-05-02T20:01:07.114" v="6366" actId="478"/>
          <ac:spMkLst>
            <pc:docMk/>
            <pc:sldMk cId="2847263532" sldId="478"/>
            <ac:spMk id="12" creationId="{00650631-B15E-3871-6191-3CFE5378E572}"/>
          </ac:spMkLst>
        </pc:spChg>
        <pc:spChg chg="add mod">
          <ac:chgData name="Chris Alvin" userId="1477fe7d-12c1-4dcd-b708-f1331679ff1c" providerId="ADAL" clId="{F53F870B-49DD-4E1C-9D0A-EA2D1A1D7B39}" dt="2023-05-03T14:53:08.549" v="9964" actId="113"/>
          <ac:spMkLst>
            <pc:docMk/>
            <pc:sldMk cId="2847263532" sldId="478"/>
            <ac:spMk id="13" creationId="{E0C4AF10-F7EB-61E8-30E0-AD4CB0606D4D}"/>
          </ac:spMkLst>
        </pc:spChg>
        <pc:spChg chg="add mod">
          <ac:chgData name="Chris Alvin" userId="1477fe7d-12c1-4dcd-b708-f1331679ff1c" providerId="ADAL" clId="{F53F870B-49DD-4E1C-9D0A-EA2D1A1D7B39}" dt="2023-05-03T12:56:06.215" v="7055" actId="1076"/>
          <ac:spMkLst>
            <pc:docMk/>
            <pc:sldMk cId="2847263532" sldId="478"/>
            <ac:spMk id="14" creationId="{F0F639F6-C445-2155-493C-97D85EB118DC}"/>
          </ac:spMkLst>
        </pc:spChg>
        <pc:spChg chg="add mod">
          <ac:chgData name="Chris Alvin" userId="1477fe7d-12c1-4dcd-b708-f1331679ff1c" providerId="ADAL" clId="{F53F870B-49DD-4E1C-9D0A-EA2D1A1D7B39}" dt="2023-05-03T12:56:06.215" v="7055" actId="1076"/>
          <ac:spMkLst>
            <pc:docMk/>
            <pc:sldMk cId="2847263532" sldId="478"/>
            <ac:spMk id="15" creationId="{1C0FFE0A-7F54-B2E3-99A1-0DBEAFAD217C}"/>
          </ac:spMkLst>
        </pc:spChg>
        <pc:spChg chg="add del mod">
          <ac:chgData name="Chris Alvin" userId="1477fe7d-12c1-4dcd-b708-f1331679ff1c" providerId="ADAL" clId="{F53F870B-49DD-4E1C-9D0A-EA2D1A1D7B39}" dt="2023-05-02T20:04:07.765" v="6617" actId="478"/>
          <ac:spMkLst>
            <pc:docMk/>
            <pc:sldMk cId="2847263532" sldId="478"/>
            <ac:spMk id="16" creationId="{7D0DF67A-E9FE-70C3-44F5-54ACD04B2D59}"/>
          </ac:spMkLst>
        </pc:spChg>
        <pc:spChg chg="add mod">
          <ac:chgData name="Chris Alvin" userId="1477fe7d-12c1-4dcd-b708-f1331679ff1c" providerId="ADAL" clId="{F53F870B-49DD-4E1C-9D0A-EA2D1A1D7B39}" dt="2023-05-03T12:56:06.215" v="7055" actId="1076"/>
          <ac:spMkLst>
            <pc:docMk/>
            <pc:sldMk cId="2847263532" sldId="478"/>
            <ac:spMk id="17" creationId="{DA7F5E65-CE5C-EDF2-0736-56FADA4868AE}"/>
          </ac:spMkLst>
        </pc:spChg>
        <pc:spChg chg="mod">
          <ac:chgData name="Chris Alvin" userId="1477fe7d-12c1-4dcd-b708-f1331679ff1c" providerId="ADAL" clId="{F53F870B-49DD-4E1C-9D0A-EA2D1A1D7B39}" dt="2023-05-03T12:56:23.264" v="7060" actId="1076"/>
          <ac:spMkLst>
            <pc:docMk/>
            <pc:sldMk cId="2847263532" sldId="478"/>
            <ac:spMk id="19" creationId="{C3ED700E-5EC5-DBCA-5637-7B0F23C72DF1}"/>
          </ac:spMkLst>
        </pc:spChg>
        <pc:spChg chg="add mod">
          <ac:chgData name="Chris Alvin" userId="1477fe7d-12c1-4dcd-b708-f1331679ff1c" providerId="ADAL" clId="{F53F870B-49DD-4E1C-9D0A-EA2D1A1D7B39}" dt="2023-05-03T12:56:06.215" v="7055" actId="1076"/>
          <ac:spMkLst>
            <pc:docMk/>
            <pc:sldMk cId="2847263532" sldId="478"/>
            <ac:spMk id="20" creationId="{6C38938B-9A1B-CC76-32C3-0AF7455E3E54}"/>
          </ac:spMkLst>
        </pc:spChg>
      </pc:sldChg>
      <pc:sldChg chg="addSp delSp modSp add mod delAnim">
        <pc:chgData name="Chris Alvin" userId="1477fe7d-12c1-4dcd-b708-f1331679ff1c" providerId="ADAL" clId="{F53F870B-49DD-4E1C-9D0A-EA2D1A1D7B39}" dt="2023-05-03T15:49:51.567" v="10445" actId="20577"/>
        <pc:sldMkLst>
          <pc:docMk/>
          <pc:sldMk cId="822577822" sldId="479"/>
        </pc:sldMkLst>
        <pc:spChg chg="add mod">
          <ac:chgData name="Chris Alvin" userId="1477fe7d-12c1-4dcd-b708-f1331679ff1c" providerId="ADAL" clId="{F53F870B-49DD-4E1C-9D0A-EA2D1A1D7B39}" dt="2023-05-03T13:27:01.158" v="7866" actId="1076"/>
          <ac:spMkLst>
            <pc:docMk/>
            <pc:sldMk cId="822577822" sldId="479"/>
            <ac:spMk id="2" creationId="{1FD62B56-4214-C78A-25E9-E8DE630B7E6A}"/>
          </ac:spMkLst>
        </pc:spChg>
        <pc:spChg chg="mod">
          <ac:chgData name="Chris Alvin" userId="1477fe7d-12c1-4dcd-b708-f1331679ff1c" providerId="ADAL" clId="{F53F870B-49DD-4E1C-9D0A-EA2D1A1D7B39}" dt="2023-05-03T13:27:11.558" v="7869" actId="1076"/>
          <ac:spMkLst>
            <pc:docMk/>
            <pc:sldMk cId="822577822" sldId="479"/>
            <ac:spMk id="3" creationId="{13C02AD1-62E4-D881-73B3-DCBDE49477FC}"/>
          </ac:spMkLst>
        </pc:spChg>
        <pc:spChg chg="mod">
          <ac:chgData name="Chris Alvin" userId="1477fe7d-12c1-4dcd-b708-f1331679ff1c" providerId="ADAL" clId="{F53F870B-49DD-4E1C-9D0A-EA2D1A1D7B39}" dt="2023-05-03T15:49:51.567" v="10445" actId="20577"/>
          <ac:spMkLst>
            <pc:docMk/>
            <pc:sldMk cId="822577822" sldId="479"/>
            <ac:spMk id="4" creationId="{00000000-0000-0000-0000-000000000000}"/>
          </ac:spMkLst>
        </pc:spChg>
        <pc:spChg chg="add mod">
          <ac:chgData name="Chris Alvin" userId="1477fe7d-12c1-4dcd-b708-f1331679ff1c" providerId="ADAL" clId="{F53F870B-49DD-4E1C-9D0A-EA2D1A1D7B39}" dt="2023-05-03T13:27:04.133" v="7867" actId="1076"/>
          <ac:spMkLst>
            <pc:docMk/>
            <pc:sldMk cId="822577822" sldId="479"/>
            <ac:spMk id="5" creationId="{BC8F3B67-08FD-E95B-F444-85CFAE775DB2}"/>
          </ac:spMkLst>
        </pc:spChg>
        <pc:spChg chg="del">
          <ac:chgData name="Chris Alvin" userId="1477fe7d-12c1-4dcd-b708-f1331679ff1c" providerId="ADAL" clId="{F53F870B-49DD-4E1C-9D0A-EA2D1A1D7B39}" dt="2023-05-03T13:10:59.420" v="7230" actId="478"/>
          <ac:spMkLst>
            <pc:docMk/>
            <pc:sldMk cId="822577822" sldId="479"/>
            <ac:spMk id="9" creationId="{375D6A44-AE9D-2E14-5130-560C86E7C9C1}"/>
          </ac:spMkLst>
        </pc:spChg>
        <pc:spChg chg="del">
          <ac:chgData name="Chris Alvin" userId="1477fe7d-12c1-4dcd-b708-f1331679ff1c" providerId="ADAL" clId="{F53F870B-49DD-4E1C-9D0A-EA2D1A1D7B39}" dt="2023-05-03T13:11:03.615" v="7231" actId="478"/>
          <ac:spMkLst>
            <pc:docMk/>
            <pc:sldMk cId="822577822" sldId="479"/>
            <ac:spMk id="11" creationId="{463C75F9-37AE-98AA-DE66-05F70C515FD8}"/>
          </ac:spMkLst>
        </pc:spChg>
        <pc:spChg chg="del">
          <ac:chgData name="Chris Alvin" userId="1477fe7d-12c1-4dcd-b708-f1331679ff1c" providerId="ADAL" clId="{F53F870B-49DD-4E1C-9D0A-EA2D1A1D7B39}" dt="2023-05-03T13:10:59.420" v="7230" actId="478"/>
          <ac:spMkLst>
            <pc:docMk/>
            <pc:sldMk cId="822577822" sldId="479"/>
            <ac:spMk id="13" creationId="{3FA81B86-901E-B686-FABC-AE733C7A6D26}"/>
          </ac:spMkLst>
        </pc:spChg>
        <pc:spChg chg="add mod">
          <ac:chgData name="Chris Alvin" userId="1477fe7d-12c1-4dcd-b708-f1331679ff1c" providerId="ADAL" clId="{F53F870B-49DD-4E1C-9D0A-EA2D1A1D7B39}" dt="2023-05-03T13:24:22" v="7671" actId="164"/>
          <ac:spMkLst>
            <pc:docMk/>
            <pc:sldMk cId="822577822" sldId="479"/>
            <ac:spMk id="14" creationId="{377051AC-6E9F-56A7-D68F-0AF88B6C12C0}"/>
          </ac:spMkLst>
        </pc:spChg>
        <pc:spChg chg="add mod">
          <ac:chgData name="Chris Alvin" userId="1477fe7d-12c1-4dcd-b708-f1331679ff1c" providerId="ADAL" clId="{F53F870B-49DD-4E1C-9D0A-EA2D1A1D7B39}" dt="2023-05-03T13:24:22" v="7671" actId="164"/>
          <ac:spMkLst>
            <pc:docMk/>
            <pc:sldMk cId="822577822" sldId="479"/>
            <ac:spMk id="15" creationId="{D641EC42-1BEB-4479-DF24-B3A21B91D25F}"/>
          </ac:spMkLst>
        </pc:spChg>
        <pc:spChg chg="add mod">
          <ac:chgData name="Chris Alvin" userId="1477fe7d-12c1-4dcd-b708-f1331679ff1c" providerId="ADAL" clId="{F53F870B-49DD-4E1C-9D0A-EA2D1A1D7B39}" dt="2023-05-03T13:24:22" v="7671" actId="164"/>
          <ac:spMkLst>
            <pc:docMk/>
            <pc:sldMk cId="822577822" sldId="479"/>
            <ac:spMk id="16" creationId="{FB45C7DB-3DEB-F3A0-6BEB-A514A7AFF6BA}"/>
          </ac:spMkLst>
        </pc:spChg>
        <pc:spChg chg="add mod">
          <ac:chgData name="Chris Alvin" userId="1477fe7d-12c1-4dcd-b708-f1331679ff1c" providerId="ADAL" clId="{F53F870B-49DD-4E1C-9D0A-EA2D1A1D7B39}" dt="2023-05-03T13:24:22" v="7671" actId="164"/>
          <ac:spMkLst>
            <pc:docMk/>
            <pc:sldMk cId="822577822" sldId="479"/>
            <ac:spMk id="17" creationId="{F2750546-6F33-100B-DF3A-1C8E2A8C6503}"/>
          </ac:spMkLst>
        </pc:spChg>
        <pc:spChg chg="add mod">
          <ac:chgData name="Chris Alvin" userId="1477fe7d-12c1-4dcd-b708-f1331679ff1c" providerId="ADAL" clId="{F53F870B-49DD-4E1C-9D0A-EA2D1A1D7B39}" dt="2023-05-03T13:24:22" v="7671" actId="164"/>
          <ac:spMkLst>
            <pc:docMk/>
            <pc:sldMk cId="822577822" sldId="479"/>
            <ac:spMk id="18" creationId="{C0209664-872C-1B0F-C92A-2E9770E147B7}"/>
          </ac:spMkLst>
        </pc:spChg>
        <pc:spChg chg="add mod">
          <ac:chgData name="Chris Alvin" userId="1477fe7d-12c1-4dcd-b708-f1331679ff1c" providerId="ADAL" clId="{F53F870B-49DD-4E1C-9D0A-EA2D1A1D7B39}" dt="2023-05-03T13:24:22" v="7671" actId="164"/>
          <ac:spMkLst>
            <pc:docMk/>
            <pc:sldMk cId="822577822" sldId="479"/>
            <ac:spMk id="19" creationId="{40274712-F890-F195-3BCE-606A4EE4DD21}"/>
          </ac:spMkLst>
        </pc:spChg>
        <pc:spChg chg="add mod">
          <ac:chgData name="Chris Alvin" userId="1477fe7d-12c1-4dcd-b708-f1331679ff1c" providerId="ADAL" clId="{F53F870B-49DD-4E1C-9D0A-EA2D1A1D7B39}" dt="2023-05-03T13:24:22" v="7671" actId="164"/>
          <ac:spMkLst>
            <pc:docMk/>
            <pc:sldMk cId="822577822" sldId="479"/>
            <ac:spMk id="20" creationId="{7BFF8235-9EDB-054B-E678-21F783A9945C}"/>
          </ac:spMkLst>
        </pc:spChg>
        <pc:spChg chg="add mod">
          <ac:chgData name="Chris Alvin" userId="1477fe7d-12c1-4dcd-b708-f1331679ff1c" providerId="ADAL" clId="{F53F870B-49DD-4E1C-9D0A-EA2D1A1D7B39}" dt="2023-05-03T13:24:22" v="7671" actId="164"/>
          <ac:spMkLst>
            <pc:docMk/>
            <pc:sldMk cId="822577822" sldId="479"/>
            <ac:spMk id="21" creationId="{20C1EE49-0301-40BC-6B06-368214B4A88F}"/>
          </ac:spMkLst>
        </pc:spChg>
        <pc:spChg chg="add mod">
          <ac:chgData name="Chris Alvin" userId="1477fe7d-12c1-4dcd-b708-f1331679ff1c" providerId="ADAL" clId="{F53F870B-49DD-4E1C-9D0A-EA2D1A1D7B39}" dt="2023-05-03T13:24:22" v="7671" actId="164"/>
          <ac:spMkLst>
            <pc:docMk/>
            <pc:sldMk cId="822577822" sldId="479"/>
            <ac:spMk id="22" creationId="{129E0928-EBF3-F129-A084-3DD9AB520AF9}"/>
          </ac:spMkLst>
        </pc:spChg>
        <pc:spChg chg="del mod topLvl">
          <ac:chgData name="Chris Alvin" userId="1477fe7d-12c1-4dcd-b708-f1331679ff1c" providerId="ADAL" clId="{F53F870B-49DD-4E1C-9D0A-EA2D1A1D7B39}" dt="2023-05-03T13:25:56.765" v="7697" actId="478"/>
          <ac:spMkLst>
            <pc:docMk/>
            <pc:sldMk cId="822577822" sldId="479"/>
            <ac:spMk id="28" creationId="{6B4E374E-DD08-347D-0BFF-E5CBAD275CDC}"/>
          </ac:spMkLst>
        </pc:spChg>
        <pc:spChg chg="mod topLvl">
          <ac:chgData name="Chris Alvin" userId="1477fe7d-12c1-4dcd-b708-f1331679ff1c" providerId="ADAL" clId="{F53F870B-49DD-4E1C-9D0A-EA2D1A1D7B39}" dt="2023-05-03T13:27:30.678" v="7874" actId="164"/>
          <ac:spMkLst>
            <pc:docMk/>
            <pc:sldMk cId="822577822" sldId="479"/>
            <ac:spMk id="29" creationId="{E24C4ED0-E8CD-3C6E-E3FD-15229BEF8742}"/>
          </ac:spMkLst>
        </pc:spChg>
        <pc:spChg chg="mod topLvl">
          <ac:chgData name="Chris Alvin" userId="1477fe7d-12c1-4dcd-b708-f1331679ff1c" providerId="ADAL" clId="{F53F870B-49DD-4E1C-9D0A-EA2D1A1D7B39}" dt="2023-05-03T13:27:30.678" v="7874" actId="164"/>
          <ac:spMkLst>
            <pc:docMk/>
            <pc:sldMk cId="822577822" sldId="479"/>
            <ac:spMk id="30" creationId="{B47F87D2-3A37-E18A-1497-1301D81CBCF2}"/>
          </ac:spMkLst>
        </pc:spChg>
        <pc:spChg chg="mod topLvl">
          <ac:chgData name="Chris Alvin" userId="1477fe7d-12c1-4dcd-b708-f1331679ff1c" providerId="ADAL" clId="{F53F870B-49DD-4E1C-9D0A-EA2D1A1D7B39}" dt="2023-05-03T13:27:30.678" v="7874" actId="164"/>
          <ac:spMkLst>
            <pc:docMk/>
            <pc:sldMk cId="822577822" sldId="479"/>
            <ac:spMk id="31" creationId="{6C457119-7EA9-9196-9DBE-19B0CFBA8F03}"/>
          </ac:spMkLst>
        </pc:spChg>
        <pc:spChg chg="mod topLvl">
          <ac:chgData name="Chris Alvin" userId="1477fe7d-12c1-4dcd-b708-f1331679ff1c" providerId="ADAL" clId="{F53F870B-49DD-4E1C-9D0A-EA2D1A1D7B39}" dt="2023-05-03T13:27:30.678" v="7874" actId="164"/>
          <ac:spMkLst>
            <pc:docMk/>
            <pc:sldMk cId="822577822" sldId="479"/>
            <ac:spMk id="32" creationId="{7C1C9572-4E07-64AF-6841-E16A82817F08}"/>
          </ac:spMkLst>
        </pc:spChg>
        <pc:spChg chg="del mod topLvl">
          <ac:chgData name="Chris Alvin" userId="1477fe7d-12c1-4dcd-b708-f1331679ff1c" providerId="ADAL" clId="{F53F870B-49DD-4E1C-9D0A-EA2D1A1D7B39}" dt="2023-05-03T13:25:15.068" v="7687" actId="478"/>
          <ac:spMkLst>
            <pc:docMk/>
            <pc:sldMk cId="822577822" sldId="479"/>
            <ac:spMk id="33" creationId="{A19A5D56-7093-4DC8-1B79-99A8BAE43E20}"/>
          </ac:spMkLst>
        </pc:spChg>
        <pc:spChg chg="mod topLvl">
          <ac:chgData name="Chris Alvin" userId="1477fe7d-12c1-4dcd-b708-f1331679ff1c" providerId="ADAL" clId="{F53F870B-49DD-4E1C-9D0A-EA2D1A1D7B39}" dt="2023-05-03T13:27:30.678" v="7874" actId="164"/>
          <ac:spMkLst>
            <pc:docMk/>
            <pc:sldMk cId="822577822" sldId="479"/>
            <ac:spMk id="34" creationId="{4D60FA51-27D2-C428-9FB2-8A4E0E79C4D0}"/>
          </ac:spMkLst>
        </pc:spChg>
        <pc:spChg chg="mod topLvl">
          <ac:chgData name="Chris Alvin" userId="1477fe7d-12c1-4dcd-b708-f1331679ff1c" providerId="ADAL" clId="{F53F870B-49DD-4E1C-9D0A-EA2D1A1D7B39}" dt="2023-05-03T13:27:30.678" v="7874" actId="164"/>
          <ac:spMkLst>
            <pc:docMk/>
            <pc:sldMk cId="822577822" sldId="479"/>
            <ac:spMk id="35" creationId="{86A90AAB-3F7C-E935-62DE-899FD499BFC3}"/>
          </ac:spMkLst>
        </pc:spChg>
        <pc:spChg chg="del mod topLvl">
          <ac:chgData name="Chris Alvin" userId="1477fe7d-12c1-4dcd-b708-f1331679ff1c" providerId="ADAL" clId="{F53F870B-49DD-4E1C-9D0A-EA2D1A1D7B39}" dt="2023-05-03T13:25:17.156" v="7688" actId="478"/>
          <ac:spMkLst>
            <pc:docMk/>
            <pc:sldMk cId="822577822" sldId="479"/>
            <ac:spMk id="36" creationId="{632E1A01-C982-013B-ADFB-F4DCD84BF84D}"/>
          </ac:spMkLst>
        </pc:spChg>
        <pc:spChg chg="add mod">
          <ac:chgData name="Chris Alvin" userId="1477fe7d-12c1-4dcd-b708-f1331679ff1c" providerId="ADAL" clId="{F53F870B-49DD-4E1C-9D0A-EA2D1A1D7B39}" dt="2023-05-03T13:27:45.667" v="7877" actId="1076"/>
          <ac:spMkLst>
            <pc:docMk/>
            <pc:sldMk cId="822577822" sldId="479"/>
            <ac:spMk id="37" creationId="{3AA31019-75AD-B0E9-A7B8-5CFE10643F2E}"/>
          </ac:spMkLst>
        </pc:spChg>
        <pc:grpChg chg="add mod">
          <ac:chgData name="Chris Alvin" userId="1477fe7d-12c1-4dcd-b708-f1331679ff1c" providerId="ADAL" clId="{F53F870B-49DD-4E1C-9D0A-EA2D1A1D7B39}" dt="2023-05-03T13:27:14.727" v="7870" actId="1076"/>
          <ac:grpSpMkLst>
            <pc:docMk/>
            <pc:sldMk cId="822577822" sldId="479"/>
            <ac:grpSpMk id="24" creationId="{CACADBA5-3ADF-2F4C-B2EE-BE3D66EF2F4B}"/>
          </ac:grpSpMkLst>
        </pc:grpChg>
        <pc:grpChg chg="add del mod">
          <ac:chgData name="Chris Alvin" userId="1477fe7d-12c1-4dcd-b708-f1331679ff1c" providerId="ADAL" clId="{F53F870B-49DD-4E1C-9D0A-EA2D1A1D7B39}" dt="2023-05-03T13:24:34.412" v="7674" actId="165"/>
          <ac:grpSpMkLst>
            <pc:docMk/>
            <pc:sldMk cId="822577822" sldId="479"/>
            <ac:grpSpMk id="25" creationId="{BE488E76-CC5F-4116-74B5-190D00877EC9}"/>
          </ac:grpSpMkLst>
        </pc:grpChg>
        <pc:grpChg chg="add mod">
          <ac:chgData name="Chris Alvin" userId="1477fe7d-12c1-4dcd-b708-f1331679ff1c" providerId="ADAL" clId="{F53F870B-49DD-4E1C-9D0A-EA2D1A1D7B39}" dt="2023-05-03T13:27:30.678" v="7874" actId="164"/>
          <ac:grpSpMkLst>
            <pc:docMk/>
            <pc:sldMk cId="822577822" sldId="479"/>
            <ac:grpSpMk id="38" creationId="{0C05A8E0-0E9D-33B9-ADF8-4FDBC54B4FA8}"/>
          </ac:grpSpMkLst>
        </pc:grpChg>
        <pc:cxnChg chg="add mod">
          <ac:chgData name="Chris Alvin" userId="1477fe7d-12c1-4dcd-b708-f1331679ff1c" providerId="ADAL" clId="{F53F870B-49DD-4E1C-9D0A-EA2D1A1D7B39}" dt="2023-05-03T13:25:46.085" v="7695" actId="692"/>
          <ac:cxnSpMkLst>
            <pc:docMk/>
            <pc:sldMk cId="822577822" sldId="479"/>
            <ac:cxnSpMk id="7" creationId="{7CF3C458-013B-59D2-4171-D48FD952067D}"/>
          </ac:cxnSpMkLst>
        </pc:cxnChg>
        <pc:cxnChg chg="add mod">
          <ac:chgData name="Chris Alvin" userId="1477fe7d-12c1-4dcd-b708-f1331679ff1c" providerId="ADAL" clId="{F53F870B-49DD-4E1C-9D0A-EA2D1A1D7B39}" dt="2023-05-03T13:24:22" v="7671" actId="164"/>
          <ac:cxnSpMkLst>
            <pc:docMk/>
            <pc:sldMk cId="822577822" sldId="479"/>
            <ac:cxnSpMk id="8" creationId="{483B85A9-1F0C-35A9-0874-1C331DBF5EB3}"/>
          </ac:cxnSpMkLst>
        </pc:cxnChg>
        <pc:cxnChg chg="mod topLvl">
          <ac:chgData name="Chris Alvin" userId="1477fe7d-12c1-4dcd-b708-f1331679ff1c" providerId="ADAL" clId="{F53F870B-49DD-4E1C-9D0A-EA2D1A1D7B39}" dt="2023-05-03T13:27:30.678" v="7874" actId="164"/>
          <ac:cxnSpMkLst>
            <pc:docMk/>
            <pc:sldMk cId="822577822" sldId="479"/>
            <ac:cxnSpMk id="26" creationId="{4A86F265-BC8A-5370-50ED-60C7548EFC20}"/>
          </ac:cxnSpMkLst>
        </pc:cxnChg>
        <pc:cxnChg chg="del mod topLvl">
          <ac:chgData name="Chris Alvin" userId="1477fe7d-12c1-4dcd-b708-f1331679ff1c" providerId="ADAL" clId="{F53F870B-49DD-4E1C-9D0A-EA2D1A1D7B39}" dt="2023-05-03T13:25:56.765" v="7697" actId="478"/>
          <ac:cxnSpMkLst>
            <pc:docMk/>
            <pc:sldMk cId="822577822" sldId="479"/>
            <ac:cxnSpMk id="27" creationId="{9AF66EAD-4510-92A0-7F28-79FEE4F8D563}"/>
          </ac:cxnSpMkLst>
        </pc:cxnChg>
      </pc:sldChg>
      <pc:sldChg chg="addSp delSp modSp add mod">
        <pc:chgData name="Chris Alvin" userId="1477fe7d-12c1-4dcd-b708-f1331679ff1c" providerId="ADAL" clId="{F53F870B-49DD-4E1C-9D0A-EA2D1A1D7B39}" dt="2023-05-03T14:53:00.373" v="9962" actId="113"/>
        <pc:sldMkLst>
          <pc:docMk/>
          <pc:sldMk cId="1622637575" sldId="480"/>
        </pc:sldMkLst>
        <pc:spChg chg="del mod">
          <ac:chgData name="Chris Alvin" userId="1477fe7d-12c1-4dcd-b708-f1331679ff1c" providerId="ADAL" clId="{F53F870B-49DD-4E1C-9D0A-EA2D1A1D7B39}" dt="2023-05-03T13:47:22.397" v="8180" actId="478"/>
          <ac:spMkLst>
            <pc:docMk/>
            <pc:sldMk cId="1622637575" sldId="480"/>
            <ac:spMk id="2" creationId="{4F45C4BE-7FCA-3EC9-7A78-17FDAAC77502}"/>
          </ac:spMkLst>
        </pc:spChg>
        <pc:spChg chg="del mod">
          <ac:chgData name="Chris Alvin" userId="1477fe7d-12c1-4dcd-b708-f1331679ff1c" providerId="ADAL" clId="{F53F870B-49DD-4E1C-9D0A-EA2D1A1D7B39}" dt="2023-05-03T13:47:22.397" v="8180" actId="478"/>
          <ac:spMkLst>
            <pc:docMk/>
            <pc:sldMk cId="1622637575" sldId="480"/>
            <ac:spMk id="3" creationId="{B386EA0E-DAB5-8803-A712-BBBAA569DAB0}"/>
          </ac:spMkLst>
        </pc:spChg>
        <pc:spChg chg="mod">
          <ac:chgData name="Chris Alvin" userId="1477fe7d-12c1-4dcd-b708-f1331679ff1c" providerId="ADAL" clId="{F53F870B-49DD-4E1C-9D0A-EA2D1A1D7B39}" dt="2023-05-03T13:54:38.974" v="8282" actId="6549"/>
          <ac:spMkLst>
            <pc:docMk/>
            <pc:sldMk cId="1622637575" sldId="480"/>
            <ac:spMk id="4" creationId="{00000000-0000-0000-0000-000000000000}"/>
          </ac:spMkLst>
        </pc:spChg>
        <pc:spChg chg="mod">
          <ac:chgData name="Chris Alvin" userId="1477fe7d-12c1-4dcd-b708-f1331679ff1c" providerId="ADAL" clId="{F53F870B-49DD-4E1C-9D0A-EA2D1A1D7B39}" dt="2023-05-03T13:52:53.143" v="8276" actId="1076"/>
          <ac:spMkLst>
            <pc:docMk/>
            <pc:sldMk cId="1622637575" sldId="480"/>
            <ac:spMk id="5" creationId="{515FFCDC-AF9A-DBC5-1142-99B9D56E8AF7}"/>
          </ac:spMkLst>
        </pc:spChg>
        <pc:spChg chg="mod">
          <ac:chgData name="Chris Alvin" userId="1477fe7d-12c1-4dcd-b708-f1331679ff1c" providerId="ADAL" clId="{F53F870B-49DD-4E1C-9D0A-EA2D1A1D7B39}" dt="2023-05-03T13:59:49.864" v="8619" actId="113"/>
          <ac:spMkLst>
            <pc:docMk/>
            <pc:sldMk cId="1622637575" sldId="480"/>
            <ac:spMk id="6" creationId="{88BE2FA1-2010-E668-BCF7-EADDE9417FF4}"/>
          </ac:spMkLst>
        </pc:spChg>
        <pc:spChg chg="mod">
          <ac:chgData name="Chris Alvin" userId="1477fe7d-12c1-4dcd-b708-f1331679ff1c" providerId="ADAL" clId="{F53F870B-49DD-4E1C-9D0A-EA2D1A1D7B39}" dt="2023-05-03T14:53:00.373" v="9962" actId="113"/>
          <ac:spMkLst>
            <pc:docMk/>
            <pc:sldMk cId="1622637575" sldId="480"/>
            <ac:spMk id="7" creationId="{DDCBBD03-F8F4-61CD-32A1-9B53F7DF7D25}"/>
          </ac:spMkLst>
        </pc:spChg>
        <pc:spChg chg="mod">
          <ac:chgData name="Chris Alvin" userId="1477fe7d-12c1-4dcd-b708-f1331679ff1c" providerId="ADAL" clId="{F53F870B-49DD-4E1C-9D0A-EA2D1A1D7B39}" dt="2023-05-03T13:52:50.286" v="8275" actId="1076"/>
          <ac:spMkLst>
            <pc:docMk/>
            <pc:sldMk cId="1622637575" sldId="480"/>
            <ac:spMk id="8" creationId="{C0CE59E2-D7C2-B3AF-6544-3AF56C576708}"/>
          </ac:spMkLst>
        </pc:spChg>
        <pc:spChg chg="del">
          <ac:chgData name="Chris Alvin" userId="1477fe7d-12c1-4dcd-b708-f1331679ff1c" providerId="ADAL" clId="{F53F870B-49DD-4E1C-9D0A-EA2D1A1D7B39}" dt="2023-05-03T13:52:36.694" v="8272" actId="478"/>
          <ac:spMkLst>
            <pc:docMk/>
            <pc:sldMk cId="1622637575" sldId="480"/>
            <ac:spMk id="9" creationId="{0298D0D4-5D45-927F-A196-8A7DA1D483BA}"/>
          </ac:spMkLst>
        </pc:spChg>
        <pc:spChg chg="add mod">
          <ac:chgData name="Chris Alvin" userId="1477fe7d-12c1-4dcd-b708-f1331679ff1c" providerId="ADAL" clId="{F53F870B-49DD-4E1C-9D0A-EA2D1A1D7B39}" dt="2023-05-03T13:50:42.303" v="8221" actId="1076"/>
          <ac:spMkLst>
            <pc:docMk/>
            <pc:sldMk cId="1622637575" sldId="480"/>
            <ac:spMk id="10" creationId="{C6D70E7C-A51C-3725-64A0-1EF757B097E9}"/>
          </ac:spMkLst>
        </pc:spChg>
        <pc:spChg chg="add mod">
          <ac:chgData name="Chris Alvin" userId="1477fe7d-12c1-4dcd-b708-f1331679ff1c" providerId="ADAL" clId="{F53F870B-49DD-4E1C-9D0A-EA2D1A1D7B39}" dt="2023-05-03T13:50:37.167" v="8219" actId="571"/>
          <ac:spMkLst>
            <pc:docMk/>
            <pc:sldMk cId="1622637575" sldId="480"/>
            <ac:spMk id="11" creationId="{F60410FF-4F15-9949-02DD-40F8A401647A}"/>
          </ac:spMkLst>
        </pc:spChg>
        <pc:spChg chg="add mod">
          <ac:chgData name="Chris Alvin" userId="1477fe7d-12c1-4dcd-b708-f1331679ff1c" providerId="ADAL" clId="{F53F870B-49DD-4E1C-9D0A-EA2D1A1D7B39}" dt="2023-05-03T13:53:04.679" v="8279" actId="1076"/>
          <ac:spMkLst>
            <pc:docMk/>
            <pc:sldMk cId="1622637575" sldId="480"/>
            <ac:spMk id="12" creationId="{0BF5AC72-4E60-0DF0-5BB3-21B71E466309}"/>
          </ac:spMkLst>
        </pc:spChg>
        <pc:spChg chg="mod">
          <ac:chgData name="Chris Alvin" userId="1477fe7d-12c1-4dcd-b708-f1331679ff1c" providerId="ADAL" clId="{F53F870B-49DD-4E1C-9D0A-EA2D1A1D7B39}" dt="2023-05-03T13:53:12.136" v="8280" actId="1076"/>
          <ac:spMkLst>
            <pc:docMk/>
            <pc:sldMk cId="1622637575" sldId="480"/>
            <ac:spMk id="19" creationId="{C3ED700E-5EC5-DBCA-5637-7B0F23C72DF1}"/>
          </ac:spMkLst>
        </pc:spChg>
      </pc:sldChg>
      <pc:sldChg chg="addSp delSp modSp add mod">
        <pc:chgData name="Chris Alvin" userId="1477fe7d-12c1-4dcd-b708-f1331679ff1c" providerId="ADAL" clId="{F53F870B-49DD-4E1C-9D0A-EA2D1A1D7B39}" dt="2023-05-03T14:52:56.574" v="9961" actId="113"/>
        <pc:sldMkLst>
          <pc:docMk/>
          <pc:sldMk cId="742473946" sldId="481"/>
        </pc:sldMkLst>
        <pc:spChg chg="add mod">
          <ac:chgData name="Chris Alvin" userId="1477fe7d-12c1-4dcd-b708-f1331679ff1c" providerId="ADAL" clId="{F53F870B-49DD-4E1C-9D0A-EA2D1A1D7B39}" dt="2023-05-03T13:57:32.412" v="8511" actId="2085"/>
          <ac:spMkLst>
            <pc:docMk/>
            <pc:sldMk cId="742473946" sldId="481"/>
            <ac:spMk id="3" creationId="{2493DC38-59EA-199F-BBD4-314A3A2BB688}"/>
          </ac:spMkLst>
        </pc:spChg>
        <pc:spChg chg="mod">
          <ac:chgData name="Chris Alvin" userId="1477fe7d-12c1-4dcd-b708-f1331679ff1c" providerId="ADAL" clId="{F53F870B-49DD-4E1C-9D0A-EA2D1A1D7B39}" dt="2023-05-03T13:59:38.774" v="8610" actId="20577"/>
          <ac:spMkLst>
            <pc:docMk/>
            <pc:sldMk cId="742473946" sldId="481"/>
            <ac:spMk id="4" creationId="{00000000-0000-0000-0000-000000000000}"/>
          </ac:spMkLst>
        </pc:spChg>
        <pc:spChg chg="del">
          <ac:chgData name="Chris Alvin" userId="1477fe7d-12c1-4dcd-b708-f1331679ff1c" providerId="ADAL" clId="{F53F870B-49DD-4E1C-9D0A-EA2D1A1D7B39}" dt="2023-05-03T13:56:15.878" v="8428" actId="478"/>
          <ac:spMkLst>
            <pc:docMk/>
            <pc:sldMk cId="742473946" sldId="481"/>
            <ac:spMk id="5" creationId="{515FFCDC-AF9A-DBC5-1142-99B9D56E8AF7}"/>
          </ac:spMkLst>
        </pc:spChg>
        <pc:spChg chg="mod">
          <ac:chgData name="Chris Alvin" userId="1477fe7d-12c1-4dcd-b708-f1331679ff1c" providerId="ADAL" clId="{F53F870B-49DD-4E1C-9D0A-EA2D1A1D7B39}" dt="2023-05-03T14:50:04.622" v="9930" actId="14100"/>
          <ac:spMkLst>
            <pc:docMk/>
            <pc:sldMk cId="742473946" sldId="481"/>
            <ac:spMk id="6" creationId="{88BE2FA1-2010-E668-BCF7-EADDE9417FF4}"/>
          </ac:spMkLst>
        </pc:spChg>
        <pc:spChg chg="mod">
          <ac:chgData name="Chris Alvin" userId="1477fe7d-12c1-4dcd-b708-f1331679ff1c" providerId="ADAL" clId="{F53F870B-49DD-4E1C-9D0A-EA2D1A1D7B39}" dt="2023-05-03T14:52:56.574" v="9961" actId="113"/>
          <ac:spMkLst>
            <pc:docMk/>
            <pc:sldMk cId="742473946" sldId="481"/>
            <ac:spMk id="7" creationId="{DDCBBD03-F8F4-61CD-32A1-9B53F7DF7D25}"/>
          </ac:spMkLst>
        </pc:spChg>
        <pc:spChg chg="mod">
          <ac:chgData name="Chris Alvin" userId="1477fe7d-12c1-4dcd-b708-f1331679ff1c" providerId="ADAL" clId="{F53F870B-49DD-4E1C-9D0A-EA2D1A1D7B39}" dt="2023-05-03T13:56:13.150" v="8427" actId="20577"/>
          <ac:spMkLst>
            <pc:docMk/>
            <pc:sldMk cId="742473946" sldId="481"/>
            <ac:spMk id="8" creationId="{C0CE59E2-D7C2-B3AF-6544-3AF56C576708}"/>
          </ac:spMkLst>
        </pc:spChg>
        <pc:spChg chg="add del mod">
          <ac:chgData name="Chris Alvin" userId="1477fe7d-12c1-4dcd-b708-f1331679ff1c" providerId="ADAL" clId="{F53F870B-49DD-4E1C-9D0A-EA2D1A1D7B39}" dt="2023-05-03T13:58:48.860" v="8592" actId="255"/>
          <ac:spMkLst>
            <pc:docMk/>
            <pc:sldMk cId="742473946" sldId="481"/>
            <ac:spMk id="9" creationId="{A754C423-E540-A7B4-AE3C-62DE62728F9F}"/>
          </ac:spMkLst>
        </pc:spChg>
        <pc:spChg chg="add del mod">
          <ac:chgData name="Chris Alvin" userId="1477fe7d-12c1-4dcd-b708-f1331679ff1c" providerId="ADAL" clId="{F53F870B-49DD-4E1C-9D0A-EA2D1A1D7B39}" dt="2023-05-03T13:58:43.573" v="8591" actId="478"/>
          <ac:spMkLst>
            <pc:docMk/>
            <pc:sldMk cId="742473946" sldId="481"/>
            <ac:spMk id="10" creationId="{C6D70E7C-A51C-3725-64A0-1EF757B097E9}"/>
          </ac:spMkLst>
        </pc:spChg>
        <pc:spChg chg="add del mod">
          <ac:chgData name="Chris Alvin" userId="1477fe7d-12c1-4dcd-b708-f1331679ff1c" providerId="ADAL" clId="{F53F870B-49DD-4E1C-9D0A-EA2D1A1D7B39}" dt="2023-05-03T14:52:55.431" v="9960"/>
          <ac:spMkLst>
            <pc:docMk/>
            <pc:sldMk cId="742473946" sldId="481"/>
            <ac:spMk id="11" creationId="{2945DEA1-6A6D-82DE-A39D-DB94B8C2BCF9}"/>
          </ac:spMkLst>
        </pc:spChg>
        <pc:spChg chg="add del">
          <ac:chgData name="Chris Alvin" userId="1477fe7d-12c1-4dcd-b708-f1331679ff1c" providerId="ADAL" clId="{F53F870B-49DD-4E1C-9D0A-EA2D1A1D7B39}" dt="2023-05-03T13:58:43.573" v="8591" actId="478"/>
          <ac:spMkLst>
            <pc:docMk/>
            <pc:sldMk cId="742473946" sldId="481"/>
            <ac:spMk id="12" creationId="{0BF5AC72-4E60-0DF0-5BB3-21B71E466309}"/>
          </ac:spMkLst>
        </pc:spChg>
        <pc:spChg chg="mod">
          <ac:chgData name="Chris Alvin" userId="1477fe7d-12c1-4dcd-b708-f1331679ff1c" providerId="ADAL" clId="{F53F870B-49DD-4E1C-9D0A-EA2D1A1D7B39}" dt="2023-05-03T13:58:55.339" v="8593" actId="1076"/>
          <ac:spMkLst>
            <pc:docMk/>
            <pc:sldMk cId="742473946" sldId="481"/>
            <ac:spMk id="19" creationId="{C3ED700E-5EC5-DBCA-5637-7B0F23C72DF1}"/>
          </ac:spMkLst>
        </pc:spChg>
      </pc:sldChg>
      <pc:sldChg chg="addSp delSp modSp add mod">
        <pc:chgData name="Chris Alvin" userId="1477fe7d-12c1-4dcd-b708-f1331679ff1c" providerId="ADAL" clId="{F53F870B-49DD-4E1C-9D0A-EA2D1A1D7B39}" dt="2023-05-03T14:52:51.359" v="9958" actId="113"/>
        <pc:sldMkLst>
          <pc:docMk/>
          <pc:sldMk cId="989870522" sldId="482"/>
        </pc:sldMkLst>
        <pc:spChg chg="add mod">
          <ac:chgData name="Chris Alvin" userId="1477fe7d-12c1-4dcd-b708-f1331679ff1c" providerId="ADAL" clId="{F53F870B-49DD-4E1C-9D0A-EA2D1A1D7B39}" dt="2023-05-03T14:13:20.091" v="9272" actId="1076"/>
          <ac:spMkLst>
            <pc:docMk/>
            <pc:sldMk cId="989870522" sldId="482"/>
            <ac:spMk id="2" creationId="{450B0CE9-E820-6BBA-079B-6AE22F2A36D7}"/>
          </ac:spMkLst>
        </pc:spChg>
        <pc:spChg chg="del">
          <ac:chgData name="Chris Alvin" userId="1477fe7d-12c1-4dcd-b708-f1331679ff1c" providerId="ADAL" clId="{F53F870B-49DD-4E1C-9D0A-EA2D1A1D7B39}" dt="2023-05-03T14:05:02.015" v="8815" actId="478"/>
          <ac:spMkLst>
            <pc:docMk/>
            <pc:sldMk cId="989870522" sldId="482"/>
            <ac:spMk id="3" creationId="{2493DC38-59EA-199F-BBD4-314A3A2BB688}"/>
          </ac:spMkLst>
        </pc:spChg>
        <pc:spChg chg="add mod">
          <ac:chgData name="Chris Alvin" userId="1477fe7d-12c1-4dcd-b708-f1331679ff1c" providerId="ADAL" clId="{F53F870B-49DD-4E1C-9D0A-EA2D1A1D7B39}" dt="2023-05-03T14:11:25.908" v="9201" actId="14100"/>
          <ac:spMkLst>
            <pc:docMk/>
            <pc:sldMk cId="989870522" sldId="482"/>
            <ac:spMk id="5" creationId="{3A52A40A-93A7-76A5-87F5-2B2AAD1D8B85}"/>
          </ac:spMkLst>
        </pc:spChg>
        <pc:spChg chg="mod">
          <ac:chgData name="Chris Alvin" userId="1477fe7d-12c1-4dcd-b708-f1331679ff1c" providerId="ADAL" clId="{F53F870B-49DD-4E1C-9D0A-EA2D1A1D7B39}" dt="2023-05-03T14:50:48.087" v="9937" actId="20577"/>
          <ac:spMkLst>
            <pc:docMk/>
            <pc:sldMk cId="989870522" sldId="482"/>
            <ac:spMk id="6" creationId="{88BE2FA1-2010-E668-BCF7-EADDE9417FF4}"/>
          </ac:spMkLst>
        </pc:spChg>
        <pc:spChg chg="mod">
          <ac:chgData name="Chris Alvin" userId="1477fe7d-12c1-4dcd-b708-f1331679ff1c" providerId="ADAL" clId="{F53F870B-49DD-4E1C-9D0A-EA2D1A1D7B39}" dt="2023-05-03T14:52:51.359" v="9958" actId="113"/>
          <ac:spMkLst>
            <pc:docMk/>
            <pc:sldMk cId="989870522" sldId="482"/>
            <ac:spMk id="7" creationId="{DDCBBD03-F8F4-61CD-32A1-9B53F7DF7D25}"/>
          </ac:spMkLst>
        </pc:spChg>
        <pc:spChg chg="mod">
          <ac:chgData name="Chris Alvin" userId="1477fe7d-12c1-4dcd-b708-f1331679ff1c" providerId="ADAL" clId="{F53F870B-49DD-4E1C-9D0A-EA2D1A1D7B39}" dt="2023-05-03T14:04:57.982" v="8814" actId="20577"/>
          <ac:spMkLst>
            <pc:docMk/>
            <pc:sldMk cId="989870522" sldId="482"/>
            <ac:spMk id="8" creationId="{C0CE59E2-D7C2-B3AF-6544-3AF56C576708}"/>
          </ac:spMkLst>
        </pc:spChg>
        <pc:spChg chg="mod">
          <ac:chgData name="Chris Alvin" userId="1477fe7d-12c1-4dcd-b708-f1331679ff1c" providerId="ADAL" clId="{F53F870B-49DD-4E1C-9D0A-EA2D1A1D7B39}" dt="2023-05-03T14:13:14.666" v="9271" actId="1076"/>
          <ac:spMkLst>
            <pc:docMk/>
            <pc:sldMk cId="989870522" sldId="482"/>
            <ac:spMk id="9" creationId="{A754C423-E540-A7B4-AE3C-62DE62728F9F}"/>
          </ac:spMkLst>
        </pc:spChg>
        <pc:spChg chg="add mod">
          <ac:chgData name="Chris Alvin" userId="1477fe7d-12c1-4dcd-b708-f1331679ff1c" providerId="ADAL" clId="{F53F870B-49DD-4E1C-9D0A-EA2D1A1D7B39}" dt="2023-05-03T14:13:35.261" v="9273" actId="1076"/>
          <ac:spMkLst>
            <pc:docMk/>
            <pc:sldMk cId="989870522" sldId="482"/>
            <ac:spMk id="10" creationId="{40CD3699-70BA-3D54-8887-2DBC9EBC641F}"/>
          </ac:spMkLst>
        </pc:spChg>
        <pc:spChg chg="add mod">
          <ac:chgData name="Chris Alvin" userId="1477fe7d-12c1-4dcd-b708-f1331679ff1c" providerId="ADAL" clId="{F53F870B-49DD-4E1C-9D0A-EA2D1A1D7B39}" dt="2023-05-03T14:51:13.350" v="9944" actId="20577"/>
          <ac:spMkLst>
            <pc:docMk/>
            <pc:sldMk cId="989870522" sldId="482"/>
            <ac:spMk id="11" creationId="{6A55CFB7-DCF1-FA99-4A97-E713D22331CC}"/>
          </ac:spMkLst>
        </pc:spChg>
        <pc:spChg chg="mod">
          <ac:chgData name="Chris Alvin" userId="1477fe7d-12c1-4dcd-b708-f1331679ff1c" providerId="ADAL" clId="{F53F870B-49DD-4E1C-9D0A-EA2D1A1D7B39}" dt="2023-05-03T14:14:01.390" v="9275" actId="1076"/>
          <ac:spMkLst>
            <pc:docMk/>
            <pc:sldMk cId="989870522" sldId="482"/>
            <ac:spMk id="19" creationId="{C3ED700E-5EC5-DBCA-5637-7B0F23C72DF1}"/>
          </ac:spMkLst>
        </pc:spChg>
      </pc:sldChg>
      <pc:sldChg chg="addSp delSp modSp add mod">
        <pc:chgData name="Chris Alvin" userId="1477fe7d-12c1-4dcd-b708-f1331679ff1c" providerId="ADAL" clId="{F53F870B-49DD-4E1C-9D0A-EA2D1A1D7B39}" dt="2023-05-03T15:47:48.760" v="10423" actId="1076"/>
        <pc:sldMkLst>
          <pc:docMk/>
          <pc:sldMk cId="2547038868" sldId="483"/>
        </pc:sldMkLst>
        <pc:spChg chg="del">
          <ac:chgData name="Chris Alvin" userId="1477fe7d-12c1-4dcd-b708-f1331679ff1c" providerId="ADAL" clId="{F53F870B-49DD-4E1C-9D0A-EA2D1A1D7B39}" dt="2023-05-03T14:35:12.077" v="9537" actId="478"/>
          <ac:spMkLst>
            <pc:docMk/>
            <pc:sldMk cId="2547038868" sldId="483"/>
            <ac:spMk id="2" creationId="{450B0CE9-E820-6BBA-079B-6AE22F2A36D7}"/>
          </ac:spMkLst>
        </pc:spChg>
        <pc:spChg chg="mod">
          <ac:chgData name="Chris Alvin" userId="1477fe7d-12c1-4dcd-b708-f1331679ff1c" providerId="ADAL" clId="{F53F870B-49DD-4E1C-9D0A-EA2D1A1D7B39}" dt="2023-05-03T14:52:36.146" v="9954" actId="120"/>
          <ac:spMkLst>
            <pc:docMk/>
            <pc:sldMk cId="2547038868" sldId="483"/>
            <ac:spMk id="4" creationId="{00000000-0000-0000-0000-000000000000}"/>
          </ac:spMkLst>
        </pc:spChg>
        <pc:spChg chg="del">
          <ac:chgData name="Chris Alvin" userId="1477fe7d-12c1-4dcd-b708-f1331679ff1c" providerId="ADAL" clId="{F53F870B-49DD-4E1C-9D0A-EA2D1A1D7B39}" dt="2023-05-03T14:36:54.164" v="9614" actId="478"/>
          <ac:spMkLst>
            <pc:docMk/>
            <pc:sldMk cId="2547038868" sldId="483"/>
            <ac:spMk id="5" creationId="{3A52A40A-93A7-76A5-87F5-2B2AAD1D8B85}"/>
          </ac:spMkLst>
        </pc:spChg>
        <pc:spChg chg="del mod">
          <ac:chgData name="Chris Alvin" userId="1477fe7d-12c1-4dcd-b708-f1331679ff1c" providerId="ADAL" clId="{F53F870B-49DD-4E1C-9D0A-EA2D1A1D7B39}" dt="2023-05-03T15:35:50.044" v="10299" actId="478"/>
          <ac:spMkLst>
            <pc:docMk/>
            <pc:sldMk cId="2547038868" sldId="483"/>
            <ac:spMk id="6" creationId="{88BE2FA1-2010-E668-BCF7-EADDE9417FF4}"/>
          </ac:spMkLst>
        </pc:spChg>
        <pc:spChg chg="mod">
          <ac:chgData name="Chris Alvin" userId="1477fe7d-12c1-4dcd-b708-f1331679ff1c" providerId="ADAL" clId="{F53F870B-49DD-4E1C-9D0A-EA2D1A1D7B39}" dt="2023-05-03T15:35:54.466" v="10300" actId="1076"/>
          <ac:spMkLst>
            <pc:docMk/>
            <pc:sldMk cId="2547038868" sldId="483"/>
            <ac:spMk id="7" creationId="{DDCBBD03-F8F4-61CD-32A1-9B53F7DF7D25}"/>
          </ac:spMkLst>
        </pc:spChg>
        <pc:spChg chg="mod">
          <ac:chgData name="Chris Alvin" userId="1477fe7d-12c1-4dcd-b708-f1331679ff1c" providerId="ADAL" clId="{F53F870B-49DD-4E1C-9D0A-EA2D1A1D7B39}" dt="2023-05-03T15:40:25.907" v="10332" actId="20577"/>
          <ac:spMkLst>
            <pc:docMk/>
            <pc:sldMk cId="2547038868" sldId="483"/>
            <ac:spMk id="8" creationId="{C0CE59E2-D7C2-B3AF-6544-3AF56C576708}"/>
          </ac:spMkLst>
        </pc:spChg>
        <pc:spChg chg="mod">
          <ac:chgData name="Chris Alvin" userId="1477fe7d-12c1-4dcd-b708-f1331679ff1c" providerId="ADAL" clId="{F53F870B-49DD-4E1C-9D0A-EA2D1A1D7B39}" dt="2023-05-03T15:36:03.653" v="10302" actId="1076"/>
          <ac:spMkLst>
            <pc:docMk/>
            <pc:sldMk cId="2547038868" sldId="483"/>
            <ac:spMk id="9" creationId="{A754C423-E540-A7B4-AE3C-62DE62728F9F}"/>
          </ac:spMkLst>
        </pc:spChg>
        <pc:spChg chg="del">
          <ac:chgData name="Chris Alvin" userId="1477fe7d-12c1-4dcd-b708-f1331679ff1c" providerId="ADAL" clId="{F53F870B-49DD-4E1C-9D0A-EA2D1A1D7B39}" dt="2023-05-03T14:36:51.590" v="9613" actId="478"/>
          <ac:spMkLst>
            <pc:docMk/>
            <pc:sldMk cId="2547038868" sldId="483"/>
            <ac:spMk id="10" creationId="{40CD3699-70BA-3D54-8887-2DBC9EBC641F}"/>
          </ac:spMkLst>
        </pc:spChg>
        <pc:spChg chg="del">
          <ac:chgData name="Chris Alvin" userId="1477fe7d-12c1-4dcd-b708-f1331679ff1c" providerId="ADAL" clId="{F53F870B-49DD-4E1C-9D0A-EA2D1A1D7B39}" dt="2023-05-03T14:36:51.590" v="9613" actId="478"/>
          <ac:spMkLst>
            <pc:docMk/>
            <pc:sldMk cId="2547038868" sldId="483"/>
            <ac:spMk id="11" creationId="{6A55CFB7-DCF1-FA99-4A97-E713D22331CC}"/>
          </ac:spMkLst>
        </pc:spChg>
        <pc:spChg chg="add mod">
          <ac:chgData name="Chris Alvin" userId="1477fe7d-12c1-4dcd-b708-f1331679ff1c" providerId="ADAL" clId="{F53F870B-49DD-4E1C-9D0A-EA2D1A1D7B39}" dt="2023-05-03T15:47:36.478" v="10420" actId="1076"/>
          <ac:spMkLst>
            <pc:docMk/>
            <pc:sldMk cId="2547038868" sldId="483"/>
            <ac:spMk id="12" creationId="{4430A49B-A6F5-F242-78C7-C9205FCDD613}"/>
          </ac:spMkLst>
        </pc:spChg>
        <pc:spChg chg="add del mod">
          <ac:chgData name="Chris Alvin" userId="1477fe7d-12c1-4dcd-b708-f1331679ff1c" providerId="ADAL" clId="{F53F870B-49DD-4E1C-9D0A-EA2D1A1D7B39}" dt="2023-05-03T14:36:58.711" v="9616" actId="21"/>
          <ac:spMkLst>
            <pc:docMk/>
            <pc:sldMk cId="2547038868" sldId="483"/>
            <ac:spMk id="13" creationId="{2334EACD-4250-BEC5-F72E-BDBFDC2279D3}"/>
          </ac:spMkLst>
        </pc:spChg>
        <pc:spChg chg="add mod">
          <ac:chgData name="Chris Alvin" userId="1477fe7d-12c1-4dcd-b708-f1331679ff1c" providerId="ADAL" clId="{F53F870B-49DD-4E1C-9D0A-EA2D1A1D7B39}" dt="2023-05-03T15:41:01.367" v="10334" actId="20577"/>
          <ac:spMkLst>
            <pc:docMk/>
            <pc:sldMk cId="2547038868" sldId="483"/>
            <ac:spMk id="14" creationId="{67517578-04AC-4C68-ED9C-AF39DEEEE9DD}"/>
          </ac:spMkLst>
        </pc:spChg>
        <pc:spChg chg="add mod">
          <ac:chgData name="Chris Alvin" userId="1477fe7d-12c1-4dcd-b708-f1331679ff1c" providerId="ADAL" clId="{F53F870B-49DD-4E1C-9D0A-EA2D1A1D7B39}" dt="2023-05-03T15:47:43.119" v="10422" actId="1076"/>
          <ac:spMkLst>
            <pc:docMk/>
            <pc:sldMk cId="2547038868" sldId="483"/>
            <ac:spMk id="15" creationId="{702FE1E0-15EA-454D-78E5-D16241A61FF3}"/>
          </ac:spMkLst>
        </pc:spChg>
        <pc:spChg chg="add mod">
          <ac:chgData name="Chris Alvin" userId="1477fe7d-12c1-4dcd-b708-f1331679ff1c" providerId="ADAL" clId="{F53F870B-49DD-4E1C-9D0A-EA2D1A1D7B39}" dt="2023-05-03T15:47:16.380" v="10418" actId="6549"/>
          <ac:spMkLst>
            <pc:docMk/>
            <pc:sldMk cId="2547038868" sldId="483"/>
            <ac:spMk id="16" creationId="{269D4088-7E20-8413-886E-03DDD0ECDE25}"/>
          </ac:spMkLst>
        </pc:spChg>
        <pc:spChg chg="mod">
          <ac:chgData name="Chris Alvin" userId="1477fe7d-12c1-4dcd-b708-f1331679ff1c" providerId="ADAL" clId="{F53F870B-49DD-4E1C-9D0A-EA2D1A1D7B39}" dt="2023-05-03T15:47:48.760" v="10423" actId="1076"/>
          <ac:spMkLst>
            <pc:docMk/>
            <pc:sldMk cId="2547038868" sldId="483"/>
            <ac:spMk id="19" creationId="{C3ED700E-5EC5-DBCA-5637-7B0F23C72DF1}"/>
          </ac:spMkLst>
        </pc:spChg>
        <pc:picChg chg="add del mod">
          <ac:chgData name="Chris Alvin" userId="1477fe7d-12c1-4dcd-b708-f1331679ff1c" providerId="ADAL" clId="{F53F870B-49DD-4E1C-9D0A-EA2D1A1D7B39}" dt="2023-05-03T14:49:50.899" v="9927" actId="478"/>
          <ac:picMkLst>
            <pc:docMk/>
            <pc:sldMk cId="2547038868" sldId="483"/>
            <ac:picMk id="17" creationId="{F250A3B2-8277-6A17-520E-C87F067F1639}"/>
          </ac:picMkLst>
        </pc:picChg>
        <pc:picChg chg="add del mod">
          <ac:chgData name="Chris Alvin" userId="1477fe7d-12c1-4dcd-b708-f1331679ff1c" providerId="ADAL" clId="{F53F870B-49DD-4E1C-9D0A-EA2D1A1D7B39}" dt="2023-05-03T14:51:25.564" v="9945" actId="478"/>
          <ac:picMkLst>
            <pc:docMk/>
            <pc:sldMk cId="2547038868" sldId="483"/>
            <ac:picMk id="18" creationId="{C9666420-7644-9D84-DB55-8C3F9326C92A}"/>
          </ac:picMkLst>
        </pc:picChg>
        <pc:picChg chg="add mod">
          <ac:chgData name="Chris Alvin" userId="1477fe7d-12c1-4dcd-b708-f1331679ff1c" providerId="ADAL" clId="{F53F870B-49DD-4E1C-9D0A-EA2D1A1D7B39}" dt="2023-05-03T14:55:13.501" v="9997" actId="1076"/>
          <ac:picMkLst>
            <pc:docMk/>
            <pc:sldMk cId="2547038868" sldId="483"/>
            <ac:picMk id="20" creationId="{FBFF746A-3AEB-B5C5-DB3B-506E0BB6574F}"/>
          </ac:picMkLst>
        </pc:picChg>
        <pc:picChg chg="add mod">
          <ac:chgData name="Chris Alvin" userId="1477fe7d-12c1-4dcd-b708-f1331679ff1c" providerId="ADAL" clId="{F53F870B-49DD-4E1C-9D0A-EA2D1A1D7B39}" dt="2023-05-03T14:55:09.533" v="9996" actId="1076"/>
          <ac:picMkLst>
            <pc:docMk/>
            <pc:sldMk cId="2547038868" sldId="483"/>
            <ac:picMk id="21" creationId="{1CE54318-84AD-7A44-B6F8-CCB69000512E}"/>
          </ac:picMkLst>
        </pc:picChg>
      </pc:sldChg>
      <pc:sldChg chg="addSp delSp modSp add mod">
        <pc:chgData name="Chris Alvin" userId="1477fe7d-12c1-4dcd-b708-f1331679ff1c" providerId="ADAL" clId="{F53F870B-49DD-4E1C-9D0A-EA2D1A1D7B39}" dt="2023-05-03T15:39:49.059" v="10308" actId="6549"/>
        <pc:sldMkLst>
          <pc:docMk/>
          <pc:sldMk cId="104687735" sldId="484"/>
        </pc:sldMkLst>
        <pc:spChg chg="mod">
          <ac:chgData name="Chris Alvin" userId="1477fe7d-12c1-4dcd-b708-f1331679ff1c" providerId="ADAL" clId="{F53F870B-49DD-4E1C-9D0A-EA2D1A1D7B39}" dt="2023-05-03T14:57:40.197" v="10029" actId="20577"/>
          <ac:spMkLst>
            <pc:docMk/>
            <pc:sldMk cId="104687735" sldId="484"/>
            <ac:spMk id="4" creationId="{00000000-0000-0000-0000-000000000000}"/>
          </ac:spMkLst>
        </pc:spChg>
        <pc:spChg chg="add mod">
          <ac:chgData name="Chris Alvin" userId="1477fe7d-12c1-4dcd-b708-f1331679ff1c" providerId="ADAL" clId="{F53F870B-49DD-4E1C-9D0A-EA2D1A1D7B39}" dt="2023-05-03T15:09:49.045" v="10196" actId="164"/>
          <ac:spMkLst>
            <pc:docMk/>
            <pc:sldMk cId="104687735" sldId="484"/>
            <ac:spMk id="5" creationId="{B36A8770-2BE7-F48B-F155-0B318DFA2CC3}"/>
          </ac:spMkLst>
        </pc:spChg>
        <pc:spChg chg="mod">
          <ac:chgData name="Chris Alvin" userId="1477fe7d-12c1-4dcd-b708-f1331679ff1c" providerId="ADAL" clId="{F53F870B-49DD-4E1C-9D0A-EA2D1A1D7B39}" dt="2023-05-03T15:39:49.059" v="10308" actId="6549"/>
          <ac:spMkLst>
            <pc:docMk/>
            <pc:sldMk cId="104687735" sldId="484"/>
            <ac:spMk id="6" creationId="{88BE2FA1-2010-E668-BCF7-EADDE9417FF4}"/>
          </ac:spMkLst>
        </pc:spChg>
        <pc:spChg chg="del">
          <ac:chgData name="Chris Alvin" userId="1477fe7d-12c1-4dcd-b708-f1331679ff1c" providerId="ADAL" clId="{F53F870B-49DD-4E1C-9D0A-EA2D1A1D7B39}" dt="2023-05-03T14:57:48.725" v="10030" actId="478"/>
          <ac:spMkLst>
            <pc:docMk/>
            <pc:sldMk cId="104687735" sldId="484"/>
            <ac:spMk id="7" creationId="{DDCBBD03-F8F4-61CD-32A1-9B53F7DF7D25}"/>
          </ac:spMkLst>
        </pc:spChg>
        <pc:spChg chg="mod">
          <ac:chgData name="Chris Alvin" userId="1477fe7d-12c1-4dcd-b708-f1331679ff1c" providerId="ADAL" clId="{F53F870B-49DD-4E1C-9D0A-EA2D1A1D7B39}" dt="2023-05-03T15:35:41.520" v="10298" actId="1076"/>
          <ac:spMkLst>
            <pc:docMk/>
            <pc:sldMk cId="104687735" sldId="484"/>
            <ac:spMk id="8" creationId="{C0CE59E2-D7C2-B3AF-6544-3AF56C576708}"/>
          </ac:spMkLst>
        </pc:spChg>
        <pc:spChg chg="del">
          <ac:chgData name="Chris Alvin" userId="1477fe7d-12c1-4dcd-b708-f1331679ff1c" providerId="ADAL" clId="{F53F870B-49DD-4E1C-9D0A-EA2D1A1D7B39}" dt="2023-05-03T14:57:48.725" v="10030" actId="478"/>
          <ac:spMkLst>
            <pc:docMk/>
            <pc:sldMk cId="104687735" sldId="484"/>
            <ac:spMk id="9" creationId="{A754C423-E540-A7B4-AE3C-62DE62728F9F}"/>
          </ac:spMkLst>
        </pc:spChg>
        <pc:spChg chg="add mod">
          <ac:chgData name="Chris Alvin" userId="1477fe7d-12c1-4dcd-b708-f1331679ff1c" providerId="ADAL" clId="{F53F870B-49DD-4E1C-9D0A-EA2D1A1D7B39}" dt="2023-05-03T15:09:49.045" v="10196" actId="164"/>
          <ac:spMkLst>
            <pc:docMk/>
            <pc:sldMk cId="104687735" sldId="484"/>
            <ac:spMk id="10" creationId="{C53CA6DD-60B5-FF32-E7C4-1B352E131187}"/>
          </ac:spMkLst>
        </pc:spChg>
        <pc:spChg chg="del">
          <ac:chgData name="Chris Alvin" userId="1477fe7d-12c1-4dcd-b708-f1331679ff1c" providerId="ADAL" clId="{F53F870B-49DD-4E1C-9D0A-EA2D1A1D7B39}" dt="2023-05-03T14:57:48.725" v="10030" actId="478"/>
          <ac:spMkLst>
            <pc:docMk/>
            <pc:sldMk cId="104687735" sldId="484"/>
            <ac:spMk id="12" creationId="{4430A49B-A6F5-F242-78C7-C9205FCDD613}"/>
          </ac:spMkLst>
        </pc:spChg>
        <pc:spChg chg="del">
          <ac:chgData name="Chris Alvin" userId="1477fe7d-12c1-4dcd-b708-f1331679ff1c" providerId="ADAL" clId="{F53F870B-49DD-4E1C-9D0A-EA2D1A1D7B39}" dt="2023-05-03T14:57:48.725" v="10030" actId="478"/>
          <ac:spMkLst>
            <pc:docMk/>
            <pc:sldMk cId="104687735" sldId="484"/>
            <ac:spMk id="14" creationId="{67517578-04AC-4C68-ED9C-AF39DEEEE9DD}"/>
          </ac:spMkLst>
        </pc:spChg>
        <pc:spChg chg="del">
          <ac:chgData name="Chris Alvin" userId="1477fe7d-12c1-4dcd-b708-f1331679ff1c" providerId="ADAL" clId="{F53F870B-49DD-4E1C-9D0A-EA2D1A1D7B39}" dt="2023-05-03T14:57:48.725" v="10030" actId="478"/>
          <ac:spMkLst>
            <pc:docMk/>
            <pc:sldMk cId="104687735" sldId="484"/>
            <ac:spMk id="15" creationId="{702FE1E0-15EA-454D-78E5-D16241A61FF3}"/>
          </ac:spMkLst>
        </pc:spChg>
        <pc:spChg chg="del">
          <ac:chgData name="Chris Alvin" userId="1477fe7d-12c1-4dcd-b708-f1331679ff1c" providerId="ADAL" clId="{F53F870B-49DD-4E1C-9D0A-EA2D1A1D7B39}" dt="2023-05-03T14:57:48.725" v="10030" actId="478"/>
          <ac:spMkLst>
            <pc:docMk/>
            <pc:sldMk cId="104687735" sldId="484"/>
            <ac:spMk id="16" creationId="{269D4088-7E20-8413-886E-03DDD0ECDE25}"/>
          </ac:spMkLst>
        </pc:spChg>
        <pc:spChg chg="add mod">
          <ac:chgData name="Chris Alvin" userId="1477fe7d-12c1-4dcd-b708-f1331679ff1c" providerId="ADAL" clId="{F53F870B-49DD-4E1C-9D0A-EA2D1A1D7B39}" dt="2023-05-03T15:09:49.045" v="10196" actId="164"/>
          <ac:spMkLst>
            <pc:docMk/>
            <pc:sldMk cId="104687735" sldId="484"/>
            <ac:spMk id="18" creationId="{3763D09F-09A4-193B-1685-5CFD9814EB01}"/>
          </ac:spMkLst>
        </pc:spChg>
        <pc:spChg chg="del">
          <ac:chgData name="Chris Alvin" userId="1477fe7d-12c1-4dcd-b708-f1331679ff1c" providerId="ADAL" clId="{F53F870B-49DD-4E1C-9D0A-EA2D1A1D7B39}" dt="2023-05-03T14:59:46.590" v="10101" actId="478"/>
          <ac:spMkLst>
            <pc:docMk/>
            <pc:sldMk cId="104687735" sldId="484"/>
            <ac:spMk id="19" creationId="{C3ED700E-5EC5-DBCA-5637-7B0F23C72DF1}"/>
          </ac:spMkLst>
        </pc:spChg>
        <pc:spChg chg="add mod">
          <ac:chgData name="Chris Alvin" userId="1477fe7d-12c1-4dcd-b708-f1331679ff1c" providerId="ADAL" clId="{F53F870B-49DD-4E1C-9D0A-EA2D1A1D7B39}" dt="2023-05-03T15:09:49.045" v="10196" actId="164"/>
          <ac:spMkLst>
            <pc:docMk/>
            <pc:sldMk cId="104687735" sldId="484"/>
            <ac:spMk id="22" creationId="{E56DF0FF-7FBC-039F-D464-6201AA61B06D}"/>
          </ac:spMkLst>
        </pc:spChg>
        <pc:spChg chg="add mod">
          <ac:chgData name="Chris Alvin" userId="1477fe7d-12c1-4dcd-b708-f1331679ff1c" providerId="ADAL" clId="{F53F870B-49DD-4E1C-9D0A-EA2D1A1D7B39}" dt="2023-05-03T15:09:49.045" v="10196" actId="164"/>
          <ac:spMkLst>
            <pc:docMk/>
            <pc:sldMk cId="104687735" sldId="484"/>
            <ac:spMk id="23" creationId="{799F00D9-4764-1A68-019D-05B7E437594D}"/>
          </ac:spMkLst>
        </pc:spChg>
        <pc:spChg chg="add mod">
          <ac:chgData name="Chris Alvin" userId="1477fe7d-12c1-4dcd-b708-f1331679ff1c" providerId="ADAL" clId="{F53F870B-49DD-4E1C-9D0A-EA2D1A1D7B39}" dt="2023-05-03T15:09:49.045" v="10196" actId="164"/>
          <ac:spMkLst>
            <pc:docMk/>
            <pc:sldMk cId="104687735" sldId="484"/>
            <ac:spMk id="24" creationId="{1D799515-E34B-22B3-5468-E22E97762D79}"/>
          </ac:spMkLst>
        </pc:spChg>
        <pc:spChg chg="add mod">
          <ac:chgData name="Chris Alvin" userId="1477fe7d-12c1-4dcd-b708-f1331679ff1c" providerId="ADAL" clId="{F53F870B-49DD-4E1C-9D0A-EA2D1A1D7B39}" dt="2023-05-03T15:09:49.045" v="10196" actId="164"/>
          <ac:spMkLst>
            <pc:docMk/>
            <pc:sldMk cId="104687735" sldId="484"/>
            <ac:spMk id="25" creationId="{071FEF5E-36D0-0A12-F480-0B1CC933ADA3}"/>
          </ac:spMkLst>
        </pc:spChg>
        <pc:spChg chg="add mod">
          <ac:chgData name="Chris Alvin" userId="1477fe7d-12c1-4dcd-b708-f1331679ff1c" providerId="ADAL" clId="{F53F870B-49DD-4E1C-9D0A-EA2D1A1D7B39}" dt="2023-05-03T15:09:49.045" v="10196" actId="164"/>
          <ac:spMkLst>
            <pc:docMk/>
            <pc:sldMk cId="104687735" sldId="484"/>
            <ac:spMk id="26" creationId="{2F53796B-6DA8-40D3-B9C1-8AFC56DBD261}"/>
          </ac:spMkLst>
        </pc:spChg>
        <pc:spChg chg="add mod">
          <ac:chgData name="Chris Alvin" userId="1477fe7d-12c1-4dcd-b708-f1331679ff1c" providerId="ADAL" clId="{F53F870B-49DD-4E1C-9D0A-EA2D1A1D7B39}" dt="2023-05-03T15:09:49.045" v="10196" actId="164"/>
          <ac:spMkLst>
            <pc:docMk/>
            <pc:sldMk cId="104687735" sldId="484"/>
            <ac:spMk id="27" creationId="{C2A5FDC8-4050-3AFD-9944-CC6A717C30E6}"/>
          </ac:spMkLst>
        </pc:spChg>
        <pc:spChg chg="add mod">
          <ac:chgData name="Chris Alvin" userId="1477fe7d-12c1-4dcd-b708-f1331679ff1c" providerId="ADAL" clId="{F53F870B-49DD-4E1C-9D0A-EA2D1A1D7B39}" dt="2023-05-03T15:05:47.866" v="10168" actId="571"/>
          <ac:spMkLst>
            <pc:docMk/>
            <pc:sldMk cId="104687735" sldId="484"/>
            <ac:spMk id="28" creationId="{625EEE46-6E18-7003-D39B-322C5B8C5930}"/>
          </ac:spMkLst>
        </pc:spChg>
        <pc:spChg chg="add mod">
          <ac:chgData name="Chris Alvin" userId="1477fe7d-12c1-4dcd-b708-f1331679ff1c" providerId="ADAL" clId="{F53F870B-49DD-4E1C-9D0A-EA2D1A1D7B39}" dt="2023-05-03T15:09:49.045" v="10196" actId="164"/>
          <ac:spMkLst>
            <pc:docMk/>
            <pc:sldMk cId="104687735" sldId="484"/>
            <ac:spMk id="29" creationId="{D6A2583C-6AC2-1452-F435-D36DB50EA31F}"/>
          </ac:spMkLst>
        </pc:spChg>
        <pc:spChg chg="add mod">
          <ac:chgData name="Chris Alvin" userId="1477fe7d-12c1-4dcd-b708-f1331679ff1c" providerId="ADAL" clId="{F53F870B-49DD-4E1C-9D0A-EA2D1A1D7B39}" dt="2023-05-03T15:09:49.045" v="10196" actId="164"/>
          <ac:spMkLst>
            <pc:docMk/>
            <pc:sldMk cId="104687735" sldId="484"/>
            <ac:spMk id="30" creationId="{D690024E-03F4-07EF-5C17-D15CA67C4739}"/>
          </ac:spMkLst>
        </pc:spChg>
        <pc:spChg chg="add mod">
          <ac:chgData name="Chris Alvin" userId="1477fe7d-12c1-4dcd-b708-f1331679ff1c" providerId="ADAL" clId="{F53F870B-49DD-4E1C-9D0A-EA2D1A1D7B39}" dt="2023-05-03T15:09:49.045" v="10196" actId="164"/>
          <ac:spMkLst>
            <pc:docMk/>
            <pc:sldMk cId="104687735" sldId="484"/>
            <ac:spMk id="31" creationId="{78FB006B-2112-D39E-CAEB-BEC900A46E62}"/>
          </ac:spMkLst>
        </pc:spChg>
        <pc:spChg chg="add mod">
          <ac:chgData name="Chris Alvin" userId="1477fe7d-12c1-4dcd-b708-f1331679ff1c" providerId="ADAL" clId="{F53F870B-49DD-4E1C-9D0A-EA2D1A1D7B39}" dt="2023-05-03T15:09:49.045" v="10196" actId="164"/>
          <ac:spMkLst>
            <pc:docMk/>
            <pc:sldMk cId="104687735" sldId="484"/>
            <ac:spMk id="32" creationId="{8C7EF658-FE67-7A54-7507-945E3FAC1ABC}"/>
          </ac:spMkLst>
        </pc:spChg>
        <pc:spChg chg="mod">
          <ac:chgData name="Chris Alvin" userId="1477fe7d-12c1-4dcd-b708-f1331679ff1c" providerId="ADAL" clId="{F53F870B-49DD-4E1C-9D0A-EA2D1A1D7B39}" dt="2023-05-03T15:10:13.089" v="10198" actId="571"/>
          <ac:spMkLst>
            <pc:docMk/>
            <pc:sldMk cId="104687735" sldId="484"/>
            <ac:spMk id="37" creationId="{765DC2CE-0D7A-F7BA-A57E-57346FA5AAA8}"/>
          </ac:spMkLst>
        </pc:spChg>
        <pc:spChg chg="mod">
          <ac:chgData name="Chris Alvin" userId="1477fe7d-12c1-4dcd-b708-f1331679ff1c" providerId="ADAL" clId="{F53F870B-49DD-4E1C-9D0A-EA2D1A1D7B39}" dt="2023-05-03T15:10:13.089" v="10198" actId="571"/>
          <ac:spMkLst>
            <pc:docMk/>
            <pc:sldMk cId="104687735" sldId="484"/>
            <ac:spMk id="38" creationId="{4C05E370-77A1-651D-8502-CE143DFEC9C7}"/>
          </ac:spMkLst>
        </pc:spChg>
        <pc:spChg chg="mod">
          <ac:chgData name="Chris Alvin" userId="1477fe7d-12c1-4dcd-b708-f1331679ff1c" providerId="ADAL" clId="{F53F870B-49DD-4E1C-9D0A-EA2D1A1D7B39}" dt="2023-05-03T15:10:13.089" v="10198" actId="571"/>
          <ac:spMkLst>
            <pc:docMk/>
            <pc:sldMk cId="104687735" sldId="484"/>
            <ac:spMk id="40" creationId="{7C026B42-C1B1-8DED-C2C9-10014A745DC2}"/>
          </ac:spMkLst>
        </pc:spChg>
        <pc:spChg chg="mod">
          <ac:chgData name="Chris Alvin" userId="1477fe7d-12c1-4dcd-b708-f1331679ff1c" providerId="ADAL" clId="{F53F870B-49DD-4E1C-9D0A-EA2D1A1D7B39}" dt="2023-05-03T15:10:13.089" v="10198" actId="571"/>
          <ac:spMkLst>
            <pc:docMk/>
            <pc:sldMk cId="104687735" sldId="484"/>
            <ac:spMk id="41" creationId="{F6C3DA13-C26D-3C0D-91FE-6CFB0C52F429}"/>
          </ac:spMkLst>
        </pc:spChg>
        <pc:spChg chg="mod">
          <ac:chgData name="Chris Alvin" userId="1477fe7d-12c1-4dcd-b708-f1331679ff1c" providerId="ADAL" clId="{F53F870B-49DD-4E1C-9D0A-EA2D1A1D7B39}" dt="2023-05-03T15:10:13.089" v="10198" actId="571"/>
          <ac:spMkLst>
            <pc:docMk/>
            <pc:sldMk cId="104687735" sldId="484"/>
            <ac:spMk id="42" creationId="{21179228-3E98-855F-761C-DD5E5E15FE29}"/>
          </ac:spMkLst>
        </pc:spChg>
        <pc:spChg chg="mod">
          <ac:chgData name="Chris Alvin" userId="1477fe7d-12c1-4dcd-b708-f1331679ff1c" providerId="ADAL" clId="{F53F870B-49DD-4E1C-9D0A-EA2D1A1D7B39}" dt="2023-05-03T15:10:13.089" v="10198" actId="571"/>
          <ac:spMkLst>
            <pc:docMk/>
            <pc:sldMk cId="104687735" sldId="484"/>
            <ac:spMk id="43" creationId="{735BF3A1-0EE7-778B-BB7F-D944D1FBC496}"/>
          </ac:spMkLst>
        </pc:spChg>
        <pc:spChg chg="mod">
          <ac:chgData name="Chris Alvin" userId="1477fe7d-12c1-4dcd-b708-f1331679ff1c" providerId="ADAL" clId="{F53F870B-49DD-4E1C-9D0A-EA2D1A1D7B39}" dt="2023-05-03T15:10:13.089" v="10198" actId="571"/>
          <ac:spMkLst>
            <pc:docMk/>
            <pc:sldMk cId="104687735" sldId="484"/>
            <ac:spMk id="44" creationId="{1F963306-6193-D151-DB79-DC9FBC10F97C}"/>
          </ac:spMkLst>
        </pc:spChg>
        <pc:spChg chg="mod">
          <ac:chgData name="Chris Alvin" userId="1477fe7d-12c1-4dcd-b708-f1331679ff1c" providerId="ADAL" clId="{F53F870B-49DD-4E1C-9D0A-EA2D1A1D7B39}" dt="2023-05-03T15:10:13.089" v="10198" actId="571"/>
          <ac:spMkLst>
            <pc:docMk/>
            <pc:sldMk cId="104687735" sldId="484"/>
            <ac:spMk id="45" creationId="{5A181B46-E246-D897-82E0-D749EEEEDEE3}"/>
          </ac:spMkLst>
        </pc:spChg>
        <pc:spChg chg="mod">
          <ac:chgData name="Chris Alvin" userId="1477fe7d-12c1-4dcd-b708-f1331679ff1c" providerId="ADAL" clId="{F53F870B-49DD-4E1C-9D0A-EA2D1A1D7B39}" dt="2023-05-03T15:10:13.089" v="10198" actId="571"/>
          <ac:spMkLst>
            <pc:docMk/>
            <pc:sldMk cId="104687735" sldId="484"/>
            <ac:spMk id="46" creationId="{A7962D84-FEA8-3AD9-647D-5CE425A08285}"/>
          </ac:spMkLst>
        </pc:spChg>
        <pc:spChg chg="mod">
          <ac:chgData name="Chris Alvin" userId="1477fe7d-12c1-4dcd-b708-f1331679ff1c" providerId="ADAL" clId="{F53F870B-49DD-4E1C-9D0A-EA2D1A1D7B39}" dt="2023-05-03T15:10:13.089" v="10198" actId="571"/>
          <ac:spMkLst>
            <pc:docMk/>
            <pc:sldMk cId="104687735" sldId="484"/>
            <ac:spMk id="47" creationId="{B0453241-2E06-5F42-5E13-C8C07333C291}"/>
          </ac:spMkLst>
        </pc:spChg>
        <pc:spChg chg="mod">
          <ac:chgData name="Chris Alvin" userId="1477fe7d-12c1-4dcd-b708-f1331679ff1c" providerId="ADAL" clId="{F53F870B-49DD-4E1C-9D0A-EA2D1A1D7B39}" dt="2023-05-03T15:10:13.089" v="10198" actId="571"/>
          <ac:spMkLst>
            <pc:docMk/>
            <pc:sldMk cId="104687735" sldId="484"/>
            <ac:spMk id="48" creationId="{672E7346-D6B8-1342-8F62-6D5ECEB92C4E}"/>
          </ac:spMkLst>
        </pc:spChg>
        <pc:spChg chg="mod">
          <ac:chgData name="Chris Alvin" userId="1477fe7d-12c1-4dcd-b708-f1331679ff1c" providerId="ADAL" clId="{F53F870B-49DD-4E1C-9D0A-EA2D1A1D7B39}" dt="2023-05-03T15:10:13.089" v="10198" actId="571"/>
          <ac:spMkLst>
            <pc:docMk/>
            <pc:sldMk cId="104687735" sldId="484"/>
            <ac:spMk id="49" creationId="{FE6AF033-DE65-9BEC-6BF0-F3DD04D687E3}"/>
          </ac:spMkLst>
        </pc:spChg>
        <pc:spChg chg="mod">
          <ac:chgData name="Chris Alvin" userId="1477fe7d-12c1-4dcd-b708-f1331679ff1c" providerId="ADAL" clId="{F53F870B-49DD-4E1C-9D0A-EA2D1A1D7B39}" dt="2023-05-03T15:10:13.089" v="10198" actId="571"/>
          <ac:spMkLst>
            <pc:docMk/>
            <pc:sldMk cId="104687735" sldId="484"/>
            <ac:spMk id="50" creationId="{A5CEBCF4-DF15-948F-2F83-5DEE935AD8BE}"/>
          </ac:spMkLst>
        </pc:spChg>
        <pc:spChg chg="add mod">
          <ac:chgData name="Chris Alvin" userId="1477fe7d-12c1-4dcd-b708-f1331679ff1c" providerId="ADAL" clId="{F53F870B-49DD-4E1C-9D0A-EA2D1A1D7B39}" dt="2023-05-03T15:35:35.608" v="10297" actId="1076"/>
          <ac:spMkLst>
            <pc:docMk/>
            <pc:sldMk cId="104687735" sldId="484"/>
            <ac:spMk id="51" creationId="{7B84B2C4-5B48-6394-C61C-43585BADB621}"/>
          </ac:spMkLst>
        </pc:spChg>
        <pc:spChg chg="del mod topLvl">
          <ac:chgData name="Chris Alvin" userId="1477fe7d-12c1-4dcd-b708-f1331679ff1c" providerId="ADAL" clId="{F53F870B-49DD-4E1C-9D0A-EA2D1A1D7B39}" dt="2023-05-03T15:28:55.588" v="10238" actId="478"/>
          <ac:spMkLst>
            <pc:docMk/>
            <pc:sldMk cId="104687735" sldId="484"/>
            <ac:spMk id="56" creationId="{8C5F4EA3-FD85-5258-EAF3-D4642887C15F}"/>
          </ac:spMkLst>
        </pc:spChg>
        <pc:spChg chg="del mod topLvl">
          <ac:chgData name="Chris Alvin" userId="1477fe7d-12c1-4dcd-b708-f1331679ff1c" providerId="ADAL" clId="{F53F870B-49DD-4E1C-9D0A-EA2D1A1D7B39}" dt="2023-05-03T15:28:52.763" v="10237" actId="478"/>
          <ac:spMkLst>
            <pc:docMk/>
            <pc:sldMk cId="104687735" sldId="484"/>
            <ac:spMk id="57" creationId="{39D3745C-0DAE-EBDE-41C5-0F3A9D626E0D}"/>
          </ac:spMkLst>
        </pc:spChg>
        <pc:spChg chg="mod topLvl">
          <ac:chgData name="Chris Alvin" userId="1477fe7d-12c1-4dcd-b708-f1331679ff1c" providerId="ADAL" clId="{F53F870B-49DD-4E1C-9D0A-EA2D1A1D7B39}" dt="2023-05-03T15:35:23.954" v="10296" actId="164"/>
          <ac:spMkLst>
            <pc:docMk/>
            <pc:sldMk cId="104687735" sldId="484"/>
            <ac:spMk id="59" creationId="{B1653E67-8BF5-8365-1250-2A0F6F139BA4}"/>
          </ac:spMkLst>
        </pc:spChg>
        <pc:spChg chg="del mod topLvl">
          <ac:chgData name="Chris Alvin" userId="1477fe7d-12c1-4dcd-b708-f1331679ff1c" providerId="ADAL" clId="{F53F870B-49DD-4E1C-9D0A-EA2D1A1D7B39}" dt="2023-05-03T15:28:52.763" v="10237" actId="478"/>
          <ac:spMkLst>
            <pc:docMk/>
            <pc:sldMk cId="104687735" sldId="484"/>
            <ac:spMk id="60" creationId="{05B870B6-6C20-7B46-A168-5495E78092B0}"/>
          </ac:spMkLst>
        </pc:spChg>
        <pc:spChg chg="del mod topLvl">
          <ac:chgData name="Chris Alvin" userId="1477fe7d-12c1-4dcd-b708-f1331679ff1c" providerId="ADAL" clId="{F53F870B-49DD-4E1C-9D0A-EA2D1A1D7B39}" dt="2023-05-03T15:28:55.588" v="10238" actId="478"/>
          <ac:spMkLst>
            <pc:docMk/>
            <pc:sldMk cId="104687735" sldId="484"/>
            <ac:spMk id="61" creationId="{FD04040A-E757-D488-D524-9CBE5DD9AB58}"/>
          </ac:spMkLst>
        </pc:spChg>
        <pc:spChg chg="mod topLvl">
          <ac:chgData name="Chris Alvin" userId="1477fe7d-12c1-4dcd-b708-f1331679ff1c" providerId="ADAL" clId="{F53F870B-49DD-4E1C-9D0A-EA2D1A1D7B39}" dt="2023-05-03T15:35:23.954" v="10296" actId="164"/>
          <ac:spMkLst>
            <pc:docMk/>
            <pc:sldMk cId="104687735" sldId="484"/>
            <ac:spMk id="62" creationId="{7CFC861E-C8B9-435D-DE7E-50FC59466626}"/>
          </ac:spMkLst>
        </pc:spChg>
        <pc:spChg chg="mod topLvl">
          <ac:chgData name="Chris Alvin" userId="1477fe7d-12c1-4dcd-b708-f1331679ff1c" providerId="ADAL" clId="{F53F870B-49DD-4E1C-9D0A-EA2D1A1D7B39}" dt="2023-05-03T15:35:23.954" v="10296" actId="164"/>
          <ac:spMkLst>
            <pc:docMk/>
            <pc:sldMk cId="104687735" sldId="484"/>
            <ac:spMk id="63" creationId="{1189617F-53B2-3B3F-CC05-76EEEAE4B506}"/>
          </ac:spMkLst>
        </pc:spChg>
        <pc:spChg chg="mod topLvl">
          <ac:chgData name="Chris Alvin" userId="1477fe7d-12c1-4dcd-b708-f1331679ff1c" providerId="ADAL" clId="{F53F870B-49DD-4E1C-9D0A-EA2D1A1D7B39}" dt="2023-05-03T15:35:23.954" v="10296" actId="164"/>
          <ac:spMkLst>
            <pc:docMk/>
            <pc:sldMk cId="104687735" sldId="484"/>
            <ac:spMk id="64" creationId="{3C608AE8-B6AB-FBE7-DFCB-0DCF5448752B}"/>
          </ac:spMkLst>
        </pc:spChg>
        <pc:spChg chg="mod topLvl">
          <ac:chgData name="Chris Alvin" userId="1477fe7d-12c1-4dcd-b708-f1331679ff1c" providerId="ADAL" clId="{F53F870B-49DD-4E1C-9D0A-EA2D1A1D7B39}" dt="2023-05-03T15:35:23.954" v="10296" actId="164"/>
          <ac:spMkLst>
            <pc:docMk/>
            <pc:sldMk cId="104687735" sldId="484"/>
            <ac:spMk id="65" creationId="{9A21BAB4-0C9E-D856-E1E5-F02BF15E5920}"/>
          </ac:spMkLst>
        </pc:spChg>
        <pc:spChg chg="mod topLvl">
          <ac:chgData name="Chris Alvin" userId="1477fe7d-12c1-4dcd-b708-f1331679ff1c" providerId="ADAL" clId="{F53F870B-49DD-4E1C-9D0A-EA2D1A1D7B39}" dt="2023-05-03T15:35:23.954" v="10296" actId="164"/>
          <ac:spMkLst>
            <pc:docMk/>
            <pc:sldMk cId="104687735" sldId="484"/>
            <ac:spMk id="66" creationId="{49DEEB24-D183-CF73-C79F-A58BD218F0F6}"/>
          </ac:spMkLst>
        </pc:spChg>
        <pc:spChg chg="mod topLvl">
          <ac:chgData name="Chris Alvin" userId="1477fe7d-12c1-4dcd-b708-f1331679ff1c" providerId="ADAL" clId="{F53F870B-49DD-4E1C-9D0A-EA2D1A1D7B39}" dt="2023-05-03T15:35:23.954" v="10296" actId="164"/>
          <ac:spMkLst>
            <pc:docMk/>
            <pc:sldMk cId="104687735" sldId="484"/>
            <ac:spMk id="67" creationId="{20A31260-1F92-F39D-1973-B8A4E4A33FF1}"/>
          </ac:spMkLst>
        </pc:spChg>
        <pc:spChg chg="mod topLvl">
          <ac:chgData name="Chris Alvin" userId="1477fe7d-12c1-4dcd-b708-f1331679ff1c" providerId="ADAL" clId="{F53F870B-49DD-4E1C-9D0A-EA2D1A1D7B39}" dt="2023-05-03T15:35:23.954" v="10296" actId="164"/>
          <ac:spMkLst>
            <pc:docMk/>
            <pc:sldMk cId="104687735" sldId="484"/>
            <ac:spMk id="68" creationId="{77535227-05F2-57CA-15B9-714E640E1B7C}"/>
          </ac:spMkLst>
        </pc:spChg>
        <pc:spChg chg="mod topLvl">
          <ac:chgData name="Chris Alvin" userId="1477fe7d-12c1-4dcd-b708-f1331679ff1c" providerId="ADAL" clId="{F53F870B-49DD-4E1C-9D0A-EA2D1A1D7B39}" dt="2023-05-03T15:35:23.954" v="10296" actId="164"/>
          <ac:spMkLst>
            <pc:docMk/>
            <pc:sldMk cId="104687735" sldId="484"/>
            <ac:spMk id="69" creationId="{3B107553-D1E0-9ECA-7C6D-7447ED38ABF1}"/>
          </ac:spMkLst>
        </pc:spChg>
        <pc:spChg chg="add del mod">
          <ac:chgData name="Chris Alvin" userId="1477fe7d-12c1-4dcd-b708-f1331679ff1c" providerId="ADAL" clId="{F53F870B-49DD-4E1C-9D0A-EA2D1A1D7B39}" dt="2023-05-03T15:33:39.452" v="10279" actId="478"/>
          <ac:spMkLst>
            <pc:docMk/>
            <pc:sldMk cId="104687735" sldId="484"/>
            <ac:spMk id="70" creationId="{CA8D3404-8C99-29C7-0B10-D8A724EADAB9}"/>
          </ac:spMkLst>
        </pc:spChg>
        <pc:spChg chg="add mod">
          <ac:chgData name="Chris Alvin" userId="1477fe7d-12c1-4dcd-b708-f1331679ff1c" providerId="ADAL" clId="{F53F870B-49DD-4E1C-9D0A-EA2D1A1D7B39}" dt="2023-05-03T15:35:23.954" v="10296" actId="164"/>
          <ac:spMkLst>
            <pc:docMk/>
            <pc:sldMk cId="104687735" sldId="484"/>
            <ac:spMk id="71" creationId="{5C3426EB-D1F5-394A-ED58-AB016308F38B}"/>
          </ac:spMkLst>
        </pc:spChg>
        <pc:spChg chg="add mod">
          <ac:chgData name="Chris Alvin" userId="1477fe7d-12c1-4dcd-b708-f1331679ff1c" providerId="ADAL" clId="{F53F870B-49DD-4E1C-9D0A-EA2D1A1D7B39}" dt="2023-05-03T15:35:23.954" v="10296" actId="164"/>
          <ac:spMkLst>
            <pc:docMk/>
            <pc:sldMk cId="104687735" sldId="484"/>
            <ac:spMk id="72" creationId="{DBA79DCB-A374-FEDB-6E89-8A92293472ED}"/>
          </ac:spMkLst>
        </pc:spChg>
        <pc:spChg chg="add mod">
          <ac:chgData name="Chris Alvin" userId="1477fe7d-12c1-4dcd-b708-f1331679ff1c" providerId="ADAL" clId="{F53F870B-49DD-4E1C-9D0A-EA2D1A1D7B39}" dt="2023-05-03T15:35:23.954" v="10296" actId="164"/>
          <ac:spMkLst>
            <pc:docMk/>
            <pc:sldMk cId="104687735" sldId="484"/>
            <ac:spMk id="73" creationId="{C557A604-FF0E-3B0E-C179-25AF890C325C}"/>
          </ac:spMkLst>
        </pc:spChg>
        <pc:spChg chg="add mod">
          <ac:chgData name="Chris Alvin" userId="1477fe7d-12c1-4dcd-b708-f1331679ff1c" providerId="ADAL" clId="{F53F870B-49DD-4E1C-9D0A-EA2D1A1D7B39}" dt="2023-05-03T15:35:35.608" v="10297" actId="1076"/>
          <ac:spMkLst>
            <pc:docMk/>
            <pc:sldMk cId="104687735" sldId="484"/>
            <ac:spMk id="74" creationId="{177FBA82-B0C8-517D-652D-BD54358989F1}"/>
          </ac:spMkLst>
        </pc:spChg>
        <pc:grpChg chg="add mod">
          <ac:chgData name="Chris Alvin" userId="1477fe7d-12c1-4dcd-b708-f1331679ff1c" providerId="ADAL" clId="{F53F870B-49DD-4E1C-9D0A-EA2D1A1D7B39}" dt="2023-05-03T15:35:35.608" v="10297" actId="1076"/>
          <ac:grpSpMkLst>
            <pc:docMk/>
            <pc:sldMk cId="104687735" sldId="484"/>
            <ac:grpSpMk id="34" creationId="{63691897-9005-3FCA-57FE-B59D44F76FA8}"/>
          </ac:grpSpMkLst>
        </pc:grpChg>
        <pc:grpChg chg="add del mod">
          <ac:chgData name="Chris Alvin" userId="1477fe7d-12c1-4dcd-b708-f1331679ff1c" providerId="ADAL" clId="{F53F870B-49DD-4E1C-9D0A-EA2D1A1D7B39}" dt="2023-05-03T15:10:52.061" v="10206" actId="478"/>
          <ac:grpSpMkLst>
            <pc:docMk/>
            <pc:sldMk cId="104687735" sldId="484"/>
            <ac:grpSpMk id="35" creationId="{C3D94DF6-B158-56CC-EFAA-0EB9A19A2EA6}"/>
          </ac:grpSpMkLst>
        </pc:grpChg>
        <pc:grpChg chg="add del mod">
          <ac:chgData name="Chris Alvin" userId="1477fe7d-12c1-4dcd-b708-f1331679ff1c" providerId="ADAL" clId="{F53F870B-49DD-4E1C-9D0A-EA2D1A1D7B39}" dt="2023-05-03T15:23:57.362" v="10211" actId="165"/>
          <ac:grpSpMkLst>
            <pc:docMk/>
            <pc:sldMk cId="104687735" sldId="484"/>
            <ac:grpSpMk id="54" creationId="{9B62D1B7-25A1-E880-DF96-2C337909D047}"/>
          </ac:grpSpMkLst>
        </pc:grpChg>
        <pc:grpChg chg="add mod">
          <ac:chgData name="Chris Alvin" userId="1477fe7d-12c1-4dcd-b708-f1331679ff1c" providerId="ADAL" clId="{F53F870B-49DD-4E1C-9D0A-EA2D1A1D7B39}" dt="2023-05-03T15:35:35.608" v="10297" actId="1076"/>
          <ac:grpSpMkLst>
            <pc:docMk/>
            <pc:sldMk cId="104687735" sldId="484"/>
            <ac:grpSpMk id="77" creationId="{150BE8EF-E8B5-3346-ED3C-276E6F5A667E}"/>
          </ac:grpSpMkLst>
        </pc:grpChg>
        <pc:picChg chg="del">
          <ac:chgData name="Chris Alvin" userId="1477fe7d-12c1-4dcd-b708-f1331679ff1c" providerId="ADAL" clId="{F53F870B-49DD-4E1C-9D0A-EA2D1A1D7B39}" dt="2023-05-03T14:57:30.238" v="10012" actId="478"/>
          <ac:picMkLst>
            <pc:docMk/>
            <pc:sldMk cId="104687735" sldId="484"/>
            <ac:picMk id="20" creationId="{FBFF746A-3AEB-B5C5-DB3B-506E0BB6574F}"/>
          </ac:picMkLst>
        </pc:picChg>
        <pc:picChg chg="del">
          <ac:chgData name="Chris Alvin" userId="1477fe7d-12c1-4dcd-b708-f1331679ff1c" providerId="ADAL" clId="{F53F870B-49DD-4E1C-9D0A-EA2D1A1D7B39}" dt="2023-05-03T14:57:30.238" v="10012" actId="478"/>
          <ac:picMkLst>
            <pc:docMk/>
            <pc:sldMk cId="104687735" sldId="484"/>
            <ac:picMk id="21" creationId="{1CE54318-84AD-7A44-B6F8-CCB69000512E}"/>
          </ac:picMkLst>
        </pc:picChg>
        <pc:cxnChg chg="add mod">
          <ac:chgData name="Chris Alvin" userId="1477fe7d-12c1-4dcd-b708-f1331679ff1c" providerId="ADAL" clId="{F53F870B-49DD-4E1C-9D0A-EA2D1A1D7B39}" dt="2023-05-03T15:10:42.285" v="10205" actId="14100"/>
          <ac:cxnSpMkLst>
            <pc:docMk/>
            <pc:sldMk cId="104687735" sldId="484"/>
            <ac:cxnSpMk id="3" creationId="{C90BC980-DD4A-55E8-D7A3-846394C1CDA5}"/>
          </ac:cxnSpMkLst>
        </pc:cxnChg>
        <pc:cxnChg chg="add mod">
          <ac:chgData name="Chris Alvin" userId="1477fe7d-12c1-4dcd-b708-f1331679ff1c" providerId="ADAL" clId="{F53F870B-49DD-4E1C-9D0A-EA2D1A1D7B39}" dt="2023-05-03T15:09:49.045" v="10196" actId="164"/>
          <ac:cxnSpMkLst>
            <pc:docMk/>
            <pc:sldMk cId="104687735" sldId="484"/>
            <ac:cxnSpMk id="13" creationId="{F563606D-6CF6-DE7F-5ED9-09118650F688}"/>
          </ac:cxnSpMkLst>
        </pc:cxnChg>
        <pc:cxnChg chg="mod">
          <ac:chgData name="Chris Alvin" userId="1477fe7d-12c1-4dcd-b708-f1331679ff1c" providerId="ADAL" clId="{F53F870B-49DD-4E1C-9D0A-EA2D1A1D7B39}" dt="2023-05-03T15:10:13.089" v="10198" actId="571"/>
          <ac:cxnSpMkLst>
            <pc:docMk/>
            <pc:sldMk cId="104687735" sldId="484"/>
            <ac:cxnSpMk id="36" creationId="{E4B49BB1-17FD-9686-A6F2-13855FD1E5AB}"/>
          </ac:cxnSpMkLst>
        </pc:cxnChg>
        <pc:cxnChg chg="mod">
          <ac:chgData name="Chris Alvin" userId="1477fe7d-12c1-4dcd-b708-f1331679ff1c" providerId="ADAL" clId="{F53F870B-49DD-4E1C-9D0A-EA2D1A1D7B39}" dt="2023-05-03T15:10:13.089" v="10198" actId="571"/>
          <ac:cxnSpMkLst>
            <pc:docMk/>
            <pc:sldMk cId="104687735" sldId="484"/>
            <ac:cxnSpMk id="39" creationId="{23AEA5C0-18B9-ABA6-C2D1-83E421DAA23B}"/>
          </ac:cxnSpMkLst>
        </pc:cxnChg>
        <pc:cxnChg chg="mod topLvl">
          <ac:chgData name="Chris Alvin" userId="1477fe7d-12c1-4dcd-b708-f1331679ff1c" providerId="ADAL" clId="{F53F870B-49DD-4E1C-9D0A-EA2D1A1D7B39}" dt="2023-05-03T15:35:23.954" v="10296" actId="164"/>
          <ac:cxnSpMkLst>
            <pc:docMk/>
            <pc:sldMk cId="104687735" sldId="484"/>
            <ac:cxnSpMk id="55" creationId="{6BFB7E1E-36B3-9EE6-2593-A1F10556CAD6}"/>
          </ac:cxnSpMkLst>
        </pc:cxnChg>
        <pc:cxnChg chg="mod topLvl">
          <ac:chgData name="Chris Alvin" userId="1477fe7d-12c1-4dcd-b708-f1331679ff1c" providerId="ADAL" clId="{F53F870B-49DD-4E1C-9D0A-EA2D1A1D7B39}" dt="2023-05-03T15:35:23.954" v="10296" actId="164"/>
          <ac:cxnSpMkLst>
            <pc:docMk/>
            <pc:sldMk cId="104687735" sldId="484"/>
            <ac:cxnSpMk id="58" creationId="{4353C515-385E-5356-E4A7-28EB4E6D0954}"/>
          </ac:cxnSpMkLst>
        </pc:cxnChg>
        <pc:cxnChg chg="add mod">
          <ac:chgData name="Chris Alvin" userId="1477fe7d-12c1-4dcd-b708-f1331679ff1c" providerId="ADAL" clId="{F53F870B-49DD-4E1C-9D0A-EA2D1A1D7B39}" dt="2023-05-03T15:34:16.826" v="10293" actId="692"/>
          <ac:cxnSpMkLst>
            <pc:docMk/>
            <pc:sldMk cId="104687735" sldId="484"/>
            <ac:cxnSpMk id="76" creationId="{85E4486F-08BB-7FAD-73F1-556344B8A806}"/>
          </ac:cxnSpMkLst>
        </pc:cxnChg>
      </pc:sldChg>
      <pc:sldChg chg="modSp add mod">
        <pc:chgData name="Chris Alvin" userId="1477fe7d-12c1-4dcd-b708-f1331679ff1c" providerId="ADAL" clId="{F53F870B-49DD-4E1C-9D0A-EA2D1A1D7B39}" dt="2023-05-03T15:49:36.757" v="10444" actId="20577"/>
        <pc:sldMkLst>
          <pc:docMk/>
          <pc:sldMk cId="4274432629" sldId="485"/>
        </pc:sldMkLst>
        <pc:spChg chg="mod">
          <ac:chgData name="Chris Alvin" userId="1477fe7d-12c1-4dcd-b708-f1331679ff1c" providerId="ADAL" clId="{F53F870B-49DD-4E1C-9D0A-EA2D1A1D7B39}" dt="2023-05-03T15:49:36.757" v="10444" actId="20577"/>
          <ac:spMkLst>
            <pc:docMk/>
            <pc:sldMk cId="4274432629" sldId="485"/>
            <ac:spMk id="2" creationId="{00000000-0000-0000-0000-000000000000}"/>
          </ac:spMkLst>
        </pc:spChg>
      </pc:sldChg>
      <pc:sldChg chg="modSp add mod">
        <pc:chgData name="Chris Alvin" userId="1477fe7d-12c1-4dcd-b708-f1331679ff1c" providerId="ADAL" clId="{F53F870B-49DD-4E1C-9D0A-EA2D1A1D7B39}" dt="2023-05-05T12:10:12.477" v="10500" actId="20577"/>
        <pc:sldMkLst>
          <pc:docMk/>
          <pc:sldMk cId="1948932617" sldId="486"/>
        </pc:sldMkLst>
        <pc:spChg chg="mod">
          <ac:chgData name="Chris Alvin" userId="1477fe7d-12c1-4dcd-b708-f1331679ff1c" providerId="ADAL" clId="{F53F870B-49DD-4E1C-9D0A-EA2D1A1D7B39}" dt="2023-05-05T12:10:12.477" v="10500" actId="20577"/>
          <ac:spMkLst>
            <pc:docMk/>
            <pc:sldMk cId="1948932617" sldId="486"/>
            <ac:spMk id="2" creationId="{00000000-0000-0000-0000-000000000000}"/>
          </ac:spMkLst>
        </pc:spChg>
      </pc:sldChg>
      <pc:sldChg chg="addSp delSp modSp add mod">
        <pc:chgData name="Chris Alvin" userId="1477fe7d-12c1-4dcd-b708-f1331679ff1c" providerId="ADAL" clId="{F53F870B-49DD-4E1C-9D0A-EA2D1A1D7B39}" dt="2023-05-05T13:53:48.432" v="12464"/>
        <pc:sldMkLst>
          <pc:docMk/>
          <pc:sldMk cId="3010379502" sldId="487"/>
        </pc:sldMkLst>
        <pc:spChg chg="mod">
          <ac:chgData name="Chris Alvin" userId="1477fe7d-12c1-4dcd-b708-f1331679ff1c" providerId="ADAL" clId="{F53F870B-49DD-4E1C-9D0A-EA2D1A1D7B39}" dt="2023-05-05T12:43:33.943" v="11265" actId="1076"/>
          <ac:spMkLst>
            <pc:docMk/>
            <pc:sldMk cId="3010379502" sldId="487"/>
            <ac:spMk id="2" creationId="{1FD62B56-4214-C78A-25E9-E8DE630B7E6A}"/>
          </ac:spMkLst>
        </pc:spChg>
        <pc:spChg chg="del">
          <ac:chgData name="Chris Alvin" userId="1477fe7d-12c1-4dcd-b708-f1331679ff1c" providerId="ADAL" clId="{F53F870B-49DD-4E1C-9D0A-EA2D1A1D7B39}" dt="2023-05-05T12:12:55.789" v="10893" actId="478"/>
          <ac:spMkLst>
            <pc:docMk/>
            <pc:sldMk cId="3010379502" sldId="487"/>
            <ac:spMk id="3" creationId="{13C02AD1-62E4-D881-73B3-DCBDE49477FC}"/>
          </ac:spMkLst>
        </pc:spChg>
        <pc:spChg chg="mod">
          <ac:chgData name="Chris Alvin" userId="1477fe7d-12c1-4dcd-b708-f1331679ff1c" providerId="ADAL" clId="{F53F870B-49DD-4E1C-9D0A-EA2D1A1D7B39}" dt="2023-05-05T12:10:31.189" v="10511" actId="20577"/>
          <ac:spMkLst>
            <pc:docMk/>
            <pc:sldMk cId="3010379502" sldId="487"/>
            <ac:spMk id="4" creationId="{00000000-0000-0000-0000-000000000000}"/>
          </ac:spMkLst>
        </pc:spChg>
        <pc:spChg chg="mod">
          <ac:chgData name="Chris Alvin" userId="1477fe7d-12c1-4dcd-b708-f1331679ff1c" providerId="ADAL" clId="{F53F870B-49DD-4E1C-9D0A-EA2D1A1D7B39}" dt="2023-05-05T13:53:48.432" v="12464"/>
          <ac:spMkLst>
            <pc:docMk/>
            <pc:sldMk cId="3010379502" sldId="487"/>
            <ac:spMk id="5" creationId="{BC8F3B67-08FD-E95B-F444-85CFAE775DB2}"/>
          </ac:spMkLst>
        </pc:spChg>
        <pc:spChg chg="add mod">
          <ac:chgData name="Chris Alvin" userId="1477fe7d-12c1-4dcd-b708-f1331679ff1c" providerId="ADAL" clId="{F53F870B-49DD-4E1C-9D0A-EA2D1A1D7B39}" dt="2023-05-05T12:43:42.090" v="11267" actId="1076"/>
          <ac:spMkLst>
            <pc:docMk/>
            <pc:sldMk cId="3010379502" sldId="487"/>
            <ac:spMk id="6" creationId="{FE326EC2-9042-7FD4-B7A9-AEA8580F5095}"/>
          </ac:spMkLst>
        </pc:spChg>
        <pc:spChg chg="add mod">
          <ac:chgData name="Chris Alvin" userId="1477fe7d-12c1-4dcd-b708-f1331679ff1c" providerId="ADAL" clId="{F53F870B-49DD-4E1C-9D0A-EA2D1A1D7B39}" dt="2023-05-05T12:44:08.709" v="11274" actId="1076"/>
          <ac:spMkLst>
            <pc:docMk/>
            <pc:sldMk cId="3010379502" sldId="487"/>
            <ac:spMk id="9" creationId="{1C593F0A-6FBF-9239-1AB7-F9575CE95F63}"/>
          </ac:spMkLst>
        </pc:spChg>
        <pc:spChg chg="add mod">
          <ac:chgData name="Chris Alvin" userId="1477fe7d-12c1-4dcd-b708-f1331679ff1c" providerId="ADAL" clId="{F53F870B-49DD-4E1C-9D0A-EA2D1A1D7B39}" dt="2023-05-05T12:44:08.709" v="11274" actId="1076"/>
          <ac:spMkLst>
            <pc:docMk/>
            <pc:sldMk cId="3010379502" sldId="487"/>
            <ac:spMk id="10" creationId="{85CE9D4B-2ECA-2E42-6F8B-0181B88325DD}"/>
          </ac:spMkLst>
        </pc:spChg>
        <pc:spChg chg="add mod">
          <ac:chgData name="Chris Alvin" userId="1477fe7d-12c1-4dcd-b708-f1331679ff1c" providerId="ADAL" clId="{F53F870B-49DD-4E1C-9D0A-EA2D1A1D7B39}" dt="2023-05-05T12:44:08.709" v="11274" actId="1076"/>
          <ac:spMkLst>
            <pc:docMk/>
            <pc:sldMk cId="3010379502" sldId="487"/>
            <ac:spMk id="11" creationId="{83A24D37-AB42-990B-62B3-B73675BAC920}"/>
          </ac:spMkLst>
        </pc:spChg>
        <pc:spChg chg="add mod">
          <ac:chgData name="Chris Alvin" userId="1477fe7d-12c1-4dcd-b708-f1331679ff1c" providerId="ADAL" clId="{F53F870B-49DD-4E1C-9D0A-EA2D1A1D7B39}" dt="2023-05-05T12:44:08.709" v="11274" actId="1076"/>
          <ac:spMkLst>
            <pc:docMk/>
            <pc:sldMk cId="3010379502" sldId="487"/>
            <ac:spMk id="12" creationId="{CA968D87-070C-6D18-8223-D722F04F603D}"/>
          </ac:spMkLst>
        </pc:spChg>
        <pc:spChg chg="add mod">
          <ac:chgData name="Chris Alvin" userId="1477fe7d-12c1-4dcd-b708-f1331679ff1c" providerId="ADAL" clId="{F53F870B-49DD-4E1C-9D0A-EA2D1A1D7B39}" dt="2023-05-05T12:44:08.709" v="11274" actId="1076"/>
          <ac:spMkLst>
            <pc:docMk/>
            <pc:sldMk cId="3010379502" sldId="487"/>
            <ac:spMk id="13" creationId="{D725B50B-FADD-0D9A-6F5F-5A1579EB8B57}"/>
          </ac:spMkLst>
        </pc:spChg>
        <pc:spChg chg="add mod">
          <ac:chgData name="Chris Alvin" userId="1477fe7d-12c1-4dcd-b708-f1331679ff1c" providerId="ADAL" clId="{F53F870B-49DD-4E1C-9D0A-EA2D1A1D7B39}" dt="2023-05-05T12:44:08.709" v="11274" actId="1076"/>
          <ac:spMkLst>
            <pc:docMk/>
            <pc:sldMk cId="3010379502" sldId="487"/>
            <ac:spMk id="23" creationId="{223D3FC7-18EB-3505-E5A9-C9DFD2B76352}"/>
          </ac:spMkLst>
        </pc:spChg>
        <pc:spChg chg="add mod">
          <ac:chgData name="Chris Alvin" userId="1477fe7d-12c1-4dcd-b708-f1331679ff1c" providerId="ADAL" clId="{F53F870B-49DD-4E1C-9D0A-EA2D1A1D7B39}" dt="2023-05-05T12:43:11.222" v="11244" actId="571"/>
          <ac:spMkLst>
            <pc:docMk/>
            <pc:sldMk cId="3010379502" sldId="487"/>
            <ac:spMk id="25" creationId="{5ABE90C5-5CCB-9C03-5323-7047F066199C}"/>
          </ac:spMkLst>
        </pc:spChg>
        <pc:spChg chg="add mod">
          <ac:chgData name="Chris Alvin" userId="1477fe7d-12c1-4dcd-b708-f1331679ff1c" providerId="ADAL" clId="{F53F870B-49DD-4E1C-9D0A-EA2D1A1D7B39}" dt="2023-05-05T12:44:08.709" v="11274" actId="1076"/>
          <ac:spMkLst>
            <pc:docMk/>
            <pc:sldMk cId="3010379502" sldId="487"/>
            <ac:spMk id="27" creationId="{F51F369B-F1A9-F059-D6FF-0B8EEA1ACCA0}"/>
          </ac:spMkLst>
        </pc:spChg>
        <pc:spChg chg="add mod">
          <ac:chgData name="Chris Alvin" userId="1477fe7d-12c1-4dcd-b708-f1331679ff1c" providerId="ADAL" clId="{F53F870B-49DD-4E1C-9D0A-EA2D1A1D7B39}" dt="2023-05-05T12:44:08.709" v="11274" actId="1076"/>
          <ac:spMkLst>
            <pc:docMk/>
            <pc:sldMk cId="3010379502" sldId="487"/>
            <ac:spMk id="28" creationId="{D9C54192-6006-71A7-21CA-683C4F6F6F0E}"/>
          </ac:spMkLst>
        </pc:spChg>
        <pc:spChg chg="add mod">
          <ac:chgData name="Chris Alvin" userId="1477fe7d-12c1-4dcd-b708-f1331679ff1c" providerId="ADAL" clId="{F53F870B-49DD-4E1C-9D0A-EA2D1A1D7B39}" dt="2023-05-05T12:44:31.087" v="11280" actId="1076"/>
          <ac:spMkLst>
            <pc:docMk/>
            <pc:sldMk cId="3010379502" sldId="487"/>
            <ac:spMk id="33" creationId="{489E2625-6B6C-CE00-E485-9A290CCBA20A}"/>
          </ac:spMkLst>
        </pc:spChg>
        <pc:spChg chg="add mod">
          <ac:chgData name="Chris Alvin" userId="1477fe7d-12c1-4dcd-b708-f1331679ff1c" providerId="ADAL" clId="{F53F870B-49DD-4E1C-9D0A-EA2D1A1D7B39}" dt="2023-05-05T12:44:34.449" v="11281" actId="571"/>
          <ac:spMkLst>
            <pc:docMk/>
            <pc:sldMk cId="3010379502" sldId="487"/>
            <ac:spMk id="36" creationId="{546E7A83-37FC-A24E-D48E-1AC48A9D69B7}"/>
          </ac:spMkLst>
        </pc:spChg>
        <pc:spChg chg="del">
          <ac:chgData name="Chris Alvin" userId="1477fe7d-12c1-4dcd-b708-f1331679ff1c" providerId="ADAL" clId="{F53F870B-49DD-4E1C-9D0A-EA2D1A1D7B39}" dt="2023-05-05T12:12:55.789" v="10893" actId="478"/>
          <ac:spMkLst>
            <pc:docMk/>
            <pc:sldMk cId="3010379502" sldId="487"/>
            <ac:spMk id="37" creationId="{3AA31019-75AD-B0E9-A7B8-5CFE10643F2E}"/>
          </ac:spMkLst>
        </pc:spChg>
        <pc:spChg chg="add mod">
          <ac:chgData name="Chris Alvin" userId="1477fe7d-12c1-4dcd-b708-f1331679ff1c" providerId="ADAL" clId="{F53F870B-49DD-4E1C-9D0A-EA2D1A1D7B39}" dt="2023-05-05T12:44:46.225" v="11287" actId="6549"/>
          <ac:spMkLst>
            <pc:docMk/>
            <pc:sldMk cId="3010379502" sldId="487"/>
            <ac:spMk id="39" creationId="{08FA2964-B745-E3FF-3BF6-6805D37026F4}"/>
          </ac:spMkLst>
        </pc:spChg>
        <pc:spChg chg="add mod">
          <ac:chgData name="Chris Alvin" userId="1477fe7d-12c1-4dcd-b708-f1331679ff1c" providerId="ADAL" clId="{F53F870B-49DD-4E1C-9D0A-EA2D1A1D7B39}" dt="2023-05-05T12:44:53.075" v="11291" actId="6549"/>
          <ac:spMkLst>
            <pc:docMk/>
            <pc:sldMk cId="3010379502" sldId="487"/>
            <ac:spMk id="40" creationId="{6AE86D26-0378-199D-B213-98967920C3B2}"/>
          </ac:spMkLst>
        </pc:spChg>
        <pc:spChg chg="add mod">
          <ac:chgData name="Chris Alvin" userId="1477fe7d-12c1-4dcd-b708-f1331679ff1c" providerId="ADAL" clId="{F53F870B-49DD-4E1C-9D0A-EA2D1A1D7B39}" dt="2023-05-05T12:45:30.864" v="11301" actId="207"/>
          <ac:spMkLst>
            <pc:docMk/>
            <pc:sldMk cId="3010379502" sldId="487"/>
            <ac:spMk id="41" creationId="{72BACA9A-3136-6A27-04AD-9BE89F358376}"/>
          </ac:spMkLst>
        </pc:spChg>
        <pc:spChg chg="add mod">
          <ac:chgData name="Chris Alvin" userId="1477fe7d-12c1-4dcd-b708-f1331679ff1c" providerId="ADAL" clId="{F53F870B-49DD-4E1C-9D0A-EA2D1A1D7B39}" dt="2023-05-05T12:45:30.864" v="11301" actId="207"/>
          <ac:spMkLst>
            <pc:docMk/>
            <pc:sldMk cId="3010379502" sldId="487"/>
            <ac:spMk id="42" creationId="{595BCAA8-7CBE-75FF-E7F8-02344F8A59A3}"/>
          </ac:spMkLst>
        </pc:spChg>
        <pc:spChg chg="add mod">
          <ac:chgData name="Chris Alvin" userId="1477fe7d-12c1-4dcd-b708-f1331679ff1c" providerId="ADAL" clId="{F53F870B-49DD-4E1C-9D0A-EA2D1A1D7B39}" dt="2023-05-05T12:45:30.864" v="11301" actId="207"/>
          <ac:spMkLst>
            <pc:docMk/>
            <pc:sldMk cId="3010379502" sldId="487"/>
            <ac:spMk id="43" creationId="{DD6F620F-96ED-FE64-1EDA-1DD5A7460899}"/>
          </ac:spMkLst>
        </pc:spChg>
        <pc:spChg chg="add mod">
          <ac:chgData name="Chris Alvin" userId="1477fe7d-12c1-4dcd-b708-f1331679ff1c" providerId="ADAL" clId="{F53F870B-49DD-4E1C-9D0A-EA2D1A1D7B39}" dt="2023-05-05T12:45:30.864" v="11301" actId="207"/>
          <ac:spMkLst>
            <pc:docMk/>
            <pc:sldMk cId="3010379502" sldId="487"/>
            <ac:spMk id="44" creationId="{BB47DFF1-A2CD-5509-D827-CE00ED0D5A90}"/>
          </ac:spMkLst>
        </pc:spChg>
        <pc:spChg chg="add mod">
          <ac:chgData name="Chris Alvin" userId="1477fe7d-12c1-4dcd-b708-f1331679ff1c" providerId="ADAL" clId="{F53F870B-49DD-4E1C-9D0A-EA2D1A1D7B39}" dt="2023-05-05T13:22:12.172" v="12138" actId="207"/>
          <ac:spMkLst>
            <pc:docMk/>
            <pc:sldMk cId="3010379502" sldId="487"/>
            <ac:spMk id="46" creationId="{C106D108-D90C-2897-4E91-DA6FA601F6F2}"/>
          </ac:spMkLst>
        </pc:spChg>
        <pc:grpChg chg="del">
          <ac:chgData name="Chris Alvin" userId="1477fe7d-12c1-4dcd-b708-f1331679ff1c" providerId="ADAL" clId="{F53F870B-49DD-4E1C-9D0A-EA2D1A1D7B39}" dt="2023-05-05T12:13:00.693" v="10894" actId="478"/>
          <ac:grpSpMkLst>
            <pc:docMk/>
            <pc:sldMk cId="3010379502" sldId="487"/>
            <ac:grpSpMk id="24" creationId="{CACADBA5-3ADF-2F4C-B2EE-BE3D66EF2F4B}"/>
          </ac:grpSpMkLst>
        </pc:grpChg>
        <pc:grpChg chg="del">
          <ac:chgData name="Chris Alvin" userId="1477fe7d-12c1-4dcd-b708-f1331679ff1c" providerId="ADAL" clId="{F53F870B-49DD-4E1C-9D0A-EA2D1A1D7B39}" dt="2023-05-05T12:13:00.693" v="10894" actId="478"/>
          <ac:grpSpMkLst>
            <pc:docMk/>
            <pc:sldMk cId="3010379502" sldId="487"/>
            <ac:grpSpMk id="38" creationId="{0C05A8E0-0E9D-33B9-ADF8-4FDBC54B4FA8}"/>
          </ac:grpSpMkLst>
        </pc:grpChg>
      </pc:sldChg>
      <pc:sldChg chg="addSp delSp modSp add mod">
        <pc:chgData name="Chris Alvin" userId="1477fe7d-12c1-4dcd-b708-f1331679ff1c" providerId="ADAL" clId="{F53F870B-49DD-4E1C-9D0A-EA2D1A1D7B39}" dt="2023-05-22T13:01:17.698" v="15358" actId="1076"/>
        <pc:sldMkLst>
          <pc:docMk/>
          <pc:sldMk cId="4221487685" sldId="488"/>
        </pc:sldMkLst>
        <pc:spChg chg="mod">
          <ac:chgData name="Chris Alvin" userId="1477fe7d-12c1-4dcd-b708-f1331679ff1c" providerId="ADAL" clId="{F53F870B-49DD-4E1C-9D0A-EA2D1A1D7B39}" dt="2023-05-05T13:06:00.592" v="11761" actId="1076"/>
          <ac:spMkLst>
            <pc:docMk/>
            <pc:sldMk cId="4221487685" sldId="488"/>
            <ac:spMk id="2" creationId="{1FD62B56-4214-C78A-25E9-E8DE630B7E6A}"/>
          </ac:spMkLst>
        </pc:spChg>
        <pc:spChg chg="add mod">
          <ac:chgData name="Chris Alvin" userId="1477fe7d-12c1-4dcd-b708-f1331679ff1c" providerId="ADAL" clId="{F53F870B-49DD-4E1C-9D0A-EA2D1A1D7B39}" dt="2023-05-22T12:46:36.181" v="15027" actId="1076"/>
          <ac:spMkLst>
            <pc:docMk/>
            <pc:sldMk cId="4221487685" sldId="488"/>
            <ac:spMk id="3" creationId="{5E06319A-B3CE-FFFB-5A07-6F3274022B18}"/>
          </ac:spMkLst>
        </pc:spChg>
        <pc:spChg chg="mod">
          <ac:chgData name="Chris Alvin" userId="1477fe7d-12c1-4dcd-b708-f1331679ff1c" providerId="ADAL" clId="{F53F870B-49DD-4E1C-9D0A-EA2D1A1D7B39}" dt="2023-05-05T13:12:19.708" v="11880" actId="20577"/>
          <ac:spMkLst>
            <pc:docMk/>
            <pc:sldMk cId="4221487685" sldId="488"/>
            <ac:spMk id="4" creationId="{00000000-0000-0000-0000-000000000000}"/>
          </ac:spMkLst>
        </pc:spChg>
        <pc:spChg chg="del">
          <ac:chgData name="Chris Alvin" userId="1477fe7d-12c1-4dcd-b708-f1331679ff1c" providerId="ADAL" clId="{F53F870B-49DD-4E1C-9D0A-EA2D1A1D7B39}" dt="2023-05-05T12:49:23.028" v="11377" actId="478"/>
          <ac:spMkLst>
            <pc:docMk/>
            <pc:sldMk cId="4221487685" sldId="488"/>
            <ac:spMk id="5" creationId="{BC8F3B67-08FD-E95B-F444-85CFAE775DB2}"/>
          </ac:spMkLst>
        </pc:spChg>
        <pc:spChg chg="add del mod">
          <ac:chgData name="Chris Alvin" userId="1477fe7d-12c1-4dcd-b708-f1331679ff1c" providerId="ADAL" clId="{F53F870B-49DD-4E1C-9D0A-EA2D1A1D7B39}" dt="2023-05-22T12:57:32.328" v="15328" actId="571"/>
          <ac:spMkLst>
            <pc:docMk/>
            <pc:sldMk cId="4221487685" sldId="488"/>
            <ac:spMk id="6" creationId="{7506B205-4FF7-65D5-2DEF-E5326566ECC1}"/>
          </ac:spMkLst>
        </pc:spChg>
        <pc:spChg chg="del">
          <ac:chgData name="Chris Alvin" userId="1477fe7d-12c1-4dcd-b708-f1331679ff1c" providerId="ADAL" clId="{F53F870B-49DD-4E1C-9D0A-EA2D1A1D7B39}" dt="2023-05-05T12:53:01.845" v="11499" actId="478"/>
          <ac:spMkLst>
            <pc:docMk/>
            <pc:sldMk cId="4221487685" sldId="488"/>
            <ac:spMk id="6" creationId="{FE326EC2-9042-7FD4-B7A9-AEA8580F5095}"/>
          </ac:spMkLst>
        </pc:spChg>
        <pc:spChg chg="add del mod">
          <ac:chgData name="Chris Alvin" userId="1477fe7d-12c1-4dcd-b708-f1331679ff1c" providerId="ADAL" clId="{F53F870B-49DD-4E1C-9D0A-EA2D1A1D7B39}" dt="2023-05-22T12:57:32.328" v="15328" actId="571"/>
          <ac:spMkLst>
            <pc:docMk/>
            <pc:sldMk cId="4221487685" sldId="488"/>
            <ac:spMk id="7" creationId="{4DF36EAD-1DF4-0461-A190-6A2CA007259C}"/>
          </ac:spMkLst>
        </pc:spChg>
        <pc:spChg chg="add mod">
          <ac:chgData name="Chris Alvin" userId="1477fe7d-12c1-4dcd-b708-f1331679ff1c" providerId="ADAL" clId="{F53F870B-49DD-4E1C-9D0A-EA2D1A1D7B39}" dt="2023-05-05T12:49:38.446" v="11396" actId="571"/>
          <ac:spMkLst>
            <pc:docMk/>
            <pc:sldMk cId="4221487685" sldId="488"/>
            <ac:spMk id="7" creationId="{C28636B9-E476-57A4-4647-FA4A32CBA354}"/>
          </ac:spMkLst>
        </pc:spChg>
        <pc:spChg chg="add mod">
          <ac:chgData name="Chris Alvin" userId="1477fe7d-12c1-4dcd-b708-f1331679ff1c" providerId="ADAL" clId="{F53F870B-49DD-4E1C-9D0A-EA2D1A1D7B39}" dt="2023-05-22T12:46:38.829" v="15028" actId="1076"/>
          <ac:spMkLst>
            <pc:docMk/>
            <pc:sldMk cId="4221487685" sldId="488"/>
            <ac:spMk id="8" creationId="{9B0A72AE-FE44-8CAD-7B6A-BBC7E937E25C}"/>
          </ac:spMkLst>
        </pc:spChg>
        <pc:spChg chg="del">
          <ac:chgData name="Chris Alvin" userId="1477fe7d-12c1-4dcd-b708-f1331679ff1c" providerId="ADAL" clId="{F53F870B-49DD-4E1C-9D0A-EA2D1A1D7B39}" dt="2023-05-05T12:53:01.845" v="11499" actId="478"/>
          <ac:spMkLst>
            <pc:docMk/>
            <pc:sldMk cId="4221487685" sldId="488"/>
            <ac:spMk id="9" creationId="{1C593F0A-6FBF-9239-1AB7-F9575CE95F63}"/>
          </ac:spMkLst>
        </pc:spChg>
        <pc:spChg chg="add del mod">
          <ac:chgData name="Chris Alvin" userId="1477fe7d-12c1-4dcd-b708-f1331679ff1c" providerId="ADAL" clId="{F53F870B-49DD-4E1C-9D0A-EA2D1A1D7B39}" dt="2023-05-22T12:57:32.328" v="15328" actId="571"/>
          <ac:spMkLst>
            <pc:docMk/>
            <pc:sldMk cId="4221487685" sldId="488"/>
            <ac:spMk id="9" creationId="{37526E5D-B1F1-C73B-4004-795172EEE133}"/>
          </ac:spMkLst>
        </pc:spChg>
        <pc:spChg chg="del">
          <ac:chgData name="Chris Alvin" userId="1477fe7d-12c1-4dcd-b708-f1331679ff1c" providerId="ADAL" clId="{F53F870B-49DD-4E1C-9D0A-EA2D1A1D7B39}" dt="2023-05-05T12:53:01.845" v="11499" actId="478"/>
          <ac:spMkLst>
            <pc:docMk/>
            <pc:sldMk cId="4221487685" sldId="488"/>
            <ac:spMk id="10" creationId="{85CE9D4B-2ECA-2E42-6F8B-0181B88325DD}"/>
          </ac:spMkLst>
        </pc:spChg>
        <pc:spChg chg="add del mod">
          <ac:chgData name="Chris Alvin" userId="1477fe7d-12c1-4dcd-b708-f1331679ff1c" providerId="ADAL" clId="{F53F870B-49DD-4E1C-9D0A-EA2D1A1D7B39}" dt="2023-05-22T12:57:32.328" v="15328" actId="571"/>
          <ac:spMkLst>
            <pc:docMk/>
            <pc:sldMk cId="4221487685" sldId="488"/>
            <ac:spMk id="10" creationId="{B40E4CC7-036F-8D3F-45D8-0E9BA1853B18}"/>
          </ac:spMkLst>
        </pc:spChg>
        <pc:spChg chg="add del mod">
          <ac:chgData name="Chris Alvin" userId="1477fe7d-12c1-4dcd-b708-f1331679ff1c" providerId="ADAL" clId="{F53F870B-49DD-4E1C-9D0A-EA2D1A1D7B39}" dt="2023-05-22T12:57:32.328" v="15328" actId="571"/>
          <ac:spMkLst>
            <pc:docMk/>
            <pc:sldMk cId="4221487685" sldId="488"/>
            <ac:spMk id="11" creationId="{7893744E-1209-DEE5-CA91-AEF46F9A3BDA}"/>
          </ac:spMkLst>
        </pc:spChg>
        <pc:spChg chg="del">
          <ac:chgData name="Chris Alvin" userId="1477fe7d-12c1-4dcd-b708-f1331679ff1c" providerId="ADAL" clId="{F53F870B-49DD-4E1C-9D0A-EA2D1A1D7B39}" dt="2023-05-05T12:53:01.845" v="11499" actId="478"/>
          <ac:spMkLst>
            <pc:docMk/>
            <pc:sldMk cId="4221487685" sldId="488"/>
            <ac:spMk id="11" creationId="{83A24D37-AB42-990B-62B3-B73675BAC920}"/>
          </ac:spMkLst>
        </pc:spChg>
        <pc:spChg chg="add mod">
          <ac:chgData name="Chris Alvin" userId="1477fe7d-12c1-4dcd-b708-f1331679ff1c" providerId="ADAL" clId="{F53F870B-49DD-4E1C-9D0A-EA2D1A1D7B39}" dt="2023-05-22T13:01:15.949" v="15357" actId="164"/>
          <ac:spMkLst>
            <pc:docMk/>
            <pc:sldMk cId="4221487685" sldId="488"/>
            <ac:spMk id="12" creationId="{1FA2D8CC-D07C-C97F-8961-AC87EF9E01AA}"/>
          </ac:spMkLst>
        </pc:spChg>
        <pc:spChg chg="del">
          <ac:chgData name="Chris Alvin" userId="1477fe7d-12c1-4dcd-b708-f1331679ff1c" providerId="ADAL" clId="{F53F870B-49DD-4E1C-9D0A-EA2D1A1D7B39}" dt="2023-05-05T12:53:01.845" v="11499" actId="478"/>
          <ac:spMkLst>
            <pc:docMk/>
            <pc:sldMk cId="4221487685" sldId="488"/>
            <ac:spMk id="12" creationId="{CA968D87-070C-6D18-8223-D722F04F603D}"/>
          </ac:spMkLst>
        </pc:spChg>
        <pc:spChg chg="add mod">
          <ac:chgData name="Chris Alvin" userId="1477fe7d-12c1-4dcd-b708-f1331679ff1c" providerId="ADAL" clId="{F53F870B-49DD-4E1C-9D0A-EA2D1A1D7B39}" dt="2023-05-22T13:01:15.949" v="15357" actId="164"/>
          <ac:spMkLst>
            <pc:docMk/>
            <pc:sldMk cId="4221487685" sldId="488"/>
            <ac:spMk id="13" creationId="{903256D8-5CE0-CC05-D0CB-56A22D20990C}"/>
          </ac:spMkLst>
        </pc:spChg>
        <pc:spChg chg="del">
          <ac:chgData name="Chris Alvin" userId="1477fe7d-12c1-4dcd-b708-f1331679ff1c" providerId="ADAL" clId="{F53F870B-49DD-4E1C-9D0A-EA2D1A1D7B39}" dt="2023-05-05T12:53:01.845" v="11499" actId="478"/>
          <ac:spMkLst>
            <pc:docMk/>
            <pc:sldMk cId="4221487685" sldId="488"/>
            <ac:spMk id="13" creationId="{D725B50B-FADD-0D9A-6F5F-5A1579EB8B57}"/>
          </ac:spMkLst>
        </pc:spChg>
        <pc:spChg chg="add mod">
          <ac:chgData name="Chris Alvin" userId="1477fe7d-12c1-4dcd-b708-f1331679ff1c" providerId="ADAL" clId="{F53F870B-49DD-4E1C-9D0A-EA2D1A1D7B39}" dt="2023-05-22T12:46:43.310" v="15029" actId="1076"/>
          <ac:spMkLst>
            <pc:docMk/>
            <pc:sldMk cId="4221487685" sldId="488"/>
            <ac:spMk id="14" creationId="{6B68C694-511B-DB76-35BF-251003775E0A}"/>
          </ac:spMkLst>
        </pc:spChg>
        <pc:spChg chg="add del mod">
          <ac:chgData name="Chris Alvin" userId="1477fe7d-12c1-4dcd-b708-f1331679ff1c" providerId="ADAL" clId="{F53F870B-49DD-4E1C-9D0A-EA2D1A1D7B39}" dt="2023-05-05T13:16:43.454" v="11940" actId="478"/>
          <ac:spMkLst>
            <pc:docMk/>
            <pc:sldMk cId="4221487685" sldId="488"/>
            <ac:spMk id="15" creationId="{CCBCF56B-B95F-5C99-03E2-AF6AB627AD02}"/>
          </ac:spMkLst>
        </pc:spChg>
        <pc:spChg chg="add del mod">
          <ac:chgData name="Chris Alvin" userId="1477fe7d-12c1-4dcd-b708-f1331679ff1c" providerId="ADAL" clId="{F53F870B-49DD-4E1C-9D0A-EA2D1A1D7B39}" dt="2023-05-05T13:16:43.454" v="11940" actId="478"/>
          <ac:spMkLst>
            <pc:docMk/>
            <pc:sldMk cId="4221487685" sldId="488"/>
            <ac:spMk id="16" creationId="{7CD9E4D0-3F96-2C32-C304-398D772B2C50}"/>
          </ac:spMkLst>
        </pc:spChg>
        <pc:spChg chg="add mod">
          <ac:chgData name="Chris Alvin" userId="1477fe7d-12c1-4dcd-b708-f1331679ff1c" providerId="ADAL" clId="{F53F870B-49DD-4E1C-9D0A-EA2D1A1D7B39}" dt="2023-05-22T13:01:15.949" v="15357" actId="164"/>
          <ac:spMkLst>
            <pc:docMk/>
            <pc:sldMk cId="4221487685" sldId="488"/>
            <ac:spMk id="16" creationId="{BF6155F7-7577-CBD6-6ADF-B1209F7A837A}"/>
          </ac:spMkLst>
        </pc:spChg>
        <pc:spChg chg="add del mod">
          <ac:chgData name="Chris Alvin" userId="1477fe7d-12c1-4dcd-b708-f1331679ff1c" providerId="ADAL" clId="{F53F870B-49DD-4E1C-9D0A-EA2D1A1D7B39}" dt="2023-05-05T13:16:43.454" v="11940" actId="478"/>
          <ac:spMkLst>
            <pc:docMk/>
            <pc:sldMk cId="4221487685" sldId="488"/>
            <ac:spMk id="17" creationId="{13106A2C-B8DD-FD76-9AE3-3647ABDAEFE6}"/>
          </ac:spMkLst>
        </pc:spChg>
        <pc:spChg chg="add mod">
          <ac:chgData name="Chris Alvin" userId="1477fe7d-12c1-4dcd-b708-f1331679ff1c" providerId="ADAL" clId="{F53F870B-49DD-4E1C-9D0A-EA2D1A1D7B39}" dt="2023-05-22T13:01:15.949" v="15357" actId="164"/>
          <ac:spMkLst>
            <pc:docMk/>
            <pc:sldMk cId="4221487685" sldId="488"/>
            <ac:spMk id="17" creationId="{2316D407-0E4B-0D3C-D46F-A2F42F1634CC}"/>
          </ac:spMkLst>
        </pc:spChg>
        <pc:spChg chg="add del mod">
          <ac:chgData name="Chris Alvin" userId="1477fe7d-12c1-4dcd-b708-f1331679ff1c" providerId="ADAL" clId="{F53F870B-49DD-4E1C-9D0A-EA2D1A1D7B39}" dt="2023-05-05T13:16:43.454" v="11940" actId="478"/>
          <ac:spMkLst>
            <pc:docMk/>
            <pc:sldMk cId="4221487685" sldId="488"/>
            <ac:spMk id="18" creationId="{9248CEA2-FBDC-F79C-5551-3EC9654C780F}"/>
          </ac:spMkLst>
        </pc:spChg>
        <pc:spChg chg="del">
          <ac:chgData name="Chris Alvin" userId="1477fe7d-12c1-4dcd-b708-f1331679ff1c" providerId="ADAL" clId="{F53F870B-49DD-4E1C-9D0A-EA2D1A1D7B39}" dt="2023-05-05T12:53:01.845" v="11499" actId="478"/>
          <ac:spMkLst>
            <pc:docMk/>
            <pc:sldMk cId="4221487685" sldId="488"/>
            <ac:spMk id="23" creationId="{223D3FC7-18EB-3505-E5A9-C9DFD2B76352}"/>
          </ac:spMkLst>
        </pc:spChg>
        <pc:spChg chg="add del mod">
          <ac:chgData name="Chris Alvin" userId="1477fe7d-12c1-4dcd-b708-f1331679ff1c" providerId="ADAL" clId="{F53F870B-49DD-4E1C-9D0A-EA2D1A1D7B39}" dt="2023-05-05T13:16:43.454" v="11940" actId="478"/>
          <ac:spMkLst>
            <pc:docMk/>
            <pc:sldMk cId="4221487685" sldId="488"/>
            <ac:spMk id="24" creationId="{C4E37E46-8FED-BBB7-91E6-46C9230E7281}"/>
          </ac:spMkLst>
        </pc:spChg>
        <pc:spChg chg="add del mod">
          <ac:chgData name="Chris Alvin" userId="1477fe7d-12c1-4dcd-b708-f1331679ff1c" providerId="ADAL" clId="{F53F870B-49DD-4E1C-9D0A-EA2D1A1D7B39}" dt="2023-05-05T13:16:43.454" v="11940" actId="478"/>
          <ac:spMkLst>
            <pc:docMk/>
            <pc:sldMk cId="4221487685" sldId="488"/>
            <ac:spMk id="25" creationId="{E19E23F2-86B3-0F96-6B4F-DC0A4A39EEB8}"/>
          </ac:spMkLst>
        </pc:spChg>
        <pc:spChg chg="add mod">
          <ac:chgData name="Chris Alvin" userId="1477fe7d-12c1-4dcd-b708-f1331679ff1c" providerId="ADAL" clId="{F53F870B-49DD-4E1C-9D0A-EA2D1A1D7B39}" dt="2023-05-22T12:46:50.024" v="15030" actId="1076"/>
          <ac:spMkLst>
            <pc:docMk/>
            <pc:sldMk cId="4221487685" sldId="488"/>
            <ac:spMk id="26" creationId="{C886D7FA-D8D9-6EBE-BC42-64BD86FD79E1}"/>
          </ac:spMkLst>
        </pc:spChg>
        <pc:spChg chg="del">
          <ac:chgData name="Chris Alvin" userId="1477fe7d-12c1-4dcd-b708-f1331679ff1c" providerId="ADAL" clId="{F53F870B-49DD-4E1C-9D0A-EA2D1A1D7B39}" dt="2023-05-05T12:53:01.845" v="11499" actId="478"/>
          <ac:spMkLst>
            <pc:docMk/>
            <pc:sldMk cId="4221487685" sldId="488"/>
            <ac:spMk id="27" creationId="{F51F369B-F1A9-F059-D6FF-0B8EEA1ACCA0}"/>
          </ac:spMkLst>
        </pc:spChg>
        <pc:spChg chg="del">
          <ac:chgData name="Chris Alvin" userId="1477fe7d-12c1-4dcd-b708-f1331679ff1c" providerId="ADAL" clId="{F53F870B-49DD-4E1C-9D0A-EA2D1A1D7B39}" dt="2023-05-05T12:53:01.845" v="11499" actId="478"/>
          <ac:spMkLst>
            <pc:docMk/>
            <pc:sldMk cId="4221487685" sldId="488"/>
            <ac:spMk id="28" creationId="{D9C54192-6006-71A7-21CA-683C4F6F6F0E}"/>
          </ac:spMkLst>
        </pc:spChg>
        <pc:spChg chg="add mod">
          <ac:chgData name="Chris Alvin" userId="1477fe7d-12c1-4dcd-b708-f1331679ff1c" providerId="ADAL" clId="{F53F870B-49DD-4E1C-9D0A-EA2D1A1D7B39}" dt="2023-05-22T12:46:50.024" v="15030" actId="1076"/>
          <ac:spMkLst>
            <pc:docMk/>
            <pc:sldMk cId="4221487685" sldId="488"/>
            <ac:spMk id="29" creationId="{93548E3E-3E67-4330-5C4D-5D677FF363C7}"/>
          </ac:spMkLst>
        </pc:spChg>
        <pc:spChg chg="add mod">
          <ac:chgData name="Chris Alvin" userId="1477fe7d-12c1-4dcd-b708-f1331679ff1c" providerId="ADAL" clId="{F53F870B-49DD-4E1C-9D0A-EA2D1A1D7B39}" dt="2023-05-05T13:18:04.910" v="12015" actId="571"/>
          <ac:spMkLst>
            <pc:docMk/>
            <pc:sldMk cId="4221487685" sldId="488"/>
            <ac:spMk id="30" creationId="{52485BC1-D6D4-245D-E478-4FED21CDB5F6}"/>
          </ac:spMkLst>
        </pc:spChg>
        <pc:spChg chg="add mod">
          <ac:chgData name="Chris Alvin" userId="1477fe7d-12c1-4dcd-b708-f1331679ff1c" providerId="ADAL" clId="{F53F870B-49DD-4E1C-9D0A-EA2D1A1D7B39}" dt="2023-05-22T12:47:05.561" v="15042" actId="20577"/>
          <ac:spMkLst>
            <pc:docMk/>
            <pc:sldMk cId="4221487685" sldId="488"/>
            <ac:spMk id="31" creationId="{62E889BC-15E7-1987-7654-1427BDC97E12}"/>
          </ac:spMkLst>
        </pc:spChg>
        <pc:spChg chg="del">
          <ac:chgData name="Chris Alvin" userId="1477fe7d-12c1-4dcd-b708-f1331679ff1c" providerId="ADAL" clId="{F53F870B-49DD-4E1C-9D0A-EA2D1A1D7B39}" dt="2023-05-05T12:53:01.845" v="11499" actId="478"/>
          <ac:spMkLst>
            <pc:docMk/>
            <pc:sldMk cId="4221487685" sldId="488"/>
            <ac:spMk id="33" creationId="{489E2625-6B6C-CE00-E485-9A290CCBA20A}"/>
          </ac:spMkLst>
        </pc:spChg>
        <pc:spChg chg="add mod">
          <ac:chgData name="Chris Alvin" userId="1477fe7d-12c1-4dcd-b708-f1331679ff1c" providerId="ADAL" clId="{F53F870B-49DD-4E1C-9D0A-EA2D1A1D7B39}" dt="2023-05-22T12:50:38.353" v="15202" actId="1076"/>
          <ac:spMkLst>
            <pc:docMk/>
            <pc:sldMk cId="4221487685" sldId="488"/>
            <ac:spMk id="34" creationId="{79CC6366-1E1E-E797-45CB-1049865DA078}"/>
          </ac:spMkLst>
        </pc:spChg>
        <pc:spChg chg="del">
          <ac:chgData name="Chris Alvin" userId="1477fe7d-12c1-4dcd-b708-f1331679ff1c" providerId="ADAL" clId="{F53F870B-49DD-4E1C-9D0A-EA2D1A1D7B39}" dt="2023-05-05T12:53:01.845" v="11499" actId="478"/>
          <ac:spMkLst>
            <pc:docMk/>
            <pc:sldMk cId="4221487685" sldId="488"/>
            <ac:spMk id="36" creationId="{546E7A83-37FC-A24E-D48E-1AC48A9D69B7}"/>
          </ac:spMkLst>
        </pc:spChg>
        <pc:spChg chg="add del mod">
          <ac:chgData name="Chris Alvin" userId="1477fe7d-12c1-4dcd-b708-f1331679ff1c" providerId="ADAL" clId="{F53F870B-49DD-4E1C-9D0A-EA2D1A1D7B39}" dt="2023-05-05T13:26:49.332" v="12170" actId="478"/>
          <ac:spMkLst>
            <pc:docMk/>
            <pc:sldMk cId="4221487685" sldId="488"/>
            <ac:spMk id="38" creationId="{7218B590-0521-7361-C8B7-F1F46A467B55}"/>
          </ac:spMkLst>
        </pc:spChg>
        <pc:spChg chg="del">
          <ac:chgData name="Chris Alvin" userId="1477fe7d-12c1-4dcd-b708-f1331679ff1c" providerId="ADAL" clId="{F53F870B-49DD-4E1C-9D0A-EA2D1A1D7B39}" dt="2023-05-05T12:53:01.845" v="11499" actId="478"/>
          <ac:spMkLst>
            <pc:docMk/>
            <pc:sldMk cId="4221487685" sldId="488"/>
            <ac:spMk id="39" creationId="{08FA2964-B745-E3FF-3BF6-6805D37026F4}"/>
          </ac:spMkLst>
        </pc:spChg>
        <pc:spChg chg="del">
          <ac:chgData name="Chris Alvin" userId="1477fe7d-12c1-4dcd-b708-f1331679ff1c" providerId="ADAL" clId="{F53F870B-49DD-4E1C-9D0A-EA2D1A1D7B39}" dt="2023-05-05T12:53:01.845" v="11499" actId="478"/>
          <ac:spMkLst>
            <pc:docMk/>
            <pc:sldMk cId="4221487685" sldId="488"/>
            <ac:spMk id="40" creationId="{6AE86D26-0378-199D-B213-98967920C3B2}"/>
          </ac:spMkLst>
        </pc:spChg>
        <pc:spChg chg="del">
          <ac:chgData name="Chris Alvin" userId="1477fe7d-12c1-4dcd-b708-f1331679ff1c" providerId="ADAL" clId="{F53F870B-49DD-4E1C-9D0A-EA2D1A1D7B39}" dt="2023-05-05T12:53:01.845" v="11499" actId="478"/>
          <ac:spMkLst>
            <pc:docMk/>
            <pc:sldMk cId="4221487685" sldId="488"/>
            <ac:spMk id="41" creationId="{72BACA9A-3136-6A27-04AD-9BE89F358376}"/>
          </ac:spMkLst>
        </pc:spChg>
        <pc:spChg chg="del">
          <ac:chgData name="Chris Alvin" userId="1477fe7d-12c1-4dcd-b708-f1331679ff1c" providerId="ADAL" clId="{F53F870B-49DD-4E1C-9D0A-EA2D1A1D7B39}" dt="2023-05-05T12:53:01.845" v="11499" actId="478"/>
          <ac:spMkLst>
            <pc:docMk/>
            <pc:sldMk cId="4221487685" sldId="488"/>
            <ac:spMk id="42" creationId="{595BCAA8-7CBE-75FF-E7F8-02344F8A59A3}"/>
          </ac:spMkLst>
        </pc:spChg>
        <pc:spChg chg="del">
          <ac:chgData name="Chris Alvin" userId="1477fe7d-12c1-4dcd-b708-f1331679ff1c" providerId="ADAL" clId="{F53F870B-49DD-4E1C-9D0A-EA2D1A1D7B39}" dt="2023-05-05T12:53:01.845" v="11499" actId="478"/>
          <ac:spMkLst>
            <pc:docMk/>
            <pc:sldMk cId="4221487685" sldId="488"/>
            <ac:spMk id="43" creationId="{DD6F620F-96ED-FE64-1EDA-1DD5A7460899}"/>
          </ac:spMkLst>
        </pc:spChg>
        <pc:spChg chg="del">
          <ac:chgData name="Chris Alvin" userId="1477fe7d-12c1-4dcd-b708-f1331679ff1c" providerId="ADAL" clId="{F53F870B-49DD-4E1C-9D0A-EA2D1A1D7B39}" dt="2023-05-05T12:53:01.845" v="11499" actId="478"/>
          <ac:spMkLst>
            <pc:docMk/>
            <pc:sldMk cId="4221487685" sldId="488"/>
            <ac:spMk id="44" creationId="{BB47DFF1-A2CD-5509-D827-CE00ED0D5A90}"/>
          </ac:spMkLst>
        </pc:spChg>
        <pc:spChg chg="add del mod">
          <ac:chgData name="Chris Alvin" userId="1477fe7d-12c1-4dcd-b708-f1331679ff1c" providerId="ADAL" clId="{F53F870B-49DD-4E1C-9D0A-EA2D1A1D7B39}" dt="2023-05-05T13:30:33.948" v="12207" actId="478"/>
          <ac:spMkLst>
            <pc:docMk/>
            <pc:sldMk cId="4221487685" sldId="488"/>
            <ac:spMk id="45" creationId="{8AD37B49-39D9-5E41-AD21-355677A05A7F}"/>
          </ac:spMkLst>
        </pc:spChg>
        <pc:spChg chg="add del mod">
          <ac:chgData name="Chris Alvin" userId="1477fe7d-12c1-4dcd-b708-f1331679ff1c" providerId="ADAL" clId="{F53F870B-49DD-4E1C-9D0A-EA2D1A1D7B39}" dt="2023-05-05T13:26:49.332" v="12170" actId="478"/>
          <ac:spMkLst>
            <pc:docMk/>
            <pc:sldMk cId="4221487685" sldId="488"/>
            <ac:spMk id="46" creationId="{A5A5F233-5459-306C-72C2-8AEE2087D7D8}"/>
          </ac:spMkLst>
        </pc:spChg>
        <pc:spChg chg="add del mod topLvl">
          <ac:chgData name="Chris Alvin" userId="1477fe7d-12c1-4dcd-b708-f1331679ff1c" providerId="ADAL" clId="{F53F870B-49DD-4E1C-9D0A-EA2D1A1D7B39}" dt="2023-05-22T12:59:58.621" v="15347" actId="478"/>
          <ac:spMkLst>
            <pc:docMk/>
            <pc:sldMk cId="4221487685" sldId="488"/>
            <ac:spMk id="47" creationId="{0C96AE75-CF21-26E7-24F6-0EC0A6115966}"/>
          </ac:spMkLst>
        </pc:spChg>
        <pc:spChg chg="add mod">
          <ac:chgData name="Chris Alvin" userId="1477fe7d-12c1-4dcd-b708-f1331679ff1c" providerId="ADAL" clId="{F53F870B-49DD-4E1C-9D0A-EA2D1A1D7B39}" dt="2023-05-05T13:26:19.383" v="12168" actId="571"/>
          <ac:spMkLst>
            <pc:docMk/>
            <pc:sldMk cId="4221487685" sldId="488"/>
            <ac:spMk id="48" creationId="{CE88022A-7D66-72CC-00CF-F388068B3412}"/>
          </ac:spMkLst>
        </pc:spChg>
        <pc:spChg chg="add del mod topLvl">
          <ac:chgData name="Chris Alvin" userId="1477fe7d-12c1-4dcd-b708-f1331679ff1c" providerId="ADAL" clId="{F53F870B-49DD-4E1C-9D0A-EA2D1A1D7B39}" dt="2023-05-05T13:39:49.687" v="12303" actId="478"/>
          <ac:spMkLst>
            <pc:docMk/>
            <pc:sldMk cId="4221487685" sldId="488"/>
            <ac:spMk id="49" creationId="{059BFFFF-C7BF-6A8C-5D37-5086940BA60B}"/>
          </ac:spMkLst>
        </pc:spChg>
        <pc:spChg chg="add del mod topLvl">
          <ac:chgData name="Chris Alvin" userId="1477fe7d-12c1-4dcd-b708-f1331679ff1c" providerId="ADAL" clId="{F53F870B-49DD-4E1C-9D0A-EA2D1A1D7B39}" dt="2023-05-05T13:39:46.991" v="12302" actId="478"/>
          <ac:spMkLst>
            <pc:docMk/>
            <pc:sldMk cId="4221487685" sldId="488"/>
            <ac:spMk id="50" creationId="{059824F9-CD89-CD35-79BA-2360891778AE}"/>
          </ac:spMkLst>
        </pc:spChg>
        <pc:spChg chg="add mod">
          <ac:chgData name="Chris Alvin" userId="1477fe7d-12c1-4dcd-b708-f1331679ff1c" providerId="ADAL" clId="{F53F870B-49DD-4E1C-9D0A-EA2D1A1D7B39}" dt="2023-05-05T13:27:14.310" v="12175" actId="571"/>
          <ac:spMkLst>
            <pc:docMk/>
            <pc:sldMk cId="4221487685" sldId="488"/>
            <ac:spMk id="51" creationId="{3DC17ACB-87DE-7A2C-599E-DFDBECD758B9}"/>
          </ac:spMkLst>
        </pc:spChg>
        <pc:spChg chg="add mod">
          <ac:chgData name="Chris Alvin" userId="1477fe7d-12c1-4dcd-b708-f1331679ff1c" providerId="ADAL" clId="{F53F870B-49DD-4E1C-9D0A-EA2D1A1D7B39}" dt="2023-05-05T13:27:14.310" v="12175" actId="571"/>
          <ac:spMkLst>
            <pc:docMk/>
            <pc:sldMk cId="4221487685" sldId="488"/>
            <ac:spMk id="52" creationId="{ED9AE837-7600-89F1-99F4-0C329F3127D6}"/>
          </ac:spMkLst>
        </pc:spChg>
        <pc:spChg chg="add mod topLvl">
          <ac:chgData name="Chris Alvin" userId="1477fe7d-12c1-4dcd-b708-f1331679ff1c" providerId="ADAL" clId="{F53F870B-49DD-4E1C-9D0A-EA2D1A1D7B39}" dt="2023-05-22T13:01:15.949" v="15357" actId="164"/>
          <ac:spMkLst>
            <pc:docMk/>
            <pc:sldMk cId="4221487685" sldId="488"/>
            <ac:spMk id="53" creationId="{99D4C451-88C3-B008-386D-4B96D13625D2}"/>
          </ac:spMkLst>
        </pc:spChg>
        <pc:spChg chg="add mod topLvl">
          <ac:chgData name="Chris Alvin" userId="1477fe7d-12c1-4dcd-b708-f1331679ff1c" providerId="ADAL" clId="{F53F870B-49DD-4E1C-9D0A-EA2D1A1D7B39}" dt="2023-05-22T13:01:15.949" v="15357" actId="164"/>
          <ac:spMkLst>
            <pc:docMk/>
            <pc:sldMk cId="4221487685" sldId="488"/>
            <ac:spMk id="54" creationId="{4EE2A61F-CFCB-2D3E-0235-BE6E65F5C5FA}"/>
          </ac:spMkLst>
        </pc:spChg>
        <pc:spChg chg="add del mod topLvl">
          <ac:chgData name="Chris Alvin" userId="1477fe7d-12c1-4dcd-b708-f1331679ff1c" providerId="ADAL" clId="{F53F870B-49DD-4E1C-9D0A-EA2D1A1D7B39}" dt="2023-05-05T13:46:22.557" v="12369" actId="478"/>
          <ac:spMkLst>
            <pc:docMk/>
            <pc:sldMk cId="4221487685" sldId="488"/>
            <ac:spMk id="55" creationId="{9B7B9160-A169-620D-149D-CEFFF4B7B616}"/>
          </ac:spMkLst>
        </pc:spChg>
        <pc:spChg chg="add del mod topLvl">
          <ac:chgData name="Chris Alvin" userId="1477fe7d-12c1-4dcd-b708-f1331679ff1c" providerId="ADAL" clId="{F53F870B-49DD-4E1C-9D0A-EA2D1A1D7B39}" dt="2023-05-05T13:46:26.822" v="12371" actId="478"/>
          <ac:spMkLst>
            <pc:docMk/>
            <pc:sldMk cId="4221487685" sldId="488"/>
            <ac:spMk id="56" creationId="{FCBAB37E-4D0B-2261-D474-1F2651272468}"/>
          </ac:spMkLst>
        </pc:spChg>
        <pc:spChg chg="add del mod topLvl">
          <ac:chgData name="Chris Alvin" userId="1477fe7d-12c1-4dcd-b708-f1331679ff1c" providerId="ADAL" clId="{F53F870B-49DD-4E1C-9D0A-EA2D1A1D7B39}" dt="2023-05-05T13:46:22.557" v="12369" actId="478"/>
          <ac:spMkLst>
            <pc:docMk/>
            <pc:sldMk cId="4221487685" sldId="488"/>
            <ac:spMk id="57" creationId="{1072FBE2-E524-B589-4E47-F6299BB970E4}"/>
          </ac:spMkLst>
        </pc:spChg>
        <pc:spChg chg="add del mod topLvl">
          <ac:chgData name="Chris Alvin" userId="1477fe7d-12c1-4dcd-b708-f1331679ff1c" providerId="ADAL" clId="{F53F870B-49DD-4E1C-9D0A-EA2D1A1D7B39}" dt="2023-05-05T13:46:22.557" v="12369" actId="478"/>
          <ac:spMkLst>
            <pc:docMk/>
            <pc:sldMk cId="4221487685" sldId="488"/>
            <ac:spMk id="58" creationId="{17364D26-9F4C-4425-B736-E44B102B222A}"/>
          </ac:spMkLst>
        </pc:spChg>
        <pc:spChg chg="add del mod topLvl">
          <ac:chgData name="Chris Alvin" userId="1477fe7d-12c1-4dcd-b708-f1331679ff1c" providerId="ADAL" clId="{F53F870B-49DD-4E1C-9D0A-EA2D1A1D7B39}" dt="2023-05-22T12:59:56.382" v="15346" actId="478"/>
          <ac:spMkLst>
            <pc:docMk/>
            <pc:sldMk cId="4221487685" sldId="488"/>
            <ac:spMk id="60" creationId="{FC85026D-8EB2-9972-457A-42139805E288}"/>
          </ac:spMkLst>
        </pc:spChg>
        <pc:spChg chg="add del mod topLvl">
          <ac:chgData name="Chris Alvin" userId="1477fe7d-12c1-4dcd-b708-f1331679ff1c" providerId="ADAL" clId="{F53F870B-49DD-4E1C-9D0A-EA2D1A1D7B39}" dt="2023-05-22T13:01:15.949" v="15357" actId="164"/>
          <ac:spMkLst>
            <pc:docMk/>
            <pc:sldMk cId="4221487685" sldId="488"/>
            <ac:spMk id="61" creationId="{040D7C75-F588-719D-0D3E-D3D189B12D29}"/>
          </ac:spMkLst>
        </pc:spChg>
        <pc:spChg chg="add del mod topLvl">
          <ac:chgData name="Chris Alvin" userId="1477fe7d-12c1-4dcd-b708-f1331679ff1c" providerId="ADAL" clId="{F53F870B-49DD-4E1C-9D0A-EA2D1A1D7B39}" dt="2023-05-05T13:44:15.464" v="12337" actId="478"/>
          <ac:spMkLst>
            <pc:docMk/>
            <pc:sldMk cId="4221487685" sldId="488"/>
            <ac:spMk id="62" creationId="{C2F5827A-E2A1-FAFC-763C-23BDAD41C1C5}"/>
          </ac:spMkLst>
        </pc:spChg>
        <pc:spChg chg="add del mod topLvl">
          <ac:chgData name="Chris Alvin" userId="1477fe7d-12c1-4dcd-b708-f1331679ff1c" providerId="ADAL" clId="{F53F870B-49DD-4E1C-9D0A-EA2D1A1D7B39}" dt="2023-05-22T13:01:06.613" v="15356" actId="478"/>
          <ac:spMkLst>
            <pc:docMk/>
            <pc:sldMk cId="4221487685" sldId="488"/>
            <ac:spMk id="64" creationId="{0B15E4C5-97A6-077A-C280-235AD2E65F36}"/>
          </ac:spMkLst>
        </pc:spChg>
        <pc:spChg chg="mod">
          <ac:chgData name="Chris Alvin" userId="1477fe7d-12c1-4dcd-b708-f1331679ff1c" providerId="ADAL" clId="{F53F870B-49DD-4E1C-9D0A-EA2D1A1D7B39}" dt="2023-05-05T13:32:23.654" v="12236" actId="571"/>
          <ac:spMkLst>
            <pc:docMk/>
            <pc:sldMk cId="4221487685" sldId="488"/>
            <ac:spMk id="67" creationId="{98C2EC83-55DB-C95B-2A32-9287F4EBE179}"/>
          </ac:spMkLst>
        </pc:spChg>
        <pc:spChg chg="mod">
          <ac:chgData name="Chris Alvin" userId="1477fe7d-12c1-4dcd-b708-f1331679ff1c" providerId="ADAL" clId="{F53F870B-49DD-4E1C-9D0A-EA2D1A1D7B39}" dt="2023-05-05T13:32:23.654" v="12236" actId="571"/>
          <ac:spMkLst>
            <pc:docMk/>
            <pc:sldMk cId="4221487685" sldId="488"/>
            <ac:spMk id="68" creationId="{77184AF7-2D26-17CC-1737-40EA236A5989}"/>
          </ac:spMkLst>
        </pc:spChg>
        <pc:spChg chg="mod">
          <ac:chgData name="Chris Alvin" userId="1477fe7d-12c1-4dcd-b708-f1331679ff1c" providerId="ADAL" clId="{F53F870B-49DD-4E1C-9D0A-EA2D1A1D7B39}" dt="2023-05-05T13:32:23.654" v="12236" actId="571"/>
          <ac:spMkLst>
            <pc:docMk/>
            <pc:sldMk cId="4221487685" sldId="488"/>
            <ac:spMk id="69" creationId="{A5E13B12-D29E-F4B6-3608-EA1F9FE33088}"/>
          </ac:spMkLst>
        </pc:spChg>
        <pc:spChg chg="mod">
          <ac:chgData name="Chris Alvin" userId="1477fe7d-12c1-4dcd-b708-f1331679ff1c" providerId="ADAL" clId="{F53F870B-49DD-4E1C-9D0A-EA2D1A1D7B39}" dt="2023-05-05T13:32:23.654" v="12236" actId="571"/>
          <ac:spMkLst>
            <pc:docMk/>
            <pc:sldMk cId="4221487685" sldId="488"/>
            <ac:spMk id="70" creationId="{DC82F0D7-6F96-70AE-D505-30AC7C4B2BAB}"/>
          </ac:spMkLst>
        </pc:spChg>
        <pc:spChg chg="mod">
          <ac:chgData name="Chris Alvin" userId="1477fe7d-12c1-4dcd-b708-f1331679ff1c" providerId="ADAL" clId="{F53F870B-49DD-4E1C-9D0A-EA2D1A1D7B39}" dt="2023-05-05T13:32:23.654" v="12236" actId="571"/>
          <ac:spMkLst>
            <pc:docMk/>
            <pc:sldMk cId="4221487685" sldId="488"/>
            <ac:spMk id="71" creationId="{C466C9E6-4A31-BE9D-CA83-F50440765181}"/>
          </ac:spMkLst>
        </pc:spChg>
        <pc:spChg chg="mod">
          <ac:chgData name="Chris Alvin" userId="1477fe7d-12c1-4dcd-b708-f1331679ff1c" providerId="ADAL" clId="{F53F870B-49DD-4E1C-9D0A-EA2D1A1D7B39}" dt="2023-05-05T13:32:23.654" v="12236" actId="571"/>
          <ac:spMkLst>
            <pc:docMk/>
            <pc:sldMk cId="4221487685" sldId="488"/>
            <ac:spMk id="72" creationId="{CE66489A-4DCB-0F57-870B-E404B8742BC4}"/>
          </ac:spMkLst>
        </pc:spChg>
        <pc:spChg chg="mod">
          <ac:chgData name="Chris Alvin" userId="1477fe7d-12c1-4dcd-b708-f1331679ff1c" providerId="ADAL" clId="{F53F870B-49DD-4E1C-9D0A-EA2D1A1D7B39}" dt="2023-05-05T13:32:23.654" v="12236" actId="571"/>
          <ac:spMkLst>
            <pc:docMk/>
            <pc:sldMk cId="4221487685" sldId="488"/>
            <ac:spMk id="73" creationId="{7C780C8A-290A-ADFF-6C0A-E4BAECC13BF3}"/>
          </ac:spMkLst>
        </pc:spChg>
        <pc:spChg chg="mod">
          <ac:chgData name="Chris Alvin" userId="1477fe7d-12c1-4dcd-b708-f1331679ff1c" providerId="ADAL" clId="{F53F870B-49DD-4E1C-9D0A-EA2D1A1D7B39}" dt="2023-05-05T13:32:23.654" v="12236" actId="571"/>
          <ac:spMkLst>
            <pc:docMk/>
            <pc:sldMk cId="4221487685" sldId="488"/>
            <ac:spMk id="74" creationId="{0457BF85-81B9-6781-5384-8C10C32042A3}"/>
          </ac:spMkLst>
        </pc:spChg>
        <pc:spChg chg="mod">
          <ac:chgData name="Chris Alvin" userId="1477fe7d-12c1-4dcd-b708-f1331679ff1c" providerId="ADAL" clId="{F53F870B-49DD-4E1C-9D0A-EA2D1A1D7B39}" dt="2023-05-05T13:32:23.654" v="12236" actId="571"/>
          <ac:spMkLst>
            <pc:docMk/>
            <pc:sldMk cId="4221487685" sldId="488"/>
            <ac:spMk id="75" creationId="{CD2B266E-C81B-CF92-52CE-288B071524B2}"/>
          </ac:spMkLst>
        </pc:spChg>
        <pc:spChg chg="mod">
          <ac:chgData name="Chris Alvin" userId="1477fe7d-12c1-4dcd-b708-f1331679ff1c" providerId="ADAL" clId="{F53F870B-49DD-4E1C-9D0A-EA2D1A1D7B39}" dt="2023-05-05T13:32:23.654" v="12236" actId="571"/>
          <ac:spMkLst>
            <pc:docMk/>
            <pc:sldMk cId="4221487685" sldId="488"/>
            <ac:spMk id="76" creationId="{6DC6875F-DE42-59D5-408D-0EE723F5FFE8}"/>
          </ac:spMkLst>
        </pc:spChg>
        <pc:spChg chg="mod">
          <ac:chgData name="Chris Alvin" userId="1477fe7d-12c1-4dcd-b708-f1331679ff1c" providerId="ADAL" clId="{F53F870B-49DD-4E1C-9D0A-EA2D1A1D7B39}" dt="2023-05-05T13:32:23.654" v="12236" actId="571"/>
          <ac:spMkLst>
            <pc:docMk/>
            <pc:sldMk cId="4221487685" sldId="488"/>
            <ac:spMk id="77" creationId="{5703CA86-F515-2E5B-12FD-362A0F4611A7}"/>
          </ac:spMkLst>
        </pc:spChg>
        <pc:spChg chg="add mod">
          <ac:chgData name="Chris Alvin" userId="1477fe7d-12c1-4dcd-b708-f1331679ff1c" providerId="ADAL" clId="{F53F870B-49DD-4E1C-9D0A-EA2D1A1D7B39}" dt="2023-05-05T13:32:23.654" v="12236" actId="571"/>
          <ac:spMkLst>
            <pc:docMk/>
            <pc:sldMk cId="4221487685" sldId="488"/>
            <ac:spMk id="78" creationId="{3548C14C-1A3D-EA13-8E7D-D55DDA089CE4}"/>
          </ac:spMkLst>
        </pc:spChg>
        <pc:spChg chg="add mod">
          <ac:chgData name="Chris Alvin" userId="1477fe7d-12c1-4dcd-b708-f1331679ff1c" providerId="ADAL" clId="{F53F870B-49DD-4E1C-9D0A-EA2D1A1D7B39}" dt="2023-05-05T13:32:23.654" v="12236" actId="571"/>
          <ac:spMkLst>
            <pc:docMk/>
            <pc:sldMk cId="4221487685" sldId="488"/>
            <ac:spMk id="79" creationId="{BF8C3F0A-B985-D3CF-5FE0-CE6002A3A3C0}"/>
          </ac:spMkLst>
        </pc:spChg>
        <pc:spChg chg="add mod">
          <ac:chgData name="Chris Alvin" userId="1477fe7d-12c1-4dcd-b708-f1331679ff1c" providerId="ADAL" clId="{F53F870B-49DD-4E1C-9D0A-EA2D1A1D7B39}" dt="2023-05-05T13:32:53.616" v="12238" actId="571"/>
          <ac:spMkLst>
            <pc:docMk/>
            <pc:sldMk cId="4221487685" sldId="488"/>
            <ac:spMk id="80" creationId="{123E8833-3463-0049-08E9-B7CD0BE395F5}"/>
          </ac:spMkLst>
        </pc:spChg>
        <pc:spChg chg="add del mod">
          <ac:chgData name="Chris Alvin" userId="1477fe7d-12c1-4dcd-b708-f1331679ff1c" providerId="ADAL" clId="{F53F870B-49DD-4E1C-9D0A-EA2D1A1D7B39}" dt="2023-05-05T13:34:19.602" v="12245" actId="478"/>
          <ac:spMkLst>
            <pc:docMk/>
            <pc:sldMk cId="4221487685" sldId="488"/>
            <ac:spMk id="81" creationId="{1D4CE1B5-7A3D-8A3A-807C-309D644D4AFE}"/>
          </ac:spMkLst>
        </pc:spChg>
        <pc:spChg chg="add del mod topLvl">
          <ac:chgData name="Chris Alvin" userId="1477fe7d-12c1-4dcd-b708-f1331679ff1c" providerId="ADAL" clId="{F53F870B-49DD-4E1C-9D0A-EA2D1A1D7B39}" dt="2023-05-22T12:59:54.253" v="15345" actId="478"/>
          <ac:spMkLst>
            <pc:docMk/>
            <pc:sldMk cId="4221487685" sldId="488"/>
            <ac:spMk id="82" creationId="{D029395B-6B81-1EE4-B1B1-94205AF737A9}"/>
          </ac:spMkLst>
        </pc:spChg>
        <pc:spChg chg="add del mod">
          <ac:chgData name="Chris Alvin" userId="1477fe7d-12c1-4dcd-b708-f1331679ff1c" providerId="ADAL" clId="{F53F870B-49DD-4E1C-9D0A-EA2D1A1D7B39}" dt="2023-05-05T13:44:07.103" v="12336" actId="478"/>
          <ac:spMkLst>
            <pc:docMk/>
            <pc:sldMk cId="4221487685" sldId="488"/>
            <ac:spMk id="83" creationId="{87DC6EC0-33F7-BE33-716B-AEEC332FB14C}"/>
          </ac:spMkLst>
        </pc:spChg>
        <pc:spChg chg="add del mod">
          <ac:chgData name="Chris Alvin" userId="1477fe7d-12c1-4dcd-b708-f1331679ff1c" providerId="ADAL" clId="{F53F870B-49DD-4E1C-9D0A-EA2D1A1D7B39}" dt="2023-05-05T13:44:03.232" v="12335" actId="478"/>
          <ac:spMkLst>
            <pc:docMk/>
            <pc:sldMk cId="4221487685" sldId="488"/>
            <ac:spMk id="84" creationId="{EBC38345-0F37-1DF5-258F-BDC8A071E61A}"/>
          </ac:spMkLst>
        </pc:spChg>
        <pc:spChg chg="add del mod">
          <ac:chgData name="Chris Alvin" userId="1477fe7d-12c1-4dcd-b708-f1331679ff1c" providerId="ADAL" clId="{F53F870B-49DD-4E1C-9D0A-EA2D1A1D7B39}" dt="2023-05-05T13:46:22.557" v="12369" actId="478"/>
          <ac:spMkLst>
            <pc:docMk/>
            <pc:sldMk cId="4221487685" sldId="488"/>
            <ac:spMk id="85" creationId="{0BFA9D98-89C5-CE4E-EFB1-73035EA0DC27}"/>
          </ac:spMkLst>
        </pc:spChg>
        <pc:spChg chg="add del mod">
          <ac:chgData name="Chris Alvin" userId="1477fe7d-12c1-4dcd-b708-f1331679ff1c" providerId="ADAL" clId="{F53F870B-49DD-4E1C-9D0A-EA2D1A1D7B39}" dt="2023-05-05T13:35:47.806" v="12265" actId="478"/>
          <ac:spMkLst>
            <pc:docMk/>
            <pc:sldMk cId="4221487685" sldId="488"/>
            <ac:spMk id="86" creationId="{84B67BCA-3B6D-5D24-BAD5-DAC754D9AB2F}"/>
          </ac:spMkLst>
        </pc:spChg>
        <pc:spChg chg="add del mod">
          <ac:chgData name="Chris Alvin" userId="1477fe7d-12c1-4dcd-b708-f1331679ff1c" providerId="ADAL" clId="{F53F870B-49DD-4E1C-9D0A-EA2D1A1D7B39}" dt="2023-05-05T13:46:22.557" v="12369" actId="478"/>
          <ac:spMkLst>
            <pc:docMk/>
            <pc:sldMk cId="4221487685" sldId="488"/>
            <ac:spMk id="87" creationId="{D63BA861-900D-64FA-40D7-1B84330C22C4}"/>
          </ac:spMkLst>
        </pc:spChg>
        <pc:spChg chg="add del mod">
          <ac:chgData name="Chris Alvin" userId="1477fe7d-12c1-4dcd-b708-f1331679ff1c" providerId="ADAL" clId="{F53F870B-49DD-4E1C-9D0A-EA2D1A1D7B39}" dt="2023-05-05T13:46:22.557" v="12369" actId="478"/>
          <ac:spMkLst>
            <pc:docMk/>
            <pc:sldMk cId="4221487685" sldId="488"/>
            <ac:spMk id="88" creationId="{E9FF7E1A-B9A6-1482-5DB7-C1C7835F97E4}"/>
          </ac:spMkLst>
        </pc:spChg>
        <pc:spChg chg="add del mod">
          <ac:chgData name="Chris Alvin" userId="1477fe7d-12c1-4dcd-b708-f1331679ff1c" providerId="ADAL" clId="{F53F870B-49DD-4E1C-9D0A-EA2D1A1D7B39}" dt="2023-05-05T13:46:22.557" v="12369" actId="478"/>
          <ac:spMkLst>
            <pc:docMk/>
            <pc:sldMk cId="4221487685" sldId="488"/>
            <ac:spMk id="89" creationId="{95462D35-A5C9-FC79-4E94-77A1EEA6AD0B}"/>
          </ac:spMkLst>
        </pc:spChg>
        <pc:spChg chg="add del mod">
          <ac:chgData name="Chris Alvin" userId="1477fe7d-12c1-4dcd-b708-f1331679ff1c" providerId="ADAL" clId="{F53F870B-49DD-4E1C-9D0A-EA2D1A1D7B39}" dt="2023-05-05T13:46:22.557" v="12369" actId="478"/>
          <ac:spMkLst>
            <pc:docMk/>
            <pc:sldMk cId="4221487685" sldId="488"/>
            <ac:spMk id="90" creationId="{FBC14763-66C2-5E6B-DF56-DBB4C1294650}"/>
          </ac:spMkLst>
        </pc:spChg>
        <pc:spChg chg="add del mod">
          <ac:chgData name="Chris Alvin" userId="1477fe7d-12c1-4dcd-b708-f1331679ff1c" providerId="ADAL" clId="{F53F870B-49DD-4E1C-9D0A-EA2D1A1D7B39}" dt="2023-05-05T13:46:22.557" v="12369" actId="478"/>
          <ac:spMkLst>
            <pc:docMk/>
            <pc:sldMk cId="4221487685" sldId="488"/>
            <ac:spMk id="91" creationId="{CC46FFC8-007D-AC83-3A4D-147958B1F5DB}"/>
          </ac:spMkLst>
        </pc:spChg>
        <pc:spChg chg="add del mod">
          <ac:chgData name="Chris Alvin" userId="1477fe7d-12c1-4dcd-b708-f1331679ff1c" providerId="ADAL" clId="{F53F870B-49DD-4E1C-9D0A-EA2D1A1D7B39}" dt="2023-05-05T13:46:24.846" v="12370" actId="478"/>
          <ac:spMkLst>
            <pc:docMk/>
            <pc:sldMk cId="4221487685" sldId="488"/>
            <ac:spMk id="92" creationId="{0F26F94E-3A83-6FC7-9A1E-683A087AAA68}"/>
          </ac:spMkLst>
        </pc:spChg>
        <pc:spChg chg="add del mod">
          <ac:chgData name="Chris Alvin" userId="1477fe7d-12c1-4dcd-b708-f1331679ff1c" providerId="ADAL" clId="{F53F870B-49DD-4E1C-9D0A-EA2D1A1D7B39}" dt="2023-05-05T13:46:22.557" v="12369" actId="478"/>
          <ac:spMkLst>
            <pc:docMk/>
            <pc:sldMk cId="4221487685" sldId="488"/>
            <ac:spMk id="93" creationId="{0CCDD731-21D6-44BA-034F-3F21F66A15DE}"/>
          </ac:spMkLst>
        </pc:spChg>
        <pc:spChg chg="add del mod">
          <ac:chgData name="Chris Alvin" userId="1477fe7d-12c1-4dcd-b708-f1331679ff1c" providerId="ADAL" clId="{F53F870B-49DD-4E1C-9D0A-EA2D1A1D7B39}" dt="2023-05-05T13:46:22.557" v="12369" actId="478"/>
          <ac:spMkLst>
            <pc:docMk/>
            <pc:sldMk cId="4221487685" sldId="488"/>
            <ac:spMk id="94" creationId="{84653B5A-6FE1-B951-4545-A84C364D910F}"/>
          </ac:spMkLst>
        </pc:spChg>
        <pc:spChg chg="add del mod">
          <ac:chgData name="Chris Alvin" userId="1477fe7d-12c1-4dcd-b708-f1331679ff1c" providerId="ADAL" clId="{F53F870B-49DD-4E1C-9D0A-EA2D1A1D7B39}" dt="2023-05-05T13:46:22.557" v="12369" actId="478"/>
          <ac:spMkLst>
            <pc:docMk/>
            <pc:sldMk cId="4221487685" sldId="488"/>
            <ac:spMk id="95" creationId="{D2A8C567-BC71-26C7-77CE-B21BBD43EA50}"/>
          </ac:spMkLst>
        </pc:spChg>
        <pc:spChg chg="add mod topLvl">
          <ac:chgData name="Chris Alvin" userId="1477fe7d-12c1-4dcd-b708-f1331679ff1c" providerId="ADAL" clId="{F53F870B-49DD-4E1C-9D0A-EA2D1A1D7B39}" dt="2023-05-22T13:01:15.949" v="15357" actId="164"/>
          <ac:spMkLst>
            <pc:docMk/>
            <pc:sldMk cId="4221487685" sldId="488"/>
            <ac:spMk id="97" creationId="{0763FCCD-6CF9-EA71-8537-DB6FE708F3AE}"/>
          </ac:spMkLst>
        </pc:spChg>
        <pc:spChg chg="add mod topLvl">
          <ac:chgData name="Chris Alvin" userId="1477fe7d-12c1-4dcd-b708-f1331679ff1c" providerId="ADAL" clId="{F53F870B-49DD-4E1C-9D0A-EA2D1A1D7B39}" dt="2023-05-22T13:01:15.949" v="15357" actId="164"/>
          <ac:spMkLst>
            <pc:docMk/>
            <pc:sldMk cId="4221487685" sldId="488"/>
            <ac:spMk id="98" creationId="{BE2705AE-8774-E908-7393-B693220C2D96}"/>
          </ac:spMkLst>
        </pc:spChg>
        <pc:spChg chg="add del mod topLvl">
          <ac:chgData name="Chris Alvin" userId="1477fe7d-12c1-4dcd-b708-f1331679ff1c" providerId="ADAL" clId="{F53F870B-49DD-4E1C-9D0A-EA2D1A1D7B39}" dt="2023-05-22T12:58:03.238" v="15331" actId="478"/>
          <ac:spMkLst>
            <pc:docMk/>
            <pc:sldMk cId="4221487685" sldId="488"/>
            <ac:spMk id="99" creationId="{11C72A6C-D595-D0D3-69FC-EC0B2C674DDD}"/>
          </ac:spMkLst>
        </pc:spChg>
        <pc:spChg chg="add del mod">
          <ac:chgData name="Chris Alvin" userId="1477fe7d-12c1-4dcd-b708-f1331679ff1c" providerId="ADAL" clId="{F53F870B-49DD-4E1C-9D0A-EA2D1A1D7B39}" dt="2023-05-05T13:47:17.535" v="12380" actId="478"/>
          <ac:spMkLst>
            <pc:docMk/>
            <pc:sldMk cId="4221487685" sldId="488"/>
            <ac:spMk id="100" creationId="{7E720E4E-155A-DD6A-DC05-034ADE7BC8E2}"/>
          </ac:spMkLst>
        </pc:spChg>
        <pc:spChg chg="add del mod">
          <ac:chgData name="Chris Alvin" userId="1477fe7d-12c1-4dcd-b708-f1331679ff1c" providerId="ADAL" clId="{F53F870B-49DD-4E1C-9D0A-EA2D1A1D7B39}" dt="2023-05-05T13:47:15.406" v="12379" actId="478"/>
          <ac:spMkLst>
            <pc:docMk/>
            <pc:sldMk cId="4221487685" sldId="488"/>
            <ac:spMk id="101" creationId="{B89FAFD6-F302-BC2D-4FAF-A9F18B67DCB4}"/>
          </ac:spMkLst>
        </pc:spChg>
        <pc:spChg chg="add del mod topLvl">
          <ac:chgData name="Chris Alvin" userId="1477fe7d-12c1-4dcd-b708-f1331679ff1c" providerId="ADAL" clId="{F53F870B-49DD-4E1C-9D0A-EA2D1A1D7B39}" dt="2023-05-22T12:58:03.238" v="15331" actId="478"/>
          <ac:spMkLst>
            <pc:docMk/>
            <pc:sldMk cId="4221487685" sldId="488"/>
            <ac:spMk id="102" creationId="{3C2518CE-BED5-7617-EBE0-318382EF9073}"/>
          </ac:spMkLst>
        </pc:spChg>
        <pc:spChg chg="add del mod topLvl">
          <ac:chgData name="Chris Alvin" userId="1477fe7d-12c1-4dcd-b708-f1331679ff1c" providerId="ADAL" clId="{F53F870B-49DD-4E1C-9D0A-EA2D1A1D7B39}" dt="2023-05-22T12:58:03.238" v="15331" actId="478"/>
          <ac:spMkLst>
            <pc:docMk/>
            <pc:sldMk cId="4221487685" sldId="488"/>
            <ac:spMk id="103" creationId="{03F3F1DC-444C-F00F-66B7-594762619E3C}"/>
          </ac:spMkLst>
        </pc:spChg>
        <pc:spChg chg="add del mod topLvl">
          <ac:chgData name="Chris Alvin" userId="1477fe7d-12c1-4dcd-b708-f1331679ff1c" providerId="ADAL" clId="{F53F870B-49DD-4E1C-9D0A-EA2D1A1D7B39}" dt="2023-05-22T12:58:11.967" v="15334" actId="478"/>
          <ac:spMkLst>
            <pc:docMk/>
            <pc:sldMk cId="4221487685" sldId="488"/>
            <ac:spMk id="104" creationId="{C1F37F11-D6C9-484A-11F2-FAC5A44E32B2}"/>
          </ac:spMkLst>
        </pc:spChg>
        <pc:spChg chg="add del mod topLvl">
          <ac:chgData name="Chris Alvin" userId="1477fe7d-12c1-4dcd-b708-f1331679ff1c" providerId="ADAL" clId="{F53F870B-49DD-4E1C-9D0A-EA2D1A1D7B39}" dt="2023-05-22T12:58:03.238" v="15331" actId="478"/>
          <ac:spMkLst>
            <pc:docMk/>
            <pc:sldMk cId="4221487685" sldId="488"/>
            <ac:spMk id="105" creationId="{B7B1F90D-EDD2-1D8D-1152-C5F6C1AAEE72}"/>
          </ac:spMkLst>
        </pc:spChg>
        <pc:spChg chg="add del mod">
          <ac:chgData name="Chris Alvin" userId="1477fe7d-12c1-4dcd-b708-f1331679ff1c" providerId="ADAL" clId="{F53F870B-49DD-4E1C-9D0A-EA2D1A1D7B39}" dt="2023-05-05T13:57:22.120" v="12609" actId="478"/>
          <ac:spMkLst>
            <pc:docMk/>
            <pc:sldMk cId="4221487685" sldId="488"/>
            <ac:spMk id="106" creationId="{0C325A7C-0A78-20F8-B721-2C63CC163C4B}"/>
          </ac:spMkLst>
        </pc:spChg>
        <pc:spChg chg="add mod">
          <ac:chgData name="Chris Alvin" userId="1477fe7d-12c1-4dcd-b708-f1331679ff1c" providerId="ADAL" clId="{F53F870B-49DD-4E1C-9D0A-EA2D1A1D7B39}" dt="2023-05-22T12:50:41.321" v="15203" actId="1076"/>
          <ac:spMkLst>
            <pc:docMk/>
            <pc:sldMk cId="4221487685" sldId="488"/>
            <ac:spMk id="107" creationId="{6BABCD98-A874-E2EB-E044-73C1544058A2}"/>
          </ac:spMkLst>
        </pc:spChg>
        <pc:spChg chg="add mod">
          <ac:chgData name="Chris Alvin" userId="1477fe7d-12c1-4dcd-b708-f1331679ff1c" providerId="ADAL" clId="{F53F870B-49DD-4E1C-9D0A-EA2D1A1D7B39}" dt="2023-05-22T12:52:03.475" v="15288" actId="20577"/>
          <ac:spMkLst>
            <pc:docMk/>
            <pc:sldMk cId="4221487685" sldId="488"/>
            <ac:spMk id="108" creationId="{1287781D-9DCB-13A8-F48E-FB2A9FD5B1CF}"/>
          </ac:spMkLst>
        </pc:spChg>
        <pc:spChg chg="add mod">
          <ac:chgData name="Chris Alvin" userId="1477fe7d-12c1-4dcd-b708-f1331679ff1c" providerId="ADAL" clId="{F53F870B-49DD-4E1C-9D0A-EA2D1A1D7B39}" dt="2023-05-22T12:52:10.766" v="15289" actId="1076"/>
          <ac:spMkLst>
            <pc:docMk/>
            <pc:sldMk cId="4221487685" sldId="488"/>
            <ac:spMk id="109" creationId="{F734B492-DB61-2A23-BB38-F7DC69BCC883}"/>
          </ac:spMkLst>
        </pc:spChg>
        <pc:spChg chg="add mod">
          <ac:chgData name="Chris Alvin" userId="1477fe7d-12c1-4dcd-b708-f1331679ff1c" providerId="ADAL" clId="{F53F870B-49DD-4E1C-9D0A-EA2D1A1D7B39}" dt="2023-05-22T12:52:13.464" v="15290" actId="1076"/>
          <ac:spMkLst>
            <pc:docMk/>
            <pc:sldMk cId="4221487685" sldId="488"/>
            <ac:spMk id="111" creationId="{D7F324DE-36DE-9511-D13E-17848B17EF23}"/>
          </ac:spMkLst>
        </pc:spChg>
        <pc:grpChg chg="add mod">
          <ac:chgData name="Chris Alvin" userId="1477fe7d-12c1-4dcd-b708-f1331679ff1c" providerId="ADAL" clId="{F53F870B-49DD-4E1C-9D0A-EA2D1A1D7B39}" dt="2023-05-22T13:01:17.698" v="15358" actId="1076"/>
          <ac:grpSpMkLst>
            <pc:docMk/>
            <pc:sldMk cId="4221487685" sldId="488"/>
            <ac:grpSpMk id="18" creationId="{15FAA5CE-573E-63F1-B62D-F9FE408CEA9E}"/>
          </ac:grpSpMkLst>
        </pc:grpChg>
        <pc:grpChg chg="add del mod">
          <ac:chgData name="Chris Alvin" userId="1477fe7d-12c1-4dcd-b708-f1331679ff1c" providerId="ADAL" clId="{F53F870B-49DD-4E1C-9D0A-EA2D1A1D7B39}" dt="2023-05-05T13:33:23.147" v="12239" actId="165"/>
          <ac:grpSpMkLst>
            <pc:docMk/>
            <pc:sldMk cId="4221487685" sldId="488"/>
            <ac:grpSpMk id="59" creationId="{9C4AFB4C-DB34-3670-EEF8-94A126C92E37}"/>
          </ac:grpSpMkLst>
        </pc:grpChg>
        <pc:grpChg chg="add mod">
          <ac:chgData name="Chris Alvin" userId="1477fe7d-12c1-4dcd-b708-f1331679ff1c" providerId="ADAL" clId="{F53F870B-49DD-4E1C-9D0A-EA2D1A1D7B39}" dt="2023-05-05T13:32:23.654" v="12236" actId="571"/>
          <ac:grpSpMkLst>
            <pc:docMk/>
            <pc:sldMk cId="4221487685" sldId="488"/>
            <ac:grpSpMk id="65" creationId="{F5A8CAC4-5AAC-103B-E721-0B07DBFA4C90}"/>
          </ac:grpSpMkLst>
        </pc:grpChg>
        <pc:grpChg chg="add del mod">
          <ac:chgData name="Chris Alvin" userId="1477fe7d-12c1-4dcd-b708-f1331679ff1c" providerId="ADAL" clId="{F53F870B-49DD-4E1C-9D0A-EA2D1A1D7B39}" dt="2023-05-22T12:57:34.139" v="15330" actId="165"/>
          <ac:grpSpMkLst>
            <pc:docMk/>
            <pc:sldMk cId="4221487685" sldId="488"/>
            <ac:grpSpMk id="110" creationId="{6CE200AB-952A-948C-B956-AE2FAA71C55D}"/>
          </ac:grpSpMkLst>
        </pc:grpChg>
        <pc:picChg chg="add mod">
          <ac:chgData name="Chris Alvin" userId="1477fe7d-12c1-4dcd-b708-f1331679ff1c" providerId="ADAL" clId="{F53F870B-49DD-4E1C-9D0A-EA2D1A1D7B39}" dt="2023-05-22T12:54:02.978" v="15293" actId="571"/>
          <ac:picMkLst>
            <pc:docMk/>
            <pc:sldMk cId="4221487685" sldId="488"/>
            <ac:picMk id="5" creationId="{3CB1B099-4FD2-0494-1170-FF1DAA63420A}"/>
          </ac:picMkLst>
        </pc:picChg>
        <pc:picChg chg="add mod">
          <ac:chgData name="Chris Alvin" userId="1477fe7d-12c1-4dcd-b708-f1331679ff1c" providerId="ADAL" clId="{F53F870B-49DD-4E1C-9D0A-EA2D1A1D7B39}" dt="2023-05-22T13:00:09.518" v="15350" actId="571"/>
          <ac:picMkLst>
            <pc:docMk/>
            <pc:sldMk cId="4221487685" sldId="488"/>
            <ac:picMk id="15" creationId="{59468668-BA0F-E5E0-8AB1-DC6696FB2036}"/>
          </ac:picMkLst>
        </pc:picChg>
        <pc:picChg chg="add del mod topLvl modCrop">
          <ac:chgData name="Chris Alvin" userId="1477fe7d-12c1-4dcd-b708-f1331679ff1c" providerId="ADAL" clId="{F53F870B-49DD-4E1C-9D0A-EA2D1A1D7B39}" dt="2023-05-22T13:01:15.949" v="15357" actId="164"/>
          <ac:picMkLst>
            <pc:docMk/>
            <pc:sldMk cId="4221487685" sldId="488"/>
            <ac:picMk id="37" creationId="{E870D8E5-5B39-F2CB-ACC9-7787624A5DD0}"/>
          </ac:picMkLst>
        </pc:picChg>
        <pc:picChg chg="mod">
          <ac:chgData name="Chris Alvin" userId="1477fe7d-12c1-4dcd-b708-f1331679ff1c" providerId="ADAL" clId="{F53F870B-49DD-4E1C-9D0A-EA2D1A1D7B39}" dt="2023-05-05T13:32:23.654" v="12236" actId="571"/>
          <ac:picMkLst>
            <pc:docMk/>
            <pc:sldMk cId="4221487685" sldId="488"/>
            <ac:picMk id="66" creationId="{05D01E94-6664-778E-5B02-B3D8AA29F07F}"/>
          </ac:picMkLst>
        </pc:picChg>
        <pc:picChg chg="add mod">
          <ac:chgData name="Chris Alvin" userId="1477fe7d-12c1-4dcd-b708-f1331679ff1c" providerId="ADAL" clId="{F53F870B-49DD-4E1C-9D0A-EA2D1A1D7B39}" dt="2023-05-05T13:39:12.949" v="12298" actId="571"/>
          <ac:picMkLst>
            <pc:docMk/>
            <pc:sldMk cId="4221487685" sldId="488"/>
            <ac:picMk id="96" creationId="{D4C4573E-FEC2-D9F1-FF38-DBB92DA9889A}"/>
          </ac:picMkLst>
        </pc:picChg>
        <pc:cxnChg chg="add mod">
          <ac:chgData name="Chris Alvin" userId="1477fe7d-12c1-4dcd-b708-f1331679ff1c" providerId="ADAL" clId="{F53F870B-49DD-4E1C-9D0A-EA2D1A1D7B39}" dt="2023-05-22T12:46:31.710" v="15026" actId="1076"/>
          <ac:cxnSpMkLst>
            <pc:docMk/>
            <pc:sldMk cId="4221487685" sldId="488"/>
            <ac:cxnSpMk id="20" creationId="{8A3558A0-1D9B-4B68-AA76-B6E80E9FC141}"/>
          </ac:cxnSpMkLst>
        </pc:cxnChg>
      </pc:sldChg>
      <pc:sldChg chg="addSp delSp modSp add mod">
        <pc:chgData name="Chris Alvin" userId="1477fe7d-12c1-4dcd-b708-f1331679ff1c" providerId="ADAL" clId="{F53F870B-49DD-4E1C-9D0A-EA2D1A1D7B39}" dt="2023-05-22T13:08:52.211" v="15448" actId="20577"/>
        <pc:sldMkLst>
          <pc:docMk/>
          <pc:sldMk cId="1482327814" sldId="489"/>
        </pc:sldMkLst>
        <pc:spChg chg="del">
          <ac:chgData name="Chris Alvin" userId="1477fe7d-12c1-4dcd-b708-f1331679ff1c" providerId="ADAL" clId="{F53F870B-49DD-4E1C-9D0A-EA2D1A1D7B39}" dt="2023-05-05T14:00:13.408" v="12646" actId="478"/>
          <ac:spMkLst>
            <pc:docMk/>
            <pc:sldMk cId="1482327814" sldId="489"/>
            <ac:spMk id="2" creationId="{1FD62B56-4214-C78A-25E9-E8DE630B7E6A}"/>
          </ac:spMkLst>
        </pc:spChg>
        <pc:spChg chg="del">
          <ac:chgData name="Chris Alvin" userId="1477fe7d-12c1-4dcd-b708-f1331679ff1c" providerId="ADAL" clId="{F53F870B-49DD-4E1C-9D0A-EA2D1A1D7B39}" dt="2023-05-05T14:00:13.408" v="12646" actId="478"/>
          <ac:spMkLst>
            <pc:docMk/>
            <pc:sldMk cId="1482327814" sldId="489"/>
            <ac:spMk id="3" creationId="{5E06319A-B3CE-FFFB-5A07-6F3274022B18}"/>
          </ac:spMkLst>
        </pc:spChg>
        <pc:spChg chg="mod">
          <ac:chgData name="Chris Alvin" userId="1477fe7d-12c1-4dcd-b708-f1331679ff1c" providerId="ADAL" clId="{F53F870B-49DD-4E1C-9D0A-EA2D1A1D7B39}" dt="2023-05-05T14:00:31.542" v="12694" actId="20577"/>
          <ac:spMkLst>
            <pc:docMk/>
            <pc:sldMk cId="1482327814" sldId="489"/>
            <ac:spMk id="4" creationId="{00000000-0000-0000-0000-000000000000}"/>
          </ac:spMkLst>
        </pc:spChg>
        <pc:spChg chg="add mod">
          <ac:chgData name="Chris Alvin" userId="1477fe7d-12c1-4dcd-b708-f1331679ff1c" providerId="ADAL" clId="{F53F870B-49DD-4E1C-9D0A-EA2D1A1D7B39}" dt="2023-05-05T14:05:17.300" v="12920" actId="14100"/>
          <ac:spMkLst>
            <pc:docMk/>
            <pc:sldMk cId="1482327814" sldId="489"/>
            <ac:spMk id="5" creationId="{11582FFE-CB02-F396-B850-206EF85D6A8F}"/>
          </ac:spMkLst>
        </pc:spChg>
        <pc:spChg chg="add mod">
          <ac:chgData name="Chris Alvin" userId="1477fe7d-12c1-4dcd-b708-f1331679ff1c" providerId="ADAL" clId="{F53F870B-49DD-4E1C-9D0A-EA2D1A1D7B39}" dt="2023-05-22T13:08:52.211" v="15448" actId="20577"/>
          <ac:spMkLst>
            <pc:docMk/>
            <pc:sldMk cId="1482327814" sldId="489"/>
            <ac:spMk id="6" creationId="{8602DC49-3C0C-9CE0-7908-1211BCB743C2}"/>
          </ac:spMkLst>
        </pc:spChg>
        <pc:spChg chg="add mod">
          <ac:chgData name="Chris Alvin" userId="1477fe7d-12c1-4dcd-b708-f1331679ff1c" providerId="ADAL" clId="{F53F870B-49DD-4E1C-9D0A-EA2D1A1D7B39}" dt="2023-05-05T14:05:38.174" v="12924" actId="1076"/>
          <ac:spMkLst>
            <pc:docMk/>
            <pc:sldMk cId="1482327814" sldId="489"/>
            <ac:spMk id="7" creationId="{39B9B31C-2C7C-883F-0CFE-F39D172EB9C6}"/>
          </ac:spMkLst>
        </pc:spChg>
        <pc:spChg chg="del mod">
          <ac:chgData name="Chris Alvin" userId="1477fe7d-12c1-4dcd-b708-f1331679ff1c" providerId="ADAL" clId="{F53F870B-49DD-4E1C-9D0A-EA2D1A1D7B39}" dt="2023-05-05T14:00:19.262" v="12648" actId="478"/>
          <ac:spMkLst>
            <pc:docMk/>
            <pc:sldMk cId="1482327814" sldId="489"/>
            <ac:spMk id="8" creationId="{9B0A72AE-FE44-8CAD-7B6A-BBC7E937E25C}"/>
          </ac:spMkLst>
        </pc:spChg>
        <pc:spChg chg="del">
          <ac:chgData name="Chris Alvin" userId="1477fe7d-12c1-4dcd-b708-f1331679ff1c" providerId="ADAL" clId="{F53F870B-49DD-4E1C-9D0A-EA2D1A1D7B39}" dt="2023-05-05T14:00:13.408" v="12646" actId="478"/>
          <ac:spMkLst>
            <pc:docMk/>
            <pc:sldMk cId="1482327814" sldId="489"/>
            <ac:spMk id="14" creationId="{6B68C694-511B-DB76-35BF-251003775E0A}"/>
          </ac:spMkLst>
        </pc:spChg>
        <pc:spChg chg="mod">
          <ac:chgData name="Chris Alvin" userId="1477fe7d-12c1-4dcd-b708-f1331679ff1c" providerId="ADAL" clId="{F53F870B-49DD-4E1C-9D0A-EA2D1A1D7B39}" dt="2023-05-05T14:00:39.152" v="12695" actId="1076"/>
          <ac:spMkLst>
            <pc:docMk/>
            <pc:sldMk cId="1482327814" sldId="489"/>
            <ac:spMk id="15" creationId="{CCBCF56B-B95F-5C99-03E2-AF6AB627AD02}"/>
          </ac:spMkLst>
        </pc:spChg>
        <pc:spChg chg="mod">
          <ac:chgData name="Chris Alvin" userId="1477fe7d-12c1-4dcd-b708-f1331679ff1c" providerId="ADAL" clId="{F53F870B-49DD-4E1C-9D0A-EA2D1A1D7B39}" dt="2023-05-05T14:04:04.768" v="12857" actId="1076"/>
          <ac:spMkLst>
            <pc:docMk/>
            <pc:sldMk cId="1482327814" sldId="489"/>
            <ac:spMk id="16" creationId="{7CD9E4D0-3F96-2C32-C304-398D772B2C50}"/>
          </ac:spMkLst>
        </pc:spChg>
        <pc:spChg chg="mod">
          <ac:chgData name="Chris Alvin" userId="1477fe7d-12c1-4dcd-b708-f1331679ff1c" providerId="ADAL" clId="{F53F870B-49DD-4E1C-9D0A-EA2D1A1D7B39}" dt="2023-05-22T13:03:20.108" v="15408" actId="20577"/>
          <ac:spMkLst>
            <pc:docMk/>
            <pc:sldMk cId="1482327814" sldId="489"/>
            <ac:spMk id="17" creationId="{13106A2C-B8DD-FD76-9AE3-3647ABDAEFE6}"/>
          </ac:spMkLst>
        </pc:spChg>
        <pc:spChg chg="mod">
          <ac:chgData name="Chris Alvin" userId="1477fe7d-12c1-4dcd-b708-f1331679ff1c" providerId="ADAL" clId="{F53F870B-49DD-4E1C-9D0A-EA2D1A1D7B39}" dt="2023-05-05T14:00:49.210" v="12697" actId="1076"/>
          <ac:spMkLst>
            <pc:docMk/>
            <pc:sldMk cId="1482327814" sldId="489"/>
            <ac:spMk id="18" creationId="{9248CEA2-FBDC-F79C-5551-3EC9654C780F}"/>
          </ac:spMkLst>
        </pc:spChg>
        <pc:spChg chg="mod">
          <ac:chgData name="Chris Alvin" userId="1477fe7d-12c1-4dcd-b708-f1331679ff1c" providerId="ADAL" clId="{F53F870B-49DD-4E1C-9D0A-EA2D1A1D7B39}" dt="2023-05-22T13:03:10.697" v="15401" actId="1076"/>
          <ac:spMkLst>
            <pc:docMk/>
            <pc:sldMk cId="1482327814" sldId="489"/>
            <ac:spMk id="24" creationId="{C4E37E46-8FED-BBB7-91E6-46C9230E7281}"/>
          </ac:spMkLst>
        </pc:spChg>
        <pc:spChg chg="mod">
          <ac:chgData name="Chris Alvin" userId="1477fe7d-12c1-4dcd-b708-f1331679ff1c" providerId="ADAL" clId="{F53F870B-49DD-4E1C-9D0A-EA2D1A1D7B39}" dt="2023-05-05T14:01:48.057" v="12761" actId="122"/>
          <ac:spMkLst>
            <pc:docMk/>
            <pc:sldMk cId="1482327814" sldId="489"/>
            <ac:spMk id="25" creationId="{E19E23F2-86B3-0F96-6B4F-DC0A4A39EEB8}"/>
          </ac:spMkLst>
        </pc:spChg>
        <pc:cxnChg chg="del">
          <ac:chgData name="Chris Alvin" userId="1477fe7d-12c1-4dcd-b708-f1331679ff1c" providerId="ADAL" clId="{F53F870B-49DD-4E1C-9D0A-EA2D1A1D7B39}" dt="2023-05-05T14:00:19.262" v="12648" actId="478"/>
          <ac:cxnSpMkLst>
            <pc:docMk/>
            <pc:sldMk cId="1482327814" sldId="489"/>
            <ac:cxnSpMk id="20" creationId="{8A3558A0-1D9B-4B68-AA76-B6E80E9FC141}"/>
          </ac:cxnSpMkLst>
        </pc:cxnChg>
      </pc:sldChg>
      <pc:sldChg chg="add del">
        <pc:chgData name="Chris Alvin" userId="1477fe7d-12c1-4dcd-b708-f1331679ff1c" providerId="ADAL" clId="{F53F870B-49DD-4E1C-9D0A-EA2D1A1D7B39}" dt="2023-05-05T13:16:05.121" v="11938" actId="47"/>
        <pc:sldMkLst>
          <pc:docMk/>
          <pc:sldMk cId="2172078350" sldId="489"/>
        </pc:sldMkLst>
      </pc:sldChg>
      <pc:sldChg chg="addSp delSp modSp add mod">
        <pc:chgData name="Chris Alvin" userId="1477fe7d-12c1-4dcd-b708-f1331679ff1c" providerId="ADAL" clId="{F53F870B-49DD-4E1C-9D0A-EA2D1A1D7B39}" dt="2023-05-05T15:36:27.657" v="14586" actId="20577"/>
        <pc:sldMkLst>
          <pc:docMk/>
          <pc:sldMk cId="4156714300" sldId="490"/>
        </pc:sldMkLst>
        <pc:spChg chg="add mod">
          <ac:chgData name="Chris Alvin" userId="1477fe7d-12c1-4dcd-b708-f1331679ff1c" providerId="ADAL" clId="{F53F870B-49DD-4E1C-9D0A-EA2D1A1D7B39}" dt="2023-05-05T15:16:09.174" v="14120" actId="1076"/>
          <ac:spMkLst>
            <pc:docMk/>
            <pc:sldMk cId="4156714300" sldId="490"/>
            <ac:spMk id="2" creationId="{89FD7520-AA3E-0618-F416-453A0B50B20E}"/>
          </ac:spMkLst>
        </pc:spChg>
        <pc:spChg chg="add mod">
          <ac:chgData name="Chris Alvin" userId="1477fe7d-12c1-4dcd-b708-f1331679ff1c" providerId="ADAL" clId="{F53F870B-49DD-4E1C-9D0A-EA2D1A1D7B39}" dt="2023-05-05T15:16:05.532" v="14119" actId="1076"/>
          <ac:spMkLst>
            <pc:docMk/>
            <pc:sldMk cId="4156714300" sldId="490"/>
            <ac:spMk id="3" creationId="{89027A89-9A28-66BC-FBAD-214CC7230490}"/>
          </ac:spMkLst>
        </pc:spChg>
        <pc:spChg chg="mod">
          <ac:chgData name="Chris Alvin" userId="1477fe7d-12c1-4dcd-b708-f1331679ff1c" providerId="ADAL" clId="{F53F870B-49DD-4E1C-9D0A-EA2D1A1D7B39}" dt="2023-05-05T14:08:47.377" v="12968" actId="6549"/>
          <ac:spMkLst>
            <pc:docMk/>
            <pc:sldMk cId="4156714300" sldId="490"/>
            <ac:spMk id="4" creationId="{00000000-0000-0000-0000-000000000000}"/>
          </ac:spMkLst>
        </pc:spChg>
        <pc:spChg chg="del">
          <ac:chgData name="Chris Alvin" userId="1477fe7d-12c1-4dcd-b708-f1331679ff1c" providerId="ADAL" clId="{F53F870B-49DD-4E1C-9D0A-EA2D1A1D7B39}" dt="2023-05-05T14:10:05.942" v="13100" actId="478"/>
          <ac:spMkLst>
            <pc:docMk/>
            <pc:sldMk cId="4156714300" sldId="490"/>
            <ac:spMk id="5" creationId="{11582FFE-CB02-F396-B850-206EF85D6A8F}"/>
          </ac:spMkLst>
        </pc:spChg>
        <pc:spChg chg="del">
          <ac:chgData name="Chris Alvin" userId="1477fe7d-12c1-4dcd-b708-f1331679ff1c" providerId="ADAL" clId="{F53F870B-49DD-4E1C-9D0A-EA2D1A1D7B39}" dt="2023-05-05T14:10:05.942" v="13100" actId="478"/>
          <ac:spMkLst>
            <pc:docMk/>
            <pc:sldMk cId="4156714300" sldId="490"/>
            <ac:spMk id="6" creationId="{8602DC49-3C0C-9CE0-7908-1211BCB743C2}"/>
          </ac:spMkLst>
        </pc:spChg>
        <pc:spChg chg="del mod">
          <ac:chgData name="Chris Alvin" userId="1477fe7d-12c1-4dcd-b708-f1331679ff1c" providerId="ADAL" clId="{F53F870B-49DD-4E1C-9D0A-EA2D1A1D7B39}" dt="2023-05-05T14:10:14.398" v="13102" actId="478"/>
          <ac:spMkLst>
            <pc:docMk/>
            <pc:sldMk cId="4156714300" sldId="490"/>
            <ac:spMk id="7" creationId="{39B9B31C-2C7C-883F-0CFE-F39D172EB9C6}"/>
          </ac:spMkLst>
        </pc:spChg>
        <pc:spChg chg="add mod">
          <ac:chgData name="Chris Alvin" userId="1477fe7d-12c1-4dcd-b708-f1331679ff1c" providerId="ADAL" clId="{F53F870B-49DD-4E1C-9D0A-EA2D1A1D7B39}" dt="2023-05-05T15:16:09.174" v="14120" actId="1076"/>
          <ac:spMkLst>
            <pc:docMk/>
            <pc:sldMk cId="4156714300" sldId="490"/>
            <ac:spMk id="8" creationId="{A00F8D34-4D89-A8D5-645C-9789B0D75713}"/>
          </ac:spMkLst>
        </pc:spChg>
        <pc:spChg chg="add mod">
          <ac:chgData name="Chris Alvin" userId="1477fe7d-12c1-4dcd-b708-f1331679ff1c" providerId="ADAL" clId="{F53F870B-49DD-4E1C-9D0A-EA2D1A1D7B39}" dt="2023-05-05T15:16:22.495" v="14122" actId="1076"/>
          <ac:spMkLst>
            <pc:docMk/>
            <pc:sldMk cId="4156714300" sldId="490"/>
            <ac:spMk id="9" creationId="{962A4754-CF4C-3EF1-D907-4FDABEB7A66F}"/>
          </ac:spMkLst>
        </pc:spChg>
        <pc:spChg chg="add mod">
          <ac:chgData name="Chris Alvin" userId="1477fe7d-12c1-4dcd-b708-f1331679ff1c" providerId="ADAL" clId="{F53F870B-49DD-4E1C-9D0A-EA2D1A1D7B39}" dt="2023-05-05T15:16:19.318" v="14121" actId="1076"/>
          <ac:spMkLst>
            <pc:docMk/>
            <pc:sldMk cId="4156714300" sldId="490"/>
            <ac:spMk id="10" creationId="{6BC698CC-4CFC-29BC-4A0B-A7F6FE8E7337}"/>
          </ac:spMkLst>
        </pc:spChg>
        <pc:spChg chg="add mod">
          <ac:chgData name="Chris Alvin" userId="1477fe7d-12c1-4dcd-b708-f1331679ff1c" providerId="ADAL" clId="{F53F870B-49DD-4E1C-9D0A-EA2D1A1D7B39}" dt="2023-05-05T15:16:19.318" v="14121" actId="1076"/>
          <ac:spMkLst>
            <pc:docMk/>
            <pc:sldMk cId="4156714300" sldId="490"/>
            <ac:spMk id="11" creationId="{2EE72649-FD95-77A4-6613-ACDA1EFB5AB1}"/>
          </ac:spMkLst>
        </pc:spChg>
        <pc:spChg chg="add mod">
          <ac:chgData name="Chris Alvin" userId="1477fe7d-12c1-4dcd-b708-f1331679ff1c" providerId="ADAL" clId="{F53F870B-49DD-4E1C-9D0A-EA2D1A1D7B39}" dt="2023-05-05T15:16:19.318" v="14121" actId="1076"/>
          <ac:spMkLst>
            <pc:docMk/>
            <pc:sldMk cId="4156714300" sldId="490"/>
            <ac:spMk id="12" creationId="{55092354-08E2-FA8A-10E8-3DDB4A33C958}"/>
          </ac:spMkLst>
        </pc:spChg>
        <pc:spChg chg="add mod">
          <ac:chgData name="Chris Alvin" userId="1477fe7d-12c1-4dcd-b708-f1331679ff1c" providerId="ADAL" clId="{F53F870B-49DD-4E1C-9D0A-EA2D1A1D7B39}" dt="2023-05-05T15:16:19.318" v="14121" actId="1076"/>
          <ac:spMkLst>
            <pc:docMk/>
            <pc:sldMk cId="4156714300" sldId="490"/>
            <ac:spMk id="13" creationId="{CAEE570D-FABB-EE3B-4DBB-73031EF0DBF1}"/>
          </ac:spMkLst>
        </pc:spChg>
        <pc:spChg chg="add mod">
          <ac:chgData name="Chris Alvin" userId="1477fe7d-12c1-4dcd-b708-f1331679ff1c" providerId="ADAL" clId="{F53F870B-49DD-4E1C-9D0A-EA2D1A1D7B39}" dt="2023-05-05T15:36:27.657" v="14586" actId="20577"/>
          <ac:spMkLst>
            <pc:docMk/>
            <pc:sldMk cId="4156714300" sldId="490"/>
            <ac:spMk id="14" creationId="{B8185C9B-0D9C-9E65-808C-5B59D2320805}"/>
          </ac:spMkLst>
        </pc:spChg>
        <pc:spChg chg="mod">
          <ac:chgData name="Chris Alvin" userId="1477fe7d-12c1-4dcd-b708-f1331679ff1c" providerId="ADAL" clId="{F53F870B-49DD-4E1C-9D0A-EA2D1A1D7B39}" dt="2023-05-05T15:16:03.563" v="14118" actId="1076"/>
          <ac:spMkLst>
            <pc:docMk/>
            <pc:sldMk cId="4156714300" sldId="490"/>
            <ac:spMk id="15" creationId="{CCBCF56B-B95F-5C99-03E2-AF6AB627AD02}"/>
          </ac:spMkLst>
        </pc:spChg>
        <pc:spChg chg="del mod">
          <ac:chgData name="Chris Alvin" userId="1477fe7d-12c1-4dcd-b708-f1331679ff1c" providerId="ADAL" clId="{F53F870B-49DD-4E1C-9D0A-EA2D1A1D7B39}" dt="2023-05-05T14:10:55.598" v="13201" actId="478"/>
          <ac:spMkLst>
            <pc:docMk/>
            <pc:sldMk cId="4156714300" sldId="490"/>
            <ac:spMk id="16" creationId="{7CD9E4D0-3F96-2C32-C304-398D772B2C50}"/>
          </ac:spMkLst>
        </pc:spChg>
        <pc:spChg chg="del mod">
          <ac:chgData name="Chris Alvin" userId="1477fe7d-12c1-4dcd-b708-f1331679ff1c" providerId="ADAL" clId="{F53F870B-49DD-4E1C-9D0A-EA2D1A1D7B39}" dt="2023-05-05T14:18:14.329" v="13397" actId="478"/>
          <ac:spMkLst>
            <pc:docMk/>
            <pc:sldMk cId="4156714300" sldId="490"/>
            <ac:spMk id="17" creationId="{13106A2C-B8DD-FD76-9AE3-3647ABDAEFE6}"/>
          </ac:spMkLst>
        </pc:spChg>
        <pc:spChg chg="del mod">
          <ac:chgData name="Chris Alvin" userId="1477fe7d-12c1-4dcd-b708-f1331679ff1c" providerId="ADAL" clId="{F53F870B-49DD-4E1C-9D0A-EA2D1A1D7B39}" dt="2023-05-05T14:18:14.329" v="13397" actId="478"/>
          <ac:spMkLst>
            <pc:docMk/>
            <pc:sldMk cId="4156714300" sldId="490"/>
            <ac:spMk id="18" creationId="{9248CEA2-FBDC-F79C-5551-3EC9654C780F}"/>
          </ac:spMkLst>
        </pc:spChg>
        <pc:spChg chg="del mod">
          <ac:chgData name="Chris Alvin" userId="1477fe7d-12c1-4dcd-b708-f1331679ff1c" providerId="ADAL" clId="{F53F870B-49DD-4E1C-9D0A-EA2D1A1D7B39}" dt="2023-05-05T14:18:14.329" v="13397" actId="478"/>
          <ac:spMkLst>
            <pc:docMk/>
            <pc:sldMk cId="4156714300" sldId="490"/>
            <ac:spMk id="24" creationId="{C4E37E46-8FED-BBB7-91E6-46C9230E7281}"/>
          </ac:spMkLst>
        </pc:spChg>
        <pc:spChg chg="del mod">
          <ac:chgData name="Chris Alvin" userId="1477fe7d-12c1-4dcd-b708-f1331679ff1c" providerId="ADAL" clId="{F53F870B-49DD-4E1C-9D0A-EA2D1A1D7B39}" dt="2023-05-05T14:18:14.329" v="13397" actId="478"/>
          <ac:spMkLst>
            <pc:docMk/>
            <pc:sldMk cId="4156714300" sldId="490"/>
            <ac:spMk id="25" creationId="{E19E23F2-86B3-0F96-6B4F-DC0A4A39EEB8}"/>
          </ac:spMkLst>
        </pc:spChg>
      </pc:sldChg>
      <pc:sldChg chg="addSp delSp modSp add mod">
        <pc:chgData name="Chris Alvin" userId="1477fe7d-12c1-4dcd-b708-f1331679ff1c" providerId="ADAL" clId="{F53F870B-49DD-4E1C-9D0A-EA2D1A1D7B39}" dt="2023-05-05T14:50:01.798" v="13704" actId="20577"/>
        <pc:sldMkLst>
          <pc:docMk/>
          <pc:sldMk cId="3389626299" sldId="491"/>
        </pc:sldMkLst>
        <pc:spChg chg="del">
          <ac:chgData name="Chris Alvin" userId="1477fe7d-12c1-4dcd-b708-f1331679ff1c" providerId="ADAL" clId="{F53F870B-49DD-4E1C-9D0A-EA2D1A1D7B39}" dt="2023-05-05T14:20:40.576" v="13436" actId="478"/>
          <ac:spMkLst>
            <pc:docMk/>
            <pc:sldMk cId="3389626299" sldId="491"/>
            <ac:spMk id="2" creationId="{89FD7520-AA3E-0618-F416-453A0B50B20E}"/>
          </ac:spMkLst>
        </pc:spChg>
        <pc:spChg chg="del">
          <ac:chgData name="Chris Alvin" userId="1477fe7d-12c1-4dcd-b708-f1331679ff1c" providerId="ADAL" clId="{F53F870B-49DD-4E1C-9D0A-EA2D1A1D7B39}" dt="2023-05-05T14:20:40.576" v="13436" actId="478"/>
          <ac:spMkLst>
            <pc:docMk/>
            <pc:sldMk cId="3389626299" sldId="491"/>
            <ac:spMk id="3" creationId="{89027A89-9A28-66BC-FBAD-214CC7230490}"/>
          </ac:spMkLst>
        </pc:spChg>
        <pc:spChg chg="mod">
          <ac:chgData name="Chris Alvin" userId="1477fe7d-12c1-4dcd-b708-f1331679ff1c" providerId="ADAL" clId="{F53F870B-49DD-4E1C-9D0A-EA2D1A1D7B39}" dt="2023-05-05T14:19:22.072" v="13435" actId="2711"/>
          <ac:spMkLst>
            <pc:docMk/>
            <pc:sldMk cId="3389626299" sldId="491"/>
            <ac:spMk id="4" creationId="{00000000-0000-0000-0000-000000000000}"/>
          </ac:spMkLst>
        </pc:spChg>
        <pc:spChg chg="add mod">
          <ac:chgData name="Chris Alvin" userId="1477fe7d-12c1-4dcd-b708-f1331679ff1c" providerId="ADAL" clId="{F53F870B-49DD-4E1C-9D0A-EA2D1A1D7B39}" dt="2023-05-05T14:47:54.402" v="13630" actId="1076"/>
          <ac:spMkLst>
            <pc:docMk/>
            <pc:sldMk cId="3389626299" sldId="491"/>
            <ac:spMk id="5" creationId="{B26D2A3F-8A1E-6E6C-B725-959D2F8FA3C8}"/>
          </ac:spMkLst>
        </pc:spChg>
        <pc:spChg chg="add del">
          <ac:chgData name="Chris Alvin" userId="1477fe7d-12c1-4dcd-b708-f1331679ff1c" providerId="ADAL" clId="{F53F870B-49DD-4E1C-9D0A-EA2D1A1D7B39}" dt="2023-05-05T14:28:48.127" v="13466" actId="22"/>
          <ac:spMkLst>
            <pc:docMk/>
            <pc:sldMk cId="3389626299" sldId="491"/>
            <ac:spMk id="7" creationId="{6DAC5FB9-60A9-3F73-7D90-22CA978FA72D}"/>
          </ac:spMkLst>
        </pc:spChg>
        <pc:spChg chg="del">
          <ac:chgData name="Chris Alvin" userId="1477fe7d-12c1-4dcd-b708-f1331679ff1c" providerId="ADAL" clId="{F53F870B-49DD-4E1C-9D0A-EA2D1A1D7B39}" dt="2023-05-05T14:20:40.576" v="13436" actId="478"/>
          <ac:spMkLst>
            <pc:docMk/>
            <pc:sldMk cId="3389626299" sldId="491"/>
            <ac:spMk id="8" creationId="{A00F8D34-4D89-A8D5-645C-9789B0D75713}"/>
          </ac:spMkLst>
        </pc:spChg>
        <pc:spChg chg="add mod">
          <ac:chgData name="Chris Alvin" userId="1477fe7d-12c1-4dcd-b708-f1331679ff1c" providerId="ADAL" clId="{F53F870B-49DD-4E1C-9D0A-EA2D1A1D7B39}" dt="2023-05-05T14:50:01.798" v="13704" actId="20577"/>
          <ac:spMkLst>
            <pc:docMk/>
            <pc:sldMk cId="3389626299" sldId="491"/>
            <ac:spMk id="10" creationId="{99A0A257-2413-437F-8274-9ED1F1853F95}"/>
          </ac:spMkLst>
        </pc:spChg>
        <pc:spChg chg="add mod">
          <ac:chgData name="Chris Alvin" userId="1477fe7d-12c1-4dcd-b708-f1331679ff1c" providerId="ADAL" clId="{F53F870B-49DD-4E1C-9D0A-EA2D1A1D7B39}" dt="2023-05-05T14:48:01.075" v="13631" actId="1076"/>
          <ac:spMkLst>
            <pc:docMk/>
            <pc:sldMk cId="3389626299" sldId="491"/>
            <ac:spMk id="11" creationId="{5ED5F1FE-E9E1-DD8D-5D6B-FD075FB589C0}"/>
          </ac:spMkLst>
        </pc:spChg>
        <pc:spChg chg="add mod">
          <ac:chgData name="Chris Alvin" userId="1477fe7d-12c1-4dcd-b708-f1331679ff1c" providerId="ADAL" clId="{F53F870B-49DD-4E1C-9D0A-EA2D1A1D7B39}" dt="2023-05-05T14:47:09.368" v="13581" actId="14100"/>
          <ac:spMkLst>
            <pc:docMk/>
            <pc:sldMk cId="3389626299" sldId="491"/>
            <ac:spMk id="13" creationId="{BB30E802-93F8-7262-C116-F53D3F40B524}"/>
          </ac:spMkLst>
        </pc:spChg>
        <pc:spChg chg="del">
          <ac:chgData name="Chris Alvin" userId="1477fe7d-12c1-4dcd-b708-f1331679ff1c" providerId="ADAL" clId="{F53F870B-49DD-4E1C-9D0A-EA2D1A1D7B39}" dt="2023-05-05T14:20:40.576" v="13436" actId="478"/>
          <ac:spMkLst>
            <pc:docMk/>
            <pc:sldMk cId="3389626299" sldId="491"/>
            <ac:spMk id="15" creationId="{CCBCF56B-B95F-5C99-03E2-AF6AB627AD02}"/>
          </ac:spMkLst>
        </pc:spChg>
        <pc:spChg chg="add mod">
          <ac:chgData name="Chris Alvin" userId="1477fe7d-12c1-4dcd-b708-f1331679ff1c" providerId="ADAL" clId="{F53F870B-49DD-4E1C-9D0A-EA2D1A1D7B39}" dt="2023-05-05T14:48:22.981" v="13634"/>
          <ac:spMkLst>
            <pc:docMk/>
            <pc:sldMk cId="3389626299" sldId="491"/>
            <ac:spMk id="18" creationId="{1D492960-FBE7-503C-0102-1AC475D16301}"/>
          </ac:spMkLst>
        </pc:spChg>
        <pc:spChg chg="add mod">
          <ac:chgData name="Chris Alvin" userId="1477fe7d-12c1-4dcd-b708-f1331679ff1c" providerId="ADAL" clId="{F53F870B-49DD-4E1C-9D0A-EA2D1A1D7B39}" dt="2023-05-05T14:47:51.179" v="13629" actId="1076"/>
          <ac:spMkLst>
            <pc:docMk/>
            <pc:sldMk cId="3389626299" sldId="491"/>
            <ac:spMk id="19" creationId="{1A4B31F4-579B-CCEF-4F7B-5C600CA93B89}"/>
          </ac:spMkLst>
        </pc:spChg>
        <pc:picChg chg="add mod modCrop">
          <ac:chgData name="Chris Alvin" userId="1477fe7d-12c1-4dcd-b708-f1331679ff1c" providerId="ADAL" clId="{F53F870B-49DD-4E1C-9D0A-EA2D1A1D7B39}" dt="2023-05-05T14:34:51.168" v="13536" actId="1076"/>
          <ac:picMkLst>
            <pc:docMk/>
            <pc:sldMk cId="3389626299" sldId="491"/>
            <ac:picMk id="16" creationId="{106820DD-AB9A-A3C6-9103-86F5172E8881}"/>
          </ac:picMkLst>
        </pc:picChg>
      </pc:sldChg>
      <pc:sldChg chg="addSp delSp modSp add mod">
        <pc:chgData name="Chris Alvin" userId="1477fe7d-12c1-4dcd-b708-f1331679ff1c" providerId="ADAL" clId="{F53F870B-49DD-4E1C-9D0A-EA2D1A1D7B39}" dt="2023-05-22T13:19:31.655" v="15711" actId="1076"/>
        <pc:sldMkLst>
          <pc:docMk/>
          <pc:sldMk cId="905469517" sldId="492"/>
        </pc:sldMkLst>
        <pc:spChg chg="add mod">
          <ac:chgData name="Chris Alvin" userId="1477fe7d-12c1-4dcd-b708-f1331679ff1c" providerId="ADAL" clId="{F53F870B-49DD-4E1C-9D0A-EA2D1A1D7B39}" dt="2023-05-22T13:19:17.622" v="15708" actId="1076"/>
          <ac:spMkLst>
            <pc:docMk/>
            <pc:sldMk cId="905469517" sldId="492"/>
            <ac:spMk id="2" creationId="{A2A498B4-76FD-B84F-72E7-92B1268AA9BB}"/>
          </ac:spMkLst>
        </pc:spChg>
        <pc:spChg chg="add mod">
          <ac:chgData name="Chris Alvin" userId="1477fe7d-12c1-4dcd-b708-f1331679ff1c" providerId="ADAL" clId="{F53F870B-49DD-4E1C-9D0A-EA2D1A1D7B39}" dt="2023-05-05T15:19:52.192" v="14253" actId="571"/>
          <ac:spMkLst>
            <pc:docMk/>
            <pc:sldMk cId="905469517" sldId="492"/>
            <ac:spMk id="3" creationId="{70CA0E86-992C-EAA9-CB3C-0B616FE63FB0}"/>
          </ac:spMkLst>
        </pc:spChg>
        <pc:spChg chg="add mod">
          <ac:chgData name="Chris Alvin" userId="1477fe7d-12c1-4dcd-b708-f1331679ff1c" providerId="ADAL" clId="{F53F870B-49DD-4E1C-9D0A-EA2D1A1D7B39}" dt="2023-05-22T13:19:28.745" v="15710" actId="1076"/>
          <ac:spMkLst>
            <pc:docMk/>
            <pc:sldMk cId="905469517" sldId="492"/>
            <ac:spMk id="3" creationId="{C71D005C-3BBD-0619-7693-0E04ADED0173}"/>
          </ac:spMkLst>
        </pc:spChg>
        <pc:spChg chg="mod">
          <ac:chgData name="Chris Alvin" userId="1477fe7d-12c1-4dcd-b708-f1331679ff1c" providerId="ADAL" clId="{F53F870B-49DD-4E1C-9D0A-EA2D1A1D7B39}" dt="2023-05-05T15:16:36.341" v="14131" actId="20577"/>
          <ac:spMkLst>
            <pc:docMk/>
            <pc:sldMk cId="905469517" sldId="492"/>
            <ac:spMk id="4" creationId="{00000000-0000-0000-0000-000000000000}"/>
          </ac:spMkLst>
        </pc:spChg>
        <pc:spChg chg="del">
          <ac:chgData name="Chris Alvin" userId="1477fe7d-12c1-4dcd-b708-f1331679ff1c" providerId="ADAL" clId="{F53F870B-49DD-4E1C-9D0A-EA2D1A1D7B39}" dt="2023-05-05T15:25:27.590" v="14410" actId="478"/>
          <ac:spMkLst>
            <pc:docMk/>
            <pc:sldMk cId="905469517" sldId="492"/>
            <ac:spMk id="5" creationId="{11582FFE-CB02-F396-B850-206EF85D6A8F}"/>
          </ac:spMkLst>
        </pc:spChg>
        <pc:spChg chg="add mod">
          <ac:chgData name="Chris Alvin" userId="1477fe7d-12c1-4dcd-b708-f1331679ff1c" providerId="ADAL" clId="{F53F870B-49DD-4E1C-9D0A-EA2D1A1D7B39}" dt="2023-05-22T13:19:28.745" v="15710" actId="1076"/>
          <ac:spMkLst>
            <pc:docMk/>
            <pc:sldMk cId="905469517" sldId="492"/>
            <ac:spMk id="5" creationId="{66AB0A75-A180-417C-AFEC-A47BDBFB65A4}"/>
          </ac:spMkLst>
        </pc:spChg>
        <pc:spChg chg="del">
          <ac:chgData name="Chris Alvin" userId="1477fe7d-12c1-4dcd-b708-f1331679ff1c" providerId="ADAL" clId="{F53F870B-49DD-4E1C-9D0A-EA2D1A1D7B39}" dt="2023-05-05T15:25:27.590" v="14410" actId="478"/>
          <ac:spMkLst>
            <pc:docMk/>
            <pc:sldMk cId="905469517" sldId="492"/>
            <ac:spMk id="6" creationId="{8602DC49-3C0C-9CE0-7908-1211BCB743C2}"/>
          </ac:spMkLst>
        </pc:spChg>
        <pc:spChg chg="mod">
          <ac:chgData name="Chris Alvin" userId="1477fe7d-12c1-4dcd-b708-f1331679ff1c" providerId="ADAL" clId="{F53F870B-49DD-4E1C-9D0A-EA2D1A1D7B39}" dt="2023-05-22T13:19:28.745" v="15710" actId="1076"/>
          <ac:spMkLst>
            <pc:docMk/>
            <pc:sldMk cId="905469517" sldId="492"/>
            <ac:spMk id="7" creationId="{39B9B31C-2C7C-883F-0CFE-F39D172EB9C6}"/>
          </ac:spMkLst>
        </pc:spChg>
        <pc:spChg chg="add mod">
          <ac:chgData name="Chris Alvin" userId="1477fe7d-12c1-4dcd-b708-f1331679ff1c" providerId="ADAL" clId="{F53F870B-49DD-4E1C-9D0A-EA2D1A1D7B39}" dt="2023-05-22T13:19:31.655" v="15711" actId="1076"/>
          <ac:spMkLst>
            <pc:docMk/>
            <pc:sldMk cId="905469517" sldId="492"/>
            <ac:spMk id="8" creationId="{BFEAD904-012F-42D3-E5C1-D49181F63C3C}"/>
          </ac:spMkLst>
        </pc:spChg>
        <pc:spChg chg="add mod">
          <ac:chgData name="Chris Alvin" userId="1477fe7d-12c1-4dcd-b708-f1331679ff1c" providerId="ADAL" clId="{F53F870B-49DD-4E1C-9D0A-EA2D1A1D7B39}" dt="2023-05-22T13:19:03.284" v="15705" actId="1076"/>
          <ac:spMkLst>
            <pc:docMk/>
            <pc:sldMk cId="905469517" sldId="492"/>
            <ac:spMk id="9" creationId="{BB1E92F7-1C32-0977-0234-C82520E408BE}"/>
          </ac:spMkLst>
        </pc:spChg>
        <pc:spChg chg="add mod">
          <ac:chgData name="Chris Alvin" userId="1477fe7d-12c1-4dcd-b708-f1331679ff1c" providerId="ADAL" clId="{F53F870B-49DD-4E1C-9D0A-EA2D1A1D7B39}" dt="2023-05-22T13:19:03.284" v="15705" actId="1076"/>
          <ac:spMkLst>
            <pc:docMk/>
            <pc:sldMk cId="905469517" sldId="492"/>
            <ac:spMk id="11" creationId="{92E66BF6-ED2B-844A-8089-015D847C4D8E}"/>
          </ac:spMkLst>
        </pc:spChg>
        <pc:spChg chg="add del mod">
          <ac:chgData name="Chris Alvin" userId="1477fe7d-12c1-4dcd-b708-f1331679ff1c" providerId="ADAL" clId="{F53F870B-49DD-4E1C-9D0A-EA2D1A1D7B39}" dt="2023-05-05T15:29:10.950" v="14507" actId="478"/>
          <ac:spMkLst>
            <pc:docMk/>
            <pc:sldMk cId="905469517" sldId="492"/>
            <ac:spMk id="12" creationId="{652E682C-4356-B617-4B1B-4C7748889013}"/>
          </ac:spMkLst>
        </pc:spChg>
        <pc:spChg chg="add mod">
          <ac:chgData name="Chris Alvin" userId="1477fe7d-12c1-4dcd-b708-f1331679ff1c" providerId="ADAL" clId="{F53F870B-49DD-4E1C-9D0A-EA2D1A1D7B39}" dt="2023-05-22T13:19:28.745" v="15710" actId="1076"/>
          <ac:spMkLst>
            <pc:docMk/>
            <pc:sldMk cId="905469517" sldId="492"/>
            <ac:spMk id="13" creationId="{5CE0549D-CE35-5BA3-45E4-A0E501540F54}"/>
          </ac:spMkLst>
        </pc:spChg>
        <pc:spChg chg="add mod">
          <ac:chgData name="Chris Alvin" userId="1477fe7d-12c1-4dcd-b708-f1331679ff1c" providerId="ADAL" clId="{F53F870B-49DD-4E1C-9D0A-EA2D1A1D7B39}" dt="2023-05-22T13:19:28.745" v="15710" actId="1076"/>
          <ac:spMkLst>
            <pc:docMk/>
            <pc:sldMk cId="905469517" sldId="492"/>
            <ac:spMk id="14" creationId="{64AD316C-845F-D7B1-844B-A59F5D2BF6FE}"/>
          </ac:spMkLst>
        </pc:spChg>
        <pc:spChg chg="mod">
          <ac:chgData name="Chris Alvin" userId="1477fe7d-12c1-4dcd-b708-f1331679ff1c" providerId="ADAL" clId="{F53F870B-49DD-4E1C-9D0A-EA2D1A1D7B39}" dt="2023-05-05T16:04:52.578" v="14963" actId="1076"/>
          <ac:spMkLst>
            <pc:docMk/>
            <pc:sldMk cId="905469517" sldId="492"/>
            <ac:spMk id="15" creationId="{CCBCF56B-B95F-5C99-03E2-AF6AB627AD02}"/>
          </ac:spMkLst>
        </pc:spChg>
        <pc:spChg chg="mod">
          <ac:chgData name="Chris Alvin" userId="1477fe7d-12c1-4dcd-b708-f1331679ff1c" providerId="ADAL" clId="{F53F870B-49DD-4E1C-9D0A-EA2D1A1D7B39}" dt="2023-05-05T16:04:55.194" v="14964" actId="1076"/>
          <ac:spMkLst>
            <pc:docMk/>
            <pc:sldMk cId="905469517" sldId="492"/>
            <ac:spMk id="16" creationId="{7CD9E4D0-3F96-2C32-C304-398D772B2C50}"/>
          </ac:spMkLst>
        </pc:spChg>
        <pc:spChg chg="mod">
          <ac:chgData name="Chris Alvin" userId="1477fe7d-12c1-4dcd-b708-f1331679ff1c" providerId="ADAL" clId="{F53F870B-49DD-4E1C-9D0A-EA2D1A1D7B39}" dt="2023-05-22T13:19:03.284" v="15705" actId="1076"/>
          <ac:spMkLst>
            <pc:docMk/>
            <pc:sldMk cId="905469517" sldId="492"/>
            <ac:spMk id="17" creationId="{13106A2C-B8DD-FD76-9AE3-3647ABDAEFE6}"/>
          </ac:spMkLst>
        </pc:spChg>
        <pc:spChg chg="mod">
          <ac:chgData name="Chris Alvin" userId="1477fe7d-12c1-4dcd-b708-f1331679ff1c" providerId="ADAL" clId="{F53F870B-49DD-4E1C-9D0A-EA2D1A1D7B39}" dt="2023-05-22T13:19:03.284" v="15705" actId="1076"/>
          <ac:spMkLst>
            <pc:docMk/>
            <pc:sldMk cId="905469517" sldId="492"/>
            <ac:spMk id="18" creationId="{9248CEA2-FBDC-F79C-5551-3EC9654C780F}"/>
          </ac:spMkLst>
        </pc:spChg>
        <pc:spChg chg="add del mod">
          <ac:chgData name="Chris Alvin" userId="1477fe7d-12c1-4dcd-b708-f1331679ff1c" providerId="ADAL" clId="{F53F870B-49DD-4E1C-9D0A-EA2D1A1D7B39}" dt="2023-05-05T15:39:12.688" v="14766" actId="478"/>
          <ac:spMkLst>
            <pc:docMk/>
            <pc:sldMk cId="905469517" sldId="492"/>
            <ac:spMk id="19" creationId="{425F90EE-B36B-DD6F-B3D1-538A71E091DC}"/>
          </ac:spMkLst>
        </pc:spChg>
        <pc:spChg chg="add del mod">
          <ac:chgData name="Chris Alvin" userId="1477fe7d-12c1-4dcd-b708-f1331679ff1c" providerId="ADAL" clId="{F53F870B-49DD-4E1C-9D0A-EA2D1A1D7B39}" dt="2023-05-05T15:53:46.544" v="14853" actId="478"/>
          <ac:spMkLst>
            <pc:docMk/>
            <pc:sldMk cId="905469517" sldId="492"/>
            <ac:spMk id="20" creationId="{5D18E98A-1430-D9EA-8989-131CC2B4F776}"/>
          </ac:spMkLst>
        </pc:spChg>
        <pc:spChg chg="add del mod">
          <ac:chgData name="Chris Alvin" userId="1477fe7d-12c1-4dcd-b708-f1331679ff1c" providerId="ADAL" clId="{F53F870B-49DD-4E1C-9D0A-EA2D1A1D7B39}" dt="2023-05-05T15:53:46.544" v="14853" actId="478"/>
          <ac:spMkLst>
            <pc:docMk/>
            <pc:sldMk cId="905469517" sldId="492"/>
            <ac:spMk id="22" creationId="{952139BB-132B-36AD-EDB1-CBFAE75F7B62}"/>
          </ac:spMkLst>
        </pc:spChg>
        <pc:spChg chg="add mod">
          <ac:chgData name="Chris Alvin" userId="1477fe7d-12c1-4dcd-b708-f1331679ff1c" providerId="ADAL" clId="{F53F870B-49DD-4E1C-9D0A-EA2D1A1D7B39}" dt="2023-05-22T13:19:28.745" v="15710" actId="1076"/>
          <ac:spMkLst>
            <pc:docMk/>
            <pc:sldMk cId="905469517" sldId="492"/>
            <ac:spMk id="23" creationId="{9D020D72-AA79-FBB0-DDBC-2C8EB9E6958E}"/>
          </ac:spMkLst>
        </pc:spChg>
        <pc:spChg chg="del">
          <ac:chgData name="Chris Alvin" userId="1477fe7d-12c1-4dcd-b708-f1331679ff1c" providerId="ADAL" clId="{F53F870B-49DD-4E1C-9D0A-EA2D1A1D7B39}" dt="2023-05-05T15:25:23.845" v="14409" actId="478"/>
          <ac:spMkLst>
            <pc:docMk/>
            <pc:sldMk cId="905469517" sldId="492"/>
            <ac:spMk id="24" creationId="{C4E37E46-8FED-BBB7-91E6-46C9230E7281}"/>
          </ac:spMkLst>
        </pc:spChg>
        <pc:spChg chg="del">
          <ac:chgData name="Chris Alvin" userId="1477fe7d-12c1-4dcd-b708-f1331679ff1c" providerId="ADAL" clId="{F53F870B-49DD-4E1C-9D0A-EA2D1A1D7B39}" dt="2023-05-05T15:25:23.845" v="14409" actId="478"/>
          <ac:spMkLst>
            <pc:docMk/>
            <pc:sldMk cId="905469517" sldId="492"/>
            <ac:spMk id="25" creationId="{E19E23F2-86B3-0F96-6B4F-DC0A4A39EEB8}"/>
          </ac:spMkLst>
        </pc:spChg>
        <pc:spChg chg="add mod">
          <ac:chgData name="Chris Alvin" userId="1477fe7d-12c1-4dcd-b708-f1331679ff1c" providerId="ADAL" clId="{F53F870B-49DD-4E1C-9D0A-EA2D1A1D7B39}" dt="2023-05-22T13:19:28.745" v="15710" actId="1076"/>
          <ac:spMkLst>
            <pc:docMk/>
            <pc:sldMk cId="905469517" sldId="492"/>
            <ac:spMk id="26" creationId="{C25B518C-B065-03C2-B1E1-FB76F4A007F2}"/>
          </ac:spMkLst>
        </pc:spChg>
        <pc:spChg chg="add mod">
          <ac:chgData name="Chris Alvin" userId="1477fe7d-12c1-4dcd-b708-f1331679ff1c" providerId="ADAL" clId="{F53F870B-49DD-4E1C-9D0A-EA2D1A1D7B39}" dt="2023-05-22T13:19:28.745" v="15710" actId="1076"/>
          <ac:spMkLst>
            <pc:docMk/>
            <pc:sldMk cId="905469517" sldId="492"/>
            <ac:spMk id="27" creationId="{4C51046D-06A5-6367-B12D-EB9B2735D590}"/>
          </ac:spMkLst>
        </pc:spChg>
        <pc:spChg chg="add mod">
          <ac:chgData name="Chris Alvin" userId="1477fe7d-12c1-4dcd-b708-f1331679ff1c" providerId="ADAL" clId="{F53F870B-49DD-4E1C-9D0A-EA2D1A1D7B39}" dt="2023-05-22T13:19:28.745" v="15710" actId="1076"/>
          <ac:spMkLst>
            <pc:docMk/>
            <pc:sldMk cId="905469517" sldId="492"/>
            <ac:spMk id="28" creationId="{12FF0358-5851-B0C5-3488-5C46EF32A861}"/>
          </ac:spMkLst>
        </pc:spChg>
        <pc:spChg chg="add mod">
          <ac:chgData name="Chris Alvin" userId="1477fe7d-12c1-4dcd-b708-f1331679ff1c" providerId="ADAL" clId="{F53F870B-49DD-4E1C-9D0A-EA2D1A1D7B39}" dt="2023-05-22T13:19:28.745" v="15710" actId="1076"/>
          <ac:spMkLst>
            <pc:docMk/>
            <pc:sldMk cId="905469517" sldId="492"/>
            <ac:spMk id="29" creationId="{7E47875A-C61C-0171-B4CD-30A4733E26BC}"/>
          </ac:spMkLst>
        </pc:spChg>
        <pc:spChg chg="add mod">
          <ac:chgData name="Chris Alvin" userId="1477fe7d-12c1-4dcd-b708-f1331679ff1c" providerId="ADAL" clId="{F53F870B-49DD-4E1C-9D0A-EA2D1A1D7B39}" dt="2023-05-22T13:19:28.745" v="15710" actId="1076"/>
          <ac:spMkLst>
            <pc:docMk/>
            <pc:sldMk cId="905469517" sldId="492"/>
            <ac:spMk id="30" creationId="{2E60B27E-D919-EA2A-63F1-6377E04AB2B6}"/>
          </ac:spMkLst>
        </pc:spChg>
        <pc:spChg chg="add mod">
          <ac:chgData name="Chris Alvin" userId="1477fe7d-12c1-4dcd-b708-f1331679ff1c" providerId="ADAL" clId="{F53F870B-49DD-4E1C-9D0A-EA2D1A1D7B39}" dt="2023-05-22T13:19:28.745" v="15710" actId="1076"/>
          <ac:spMkLst>
            <pc:docMk/>
            <pc:sldMk cId="905469517" sldId="492"/>
            <ac:spMk id="31" creationId="{B825C01E-AA63-D075-9C72-BA70830EAECF}"/>
          </ac:spMkLst>
        </pc:spChg>
        <pc:spChg chg="add del mod">
          <ac:chgData name="Chris Alvin" userId="1477fe7d-12c1-4dcd-b708-f1331679ff1c" providerId="ADAL" clId="{F53F870B-49DD-4E1C-9D0A-EA2D1A1D7B39}" dt="2023-05-22T13:12:32.090" v="15499" actId="478"/>
          <ac:spMkLst>
            <pc:docMk/>
            <pc:sldMk cId="905469517" sldId="492"/>
            <ac:spMk id="32" creationId="{A5491EDB-1124-8EFE-AFDB-E034C6272ADA}"/>
          </ac:spMkLst>
        </pc:spChg>
        <pc:spChg chg="add del mod">
          <ac:chgData name="Chris Alvin" userId="1477fe7d-12c1-4dcd-b708-f1331679ff1c" providerId="ADAL" clId="{F53F870B-49DD-4E1C-9D0A-EA2D1A1D7B39}" dt="2023-05-22T13:12:32.090" v="15499" actId="478"/>
          <ac:spMkLst>
            <pc:docMk/>
            <pc:sldMk cId="905469517" sldId="492"/>
            <ac:spMk id="33" creationId="{C82FE11C-71CD-C0EB-B2F1-4CEAE60B3C6B}"/>
          </ac:spMkLst>
        </pc:spChg>
        <pc:spChg chg="add del mod">
          <ac:chgData name="Chris Alvin" userId="1477fe7d-12c1-4dcd-b708-f1331679ff1c" providerId="ADAL" clId="{F53F870B-49DD-4E1C-9D0A-EA2D1A1D7B39}" dt="2023-05-22T13:13:53.650" v="15612" actId="478"/>
          <ac:spMkLst>
            <pc:docMk/>
            <pc:sldMk cId="905469517" sldId="492"/>
            <ac:spMk id="34" creationId="{FF987D8A-3940-982E-FAE2-890246714B50}"/>
          </ac:spMkLst>
        </pc:spChg>
        <pc:spChg chg="add del mod">
          <ac:chgData name="Chris Alvin" userId="1477fe7d-12c1-4dcd-b708-f1331679ff1c" providerId="ADAL" clId="{F53F870B-49DD-4E1C-9D0A-EA2D1A1D7B39}" dt="2023-05-22T13:11:07.039" v="15450" actId="478"/>
          <ac:spMkLst>
            <pc:docMk/>
            <pc:sldMk cId="905469517" sldId="492"/>
            <ac:spMk id="35" creationId="{4F6DCBB9-09AF-3A59-B64B-D8B89348CD8A}"/>
          </ac:spMkLst>
        </pc:spChg>
        <pc:spChg chg="add del mod">
          <ac:chgData name="Chris Alvin" userId="1477fe7d-12c1-4dcd-b708-f1331679ff1c" providerId="ADAL" clId="{F53F870B-49DD-4E1C-9D0A-EA2D1A1D7B39}" dt="2023-05-22T13:10:39.387" v="15449" actId="478"/>
          <ac:spMkLst>
            <pc:docMk/>
            <pc:sldMk cId="905469517" sldId="492"/>
            <ac:spMk id="36" creationId="{C6235270-9FD5-5B11-EC81-0A752981C49E}"/>
          </ac:spMkLst>
        </pc:spChg>
      </pc:sldChg>
      <pc:sldChg chg="modSp add mod">
        <pc:chgData name="Chris Alvin" userId="1477fe7d-12c1-4dcd-b708-f1331679ff1c" providerId="ADAL" clId="{F53F870B-49DD-4E1C-9D0A-EA2D1A1D7B39}" dt="2023-05-22T13:20:46.721" v="15768" actId="1076"/>
        <pc:sldMkLst>
          <pc:docMk/>
          <pc:sldMk cId="4230430312" sldId="493"/>
        </pc:sldMkLst>
        <pc:spChg chg="mod">
          <ac:chgData name="Chris Alvin" userId="1477fe7d-12c1-4dcd-b708-f1331679ff1c" providerId="ADAL" clId="{F53F870B-49DD-4E1C-9D0A-EA2D1A1D7B39}" dt="2023-05-22T13:20:46.721" v="15768" actId="1076"/>
          <ac:spMkLst>
            <pc:docMk/>
            <pc:sldMk cId="4230430312" sldId="493"/>
            <ac:spMk id="2" creationId="{00000000-0000-0000-0000-000000000000}"/>
          </ac:spMkLst>
        </pc:spChg>
      </pc:sldChg>
      <pc:sldChg chg="addSp delSp modSp add mod">
        <pc:chgData name="Chris Alvin" userId="1477fe7d-12c1-4dcd-b708-f1331679ff1c" providerId="ADAL" clId="{F53F870B-49DD-4E1C-9D0A-EA2D1A1D7B39}" dt="2023-05-22T13:27:14.017" v="16074" actId="478"/>
        <pc:sldMkLst>
          <pc:docMk/>
          <pc:sldMk cId="2776809774" sldId="494"/>
        </pc:sldMkLst>
        <pc:spChg chg="add del">
          <ac:chgData name="Chris Alvin" userId="1477fe7d-12c1-4dcd-b708-f1331679ff1c" providerId="ADAL" clId="{F53F870B-49DD-4E1C-9D0A-EA2D1A1D7B39}" dt="2023-05-22T13:24:17.748" v="15772" actId="478"/>
          <ac:spMkLst>
            <pc:docMk/>
            <pc:sldMk cId="2776809774" sldId="494"/>
            <ac:spMk id="2" creationId="{A2A498B4-76FD-B84F-72E7-92B1268AA9BB}"/>
          </ac:spMkLst>
        </pc:spChg>
        <pc:spChg chg="add del">
          <ac:chgData name="Chris Alvin" userId="1477fe7d-12c1-4dcd-b708-f1331679ff1c" providerId="ADAL" clId="{F53F870B-49DD-4E1C-9D0A-EA2D1A1D7B39}" dt="2023-05-22T13:24:17.748" v="15772" actId="478"/>
          <ac:spMkLst>
            <pc:docMk/>
            <pc:sldMk cId="2776809774" sldId="494"/>
            <ac:spMk id="3" creationId="{C71D005C-3BBD-0619-7693-0E04ADED0173}"/>
          </ac:spMkLst>
        </pc:spChg>
        <pc:spChg chg="mod">
          <ac:chgData name="Chris Alvin" userId="1477fe7d-12c1-4dcd-b708-f1331679ff1c" providerId="ADAL" clId="{F53F870B-49DD-4E1C-9D0A-EA2D1A1D7B39}" dt="2023-05-22T13:24:43.795" v="15794" actId="20577"/>
          <ac:spMkLst>
            <pc:docMk/>
            <pc:sldMk cId="2776809774" sldId="494"/>
            <ac:spMk id="4" creationId="{00000000-0000-0000-0000-000000000000}"/>
          </ac:spMkLst>
        </pc:spChg>
        <pc:spChg chg="add del">
          <ac:chgData name="Chris Alvin" userId="1477fe7d-12c1-4dcd-b708-f1331679ff1c" providerId="ADAL" clId="{F53F870B-49DD-4E1C-9D0A-EA2D1A1D7B39}" dt="2023-05-22T13:24:17.748" v="15772" actId="478"/>
          <ac:spMkLst>
            <pc:docMk/>
            <pc:sldMk cId="2776809774" sldId="494"/>
            <ac:spMk id="5" creationId="{66AB0A75-A180-417C-AFEC-A47BDBFB65A4}"/>
          </ac:spMkLst>
        </pc:spChg>
        <pc:spChg chg="add mod">
          <ac:chgData name="Chris Alvin" userId="1477fe7d-12c1-4dcd-b708-f1331679ff1c" providerId="ADAL" clId="{F53F870B-49DD-4E1C-9D0A-EA2D1A1D7B39}" dt="2023-05-22T13:26:49.889" v="16067" actId="1076"/>
          <ac:spMkLst>
            <pc:docMk/>
            <pc:sldMk cId="2776809774" sldId="494"/>
            <ac:spMk id="6" creationId="{6A591773-7F32-1078-0C02-1460D68344A6}"/>
          </ac:spMkLst>
        </pc:spChg>
        <pc:spChg chg="add del">
          <ac:chgData name="Chris Alvin" userId="1477fe7d-12c1-4dcd-b708-f1331679ff1c" providerId="ADAL" clId="{F53F870B-49DD-4E1C-9D0A-EA2D1A1D7B39}" dt="2023-05-22T13:24:17.748" v="15772" actId="478"/>
          <ac:spMkLst>
            <pc:docMk/>
            <pc:sldMk cId="2776809774" sldId="494"/>
            <ac:spMk id="7" creationId="{39B9B31C-2C7C-883F-0CFE-F39D172EB9C6}"/>
          </ac:spMkLst>
        </pc:spChg>
        <pc:spChg chg="add del">
          <ac:chgData name="Chris Alvin" userId="1477fe7d-12c1-4dcd-b708-f1331679ff1c" providerId="ADAL" clId="{F53F870B-49DD-4E1C-9D0A-EA2D1A1D7B39}" dt="2023-05-22T13:24:17.748" v="15772" actId="478"/>
          <ac:spMkLst>
            <pc:docMk/>
            <pc:sldMk cId="2776809774" sldId="494"/>
            <ac:spMk id="8" creationId="{BFEAD904-012F-42D3-E5C1-D49181F63C3C}"/>
          </ac:spMkLst>
        </pc:spChg>
        <pc:spChg chg="add del">
          <ac:chgData name="Chris Alvin" userId="1477fe7d-12c1-4dcd-b708-f1331679ff1c" providerId="ADAL" clId="{F53F870B-49DD-4E1C-9D0A-EA2D1A1D7B39}" dt="2023-05-22T13:24:17.748" v="15772" actId="478"/>
          <ac:spMkLst>
            <pc:docMk/>
            <pc:sldMk cId="2776809774" sldId="494"/>
            <ac:spMk id="9" creationId="{BB1E92F7-1C32-0977-0234-C82520E408BE}"/>
          </ac:spMkLst>
        </pc:spChg>
        <pc:spChg chg="add mod">
          <ac:chgData name="Chris Alvin" userId="1477fe7d-12c1-4dcd-b708-f1331679ff1c" providerId="ADAL" clId="{F53F870B-49DD-4E1C-9D0A-EA2D1A1D7B39}" dt="2023-05-22T13:26:54.539" v="16068" actId="1076"/>
          <ac:spMkLst>
            <pc:docMk/>
            <pc:sldMk cId="2776809774" sldId="494"/>
            <ac:spMk id="10" creationId="{34E90D7A-3D07-EB48-502E-363741DFB75B}"/>
          </ac:spMkLst>
        </pc:spChg>
        <pc:spChg chg="add del">
          <ac:chgData name="Chris Alvin" userId="1477fe7d-12c1-4dcd-b708-f1331679ff1c" providerId="ADAL" clId="{F53F870B-49DD-4E1C-9D0A-EA2D1A1D7B39}" dt="2023-05-22T13:24:17.748" v="15772" actId="478"/>
          <ac:spMkLst>
            <pc:docMk/>
            <pc:sldMk cId="2776809774" sldId="494"/>
            <ac:spMk id="11" creationId="{92E66BF6-ED2B-844A-8089-015D847C4D8E}"/>
          </ac:spMkLst>
        </pc:spChg>
        <pc:spChg chg="add mod">
          <ac:chgData name="Chris Alvin" userId="1477fe7d-12c1-4dcd-b708-f1331679ff1c" providerId="ADAL" clId="{F53F870B-49DD-4E1C-9D0A-EA2D1A1D7B39}" dt="2023-05-22T13:26:58.617" v="16069" actId="1076"/>
          <ac:spMkLst>
            <pc:docMk/>
            <pc:sldMk cId="2776809774" sldId="494"/>
            <ac:spMk id="12" creationId="{A00D899A-2019-B626-7234-1B50B47F1712}"/>
          </ac:spMkLst>
        </pc:spChg>
        <pc:spChg chg="add del">
          <ac:chgData name="Chris Alvin" userId="1477fe7d-12c1-4dcd-b708-f1331679ff1c" providerId="ADAL" clId="{F53F870B-49DD-4E1C-9D0A-EA2D1A1D7B39}" dt="2023-05-22T13:24:17.748" v="15772" actId="478"/>
          <ac:spMkLst>
            <pc:docMk/>
            <pc:sldMk cId="2776809774" sldId="494"/>
            <ac:spMk id="13" creationId="{5CE0549D-CE35-5BA3-45E4-A0E501540F54}"/>
          </ac:spMkLst>
        </pc:spChg>
        <pc:spChg chg="add del">
          <ac:chgData name="Chris Alvin" userId="1477fe7d-12c1-4dcd-b708-f1331679ff1c" providerId="ADAL" clId="{F53F870B-49DD-4E1C-9D0A-EA2D1A1D7B39}" dt="2023-05-22T13:24:17.748" v="15772" actId="478"/>
          <ac:spMkLst>
            <pc:docMk/>
            <pc:sldMk cId="2776809774" sldId="494"/>
            <ac:spMk id="14" creationId="{64AD316C-845F-D7B1-844B-A59F5D2BF6FE}"/>
          </ac:spMkLst>
        </pc:spChg>
        <pc:spChg chg="add del mod">
          <ac:chgData name="Chris Alvin" userId="1477fe7d-12c1-4dcd-b708-f1331679ff1c" providerId="ADAL" clId="{F53F870B-49DD-4E1C-9D0A-EA2D1A1D7B39}" dt="2023-05-22T13:27:14.017" v="16074" actId="478"/>
          <ac:spMkLst>
            <pc:docMk/>
            <pc:sldMk cId="2776809774" sldId="494"/>
            <ac:spMk id="15" creationId="{CCBCF56B-B95F-5C99-03E2-AF6AB627AD02}"/>
          </ac:spMkLst>
        </pc:spChg>
        <pc:spChg chg="add del">
          <ac:chgData name="Chris Alvin" userId="1477fe7d-12c1-4dcd-b708-f1331679ff1c" providerId="ADAL" clId="{F53F870B-49DD-4E1C-9D0A-EA2D1A1D7B39}" dt="2023-05-22T13:24:17.748" v="15772" actId="478"/>
          <ac:spMkLst>
            <pc:docMk/>
            <pc:sldMk cId="2776809774" sldId="494"/>
            <ac:spMk id="16" creationId="{7CD9E4D0-3F96-2C32-C304-398D772B2C50}"/>
          </ac:spMkLst>
        </pc:spChg>
        <pc:spChg chg="add del">
          <ac:chgData name="Chris Alvin" userId="1477fe7d-12c1-4dcd-b708-f1331679ff1c" providerId="ADAL" clId="{F53F870B-49DD-4E1C-9D0A-EA2D1A1D7B39}" dt="2023-05-22T13:24:17.748" v="15772" actId="478"/>
          <ac:spMkLst>
            <pc:docMk/>
            <pc:sldMk cId="2776809774" sldId="494"/>
            <ac:spMk id="17" creationId="{13106A2C-B8DD-FD76-9AE3-3647ABDAEFE6}"/>
          </ac:spMkLst>
        </pc:spChg>
        <pc:spChg chg="add del">
          <ac:chgData name="Chris Alvin" userId="1477fe7d-12c1-4dcd-b708-f1331679ff1c" providerId="ADAL" clId="{F53F870B-49DD-4E1C-9D0A-EA2D1A1D7B39}" dt="2023-05-22T13:24:17.748" v="15772" actId="478"/>
          <ac:spMkLst>
            <pc:docMk/>
            <pc:sldMk cId="2776809774" sldId="494"/>
            <ac:spMk id="18" creationId="{9248CEA2-FBDC-F79C-5551-3EC9654C780F}"/>
          </ac:spMkLst>
        </pc:spChg>
        <pc:spChg chg="add del">
          <ac:chgData name="Chris Alvin" userId="1477fe7d-12c1-4dcd-b708-f1331679ff1c" providerId="ADAL" clId="{F53F870B-49DD-4E1C-9D0A-EA2D1A1D7B39}" dt="2023-05-22T13:24:17.748" v="15772" actId="478"/>
          <ac:spMkLst>
            <pc:docMk/>
            <pc:sldMk cId="2776809774" sldId="494"/>
            <ac:spMk id="23" creationId="{9D020D72-AA79-FBB0-DDBC-2C8EB9E6958E}"/>
          </ac:spMkLst>
        </pc:spChg>
        <pc:spChg chg="add del">
          <ac:chgData name="Chris Alvin" userId="1477fe7d-12c1-4dcd-b708-f1331679ff1c" providerId="ADAL" clId="{F53F870B-49DD-4E1C-9D0A-EA2D1A1D7B39}" dt="2023-05-22T13:24:17.748" v="15772" actId="478"/>
          <ac:spMkLst>
            <pc:docMk/>
            <pc:sldMk cId="2776809774" sldId="494"/>
            <ac:spMk id="26" creationId="{C25B518C-B065-03C2-B1E1-FB76F4A007F2}"/>
          </ac:spMkLst>
        </pc:spChg>
        <pc:spChg chg="add del">
          <ac:chgData name="Chris Alvin" userId="1477fe7d-12c1-4dcd-b708-f1331679ff1c" providerId="ADAL" clId="{F53F870B-49DD-4E1C-9D0A-EA2D1A1D7B39}" dt="2023-05-22T13:24:17.748" v="15772" actId="478"/>
          <ac:spMkLst>
            <pc:docMk/>
            <pc:sldMk cId="2776809774" sldId="494"/>
            <ac:spMk id="27" creationId="{4C51046D-06A5-6367-B12D-EB9B2735D590}"/>
          </ac:spMkLst>
        </pc:spChg>
        <pc:spChg chg="add del">
          <ac:chgData name="Chris Alvin" userId="1477fe7d-12c1-4dcd-b708-f1331679ff1c" providerId="ADAL" clId="{F53F870B-49DD-4E1C-9D0A-EA2D1A1D7B39}" dt="2023-05-22T13:24:17.748" v="15772" actId="478"/>
          <ac:spMkLst>
            <pc:docMk/>
            <pc:sldMk cId="2776809774" sldId="494"/>
            <ac:spMk id="28" creationId="{12FF0358-5851-B0C5-3488-5C46EF32A861}"/>
          </ac:spMkLst>
        </pc:spChg>
        <pc:spChg chg="add del">
          <ac:chgData name="Chris Alvin" userId="1477fe7d-12c1-4dcd-b708-f1331679ff1c" providerId="ADAL" clId="{F53F870B-49DD-4E1C-9D0A-EA2D1A1D7B39}" dt="2023-05-22T13:24:17.748" v="15772" actId="478"/>
          <ac:spMkLst>
            <pc:docMk/>
            <pc:sldMk cId="2776809774" sldId="494"/>
            <ac:spMk id="29" creationId="{7E47875A-C61C-0171-B4CD-30A4733E26BC}"/>
          </ac:spMkLst>
        </pc:spChg>
        <pc:spChg chg="add del">
          <ac:chgData name="Chris Alvin" userId="1477fe7d-12c1-4dcd-b708-f1331679ff1c" providerId="ADAL" clId="{F53F870B-49DD-4E1C-9D0A-EA2D1A1D7B39}" dt="2023-05-22T13:24:17.748" v="15772" actId="478"/>
          <ac:spMkLst>
            <pc:docMk/>
            <pc:sldMk cId="2776809774" sldId="494"/>
            <ac:spMk id="30" creationId="{2E60B27E-D919-EA2A-63F1-6377E04AB2B6}"/>
          </ac:spMkLst>
        </pc:spChg>
        <pc:spChg chg="add del">
          <ac:chgData name="Chris Alvin" userId="1477fe7d-12c1-4dcd-b708-f1331679ff1c" providerId="ADAL" clId="{F53F870B-49DD-4E1C-9D0A-EA2D1A1D7B39}" dt="2023-05-22T13:24:17.748" v="15772" actId="478"/>
          <ac:spMkLst>
            <pc:docMk/>
            <pc:sldMk cId="2776809774" sldId="494"/>
            <ac:spMk id="31" creationId="{B825C01E-AA63-D075-9C72-BA70830EAECF}"/>
          </ac:spMkLst>
        </pc:spChg>
      </pc:sldChg>
      <pc:sldChg chg="addSp modSp add mod">
        <pc:chgData name="Chris Alvin" userId="1477fe7d-12c1-4dcd-b708-f1331679ff1c" providerId="ADAL" clId="{F53F870B-49DD-4E1C-9D0A-EA2D1A1D7B39}" dt="2023-05-22T13:33:59.599" v="16427" actId="20577"/>
        <pc:sldMkLst>
          <pc:docMk/>
          <pc:sldMk cId="396094075" sldId="495"/>
        </pc:sldMkLst>
        <pc:spChg chg="add mod">
          <ac:chgData name="Chris Alvin" userId="1477fe7d-12c1-4dcd-b708-f1331679ff1c" providerId="ADAL" clId="{F53F870B-49DD-4E1C-9D0A-EA2D1A1D7B39}" dt="2023-05-22T13:28:03.442" v="16137" actId="114"/>
          <ac:spMkLst>
            <pc:docMk/>
            <pc:sldMk cId="396094075" sldId="495"/>
            <ac:spMk id="2" creationId="{8010AA09-C359-0AA6-2C85-B73027A00882}"/>
          </ac:spMkLst>
        </pc:spChg>
        <pc:spChg chg="add mod">
          <ac:chgData name="Chris Alvin" userId="1477fe7d-12c1-4dcd-b708-f1331679ff1c" providerId="ADAL" clId="{F53F870B-49DD-4E1C-9D0A-EA2D1A1D7B39}" dt="2023-05-22T13:32:06.384" v="16418" actId="1076"/>
          <ac:spMkLst>
            <pc:docMk/>
            <pc:sldMk cId="396094075" sldId="495"/>
            <ac:spMk id="3" creationId="{097346D1-841C-624A-9328-BEEBF86EC4C7}"/>
          </ac:spMkLst>
        </pc:spChg>
        <pc:spChg chg="mod">
          <ac:chgData name="Chris Alvin" userId="1477fe7d-12c1-4dcd-b708-f1331679ff1c" providerId="ADAL" clId="{F53F870B-49DD-4E1C-9D0A-EA2D1A1D7B39}" dt="2023-05-22T13:33:59.599" v="16427" actId="20577"/>
          <ac:spMkLst>
            <pc:docMk/>
            <pc:sldMk cId="396094075" sldId="495"/>
            <ac:spMk id="4" creationId="{00000000-0000-0000-0000-000000000000}"/>
          </ac:spMkLst>
        </pc:spChg>
        <pc:spChg chg="add mod">
          <ac:chgData name="Chris Alvin" userId="1477fe7d-12c1-4dcd-b708-f1331679ff1c" providerId="ADAL" clId="{F53F870B-49DD-4E1C-9D0A-EA2D1A1D7B39}" dt="2023-05-22T13:32:12.042" v="16419" actId="1076"/>
          <ac:spMkLst>
            <pc:docMk/>
            <pc:sldMk cId="396094075" sldId="495"/>
            <ac:spMk id="5" creationId="{D91E1978-4A41-069F-2EA7-3B300594A3AC}"/>
          </ac:spMkLst>
        </pc:spChg>
        <pc:spChg chg="mod">
          <ac:chgData name="Chris Alvin" userId="1477fe7d-12c1-4dcd-b708-f1331679ff1c" providerId="ADAL" clId="{F53F870B-49DD-4E1C-9D0A-EA2D1A1D7B39}" dt="2023-05-22T13:27:49.337" v="16129" actId="20577"/>
          <ac:spMkLst>
            <pc:docMk/>
            <pc:sldMk cId="396094075" sldId="495"/>
            <ac:spMk id="6" creationId="{6A591773-7F32-1078-0C02-1460D68344A6}"/>
          </ac:spMkLst>
        </pc:spChg>
        <pc:spChg chg="add mod">
          <ac:chgData name="Chris Alvin" userId="1477fe7d-12c1-4dcd-b708-f1331679ff1c" providerId="ADAL" clId="{F53F870B-49DD-4E1C-9D0A-EA2D1A1D7B39}" dt="2023-05-22T13:32:18.051" v="16421" actId="1076"/>
          <ac:spMkLst>
            <pc:docMk/>
            <pc:sldMk cId="396094075" sldId="495"/>
            <ac:spMk id="7" creationId="{A2DF1FF0-5B8A-2D3A-3737-56B4E138DD02}"/>
          </ac:spMkLst>
        </pc:spChg>
        <pc:spChg chg="mod">
          <ac:chgData name="Chris Alvin" userId="1477fe7d-12c1-4dcd-b708-f1331679ff1c" providerId="ADAL" clId="{F53F870B-49DD-4E1C-9D0A-EA2D1A1D7B39}" dt="2023-05-22T13:29:26.393" v="16277" actId="20577"/>
          <ac:spMkLst>
            <pc:docMk/>
            <pc:sldMk cId="396094075" sldId="495"/>
            <ac:spMk id="10" creationId="{34E90D7A-3D07-EB48-502E-363741DFB75B}"/>
          </ac:spMkLst>
        </pc:spChg>
        <pc:spChg chg="mod">
          <ac:chgData name="Chris Alvin" userId="1477fe7d-12c1-4dcd-b708-f1331679ff1c" providerId="ADAL" clId="{F53F870B-49DD-4E1C-9D0A-EA2D1A1D7B39}" dt="2023-05-22T13:32:15.203" v="16420" actId="1076"/>
          <ac:spMkLst>
            <pc:docMk/>
            <pc:sldMk cId="396094075" sldId="495"/>
            <ac:spMk id="12" creationId="{A00D899A-2019-B626-7234-1B50B47F1712}"/>
          </ac:spMkLst>
        </pc:spChg>
      </pc:sldChg>
      <pc:sldChg chg="addSp modSp add mod">
        <pc:chgData name="Chris Alvin" userId="1477fe7d-12c1-4dcd-b708-f1331679ff1c" providerId="ADAL" clId="{F53F870B-49DD-4E1C-9D0A-EA2D1A1D7B39}" dt="2023-05-22T13:44:12.076" v="17108" actId="1076"/>
        <pc:sldMkLst>
          <pc:docMk/>
          <pc:sldMk cId="2300267338" sldId="496"/>
        </pc:sldMkLst>
        <pc:spChg chg="mod">
          <ac:chgData name="Chris Alvin" userId="1477fe7d-12c1-4dcd-b708-f1331679ff1c" providerId="ADAL" clId="{F53F870B-49DD-4E1C-9D0A-EA2D1A1D7B39}" dt="2023-05-22T13:42:10.067" v="17061" actId="255"/>
          <ac:spMkLst>
            <pc:docMk/>
            <pc:sldMk cId="2300267338" sldId="496"/>
            <ac:spMk id="2" creationId="{8010AA09-C359-0AA6-2C85-B73027A00882}"/>
          </ac:spMkLst>
        </pc:spChg>
        <pc:spChg chg="mod">
          <ac:chgData name="Chris Alvin" userId="1477fe7d-12c1-4dcd-b708-f1331679ff1c" providerId="ADAL" clId="{F53F870B-49DD-4E1C-9D0A-EA2D1A1D7B39}" dt="2023-05-22T13:42:17.164" v="17062" actId="1076"/>
          <ac:spMkLst>
            <pc:docMk/>
            <pc:sldMk cId="2300267338" sldId="496"/>
            <ac:spMk id="3" creationId="{097346D1-841C-624A-9328-BEEBF86EC4C7}"/>
          </ac:spMkLst>
        </pc:spChg>
        <pc:spChg chg="mod">
          <ac:chgData name="Chris Alvin" userId="1477fe7d-12c1-4dcd-b708-f1331679ff1c" providerId="ADAL" clId="{F53F870B-49DD-4E1C-9D0A-EA2D1A1D7B39}" dt="2023-05-22T13:33:56.336" v="16425" actId="20577"/>
          <ac:spMkLst>
            <pc:docMk/>
            <pc:sldMk cId="2300267338" sldId="496"/>
            <ac:spMk id="4" creationId="{00000000-0000-0000-0000-000000000000}"/>
          </ac:spMkLst>
        </pc:spChg>
        <pc:spChg chg="mod">
          <ac:chgData name="Chris Alvin" userId="1477fe7d-12c1-4dcd-b708-f1331679ff1c" providerId="ADAL" clId="{F53F870B-49DD-4E1C-9D0A-EA2D1A1D7B39}" dt="2023-05-22T13:42:48.825" v="17068" actId="20577"/>
          <ac:spMkLst>
            <pc:docMk/>
            <pc:sldMk cId="2300267338" sldId="496"/>
            <ac:spMk id="5" creationId="{D91E1978-4A41-069F-2EA7-3B300594A3AC}"/>
          </ac:spMkLst>
        </pc:spChg>
        <pc:spChg chg="mod">
          <ac:chgData name="Chris Alvin" userId="1477fe7d-12c1-4dcd-b708-f1331679ff1c" providerId="ADAL" clId="{F53F870B-49DD-4E1C-9D0A-EA2D1A1D7B39}" dt="2023-05-22T13:42:10.067" v="17061" actId="255"/>
          <ac:spMkLst>
            <pc:docMk/>
            <pc:sldMk cId="2300267338" sldId="496"/>
            <ac:spMk id="6" creationId="{6A591773-7F32-1078-0C02-1460D68344A6}"/>
          </ac:spMkLst>
        </pc:spChg>
        <pc:spChg chg="mod">
          <ac:chgData name="Chris Alvin" userId="1477fe7d-12c1-4dcd-b708-f1331679ff1c" providerId="ADAL" clId="{F53F870B-49DD-4E1C-9D0A-EA2D1A1D7B39}" dt="2023-05-22T13:44:12.076" v="17108" actId="1076"/>
          <ac:spMkLst>
            <pc:docMk/>
            <pc:sldMk cId="2300267338" sldId="496"/>
            <ac:spMk id="7" creationId="{A2DF1FF0-5B8A-2D3A-3737-56B4E138DD02}"/>
          </ac:spMkLst>
        </pc:spChg>
        <pc:spChg chg="add mod">
          <ac:chgData name="Chris Alvin" userId="1477fe7d-12c1-4dcd-b708-f1331679ff1c" providerId="ADAL" clId="{F53F870B-49DD-4E1C-9D0A-EA2D1A1D7B39}" dt="2023-05-22T13:43:04.746" v="17070" actId="1076"/>
          <ac:spMkLst>
            <pc:docMk/>
            <pc:sldMk cId="2300267338" sldId="496"/>
            <ac:spMk id="8" creationId="{01BD5BE1-0CFD-A923-B55E-F38AD1C67215}"/>
          </ac:spMkLst>
        </pc:spChg>
        <pc:spChg chg="add mod">
          <ac:chgData name="Chris Alvin" userId="1477fe7d-12c1-4dcd-b708-f1331679ff1c" providerId="ADAL" clId="{F53F870B-49DD-4E1C-9D0A-EA2D1A1D7B39}" dt="2023-05-22T13:43:56.384" v="17107" actId="6549"/>
          <ac:spMkLst>
            <pc:docMk/>
            <pc:sldMk cId="2300267338" sldId="496"/>
            <ac:spMk id="9" creationId="{E971EA3E-2483-919F-40F6-B360564E7361}"/>
          </ac:spMkLst>
        </pc:spChg>
        <pc:spChg chg="mod">
          <ac:chgData name="Chris Alvin" userId="1477fe7d-12c1-4dcd-b708-f1331679ff1c" providerId="ADAL" clId="{F53F870B-49DD-4E1C-9D0A-EA2D1A1D7B39}" dt="2023-05-22T13:42:10.067" v="17061" actId="255"/>
          <ac:spMkLst>
            <pc:docMk/>
            <pc:sldMk cId="2300267338" sldId="496"/>
            <ac:spMk id="10" creationId="{34E90D7A-3D07-EB48-502E-363741DFB75B}"/>
          </ac:spMkLst>
        </pc:spChg>
        <pc:spChg chg="mod">
          <ac:chgData name="Chris Alvin" userId="1477fe7d-12c1-4dcd-b708-f1331679ff1c" providerId="ADAL" clId="{F53F870B-49DD-4E1C-9D0A-EA2D1A1D7B39}" dt="2023-05-22T13:42:51.729" v="17069" actId="1076"/>
          <ac:spMkLst>
            <pc:docMk/>
            <pc:sldMk cId="2300267338" sldId="496"/>
            <ac:spMk id="12" creationId="{A00D899A-2019-B626-7234-1B50B47F1712}"/>
          </ac:spMkLst>
        </pc:spChg>
      </pc:sldChg>
      <pc:sldChg chg="addSp modSp add mod ord">
        <pc:chgData name="Chris Alvin" userId="1477fe7d-12c1-4dcd-b708-f1331679ff1c" providerId="ADAL" clId="{F53F870B-49DD-4E1C-9D0A-EA2D1A1D7B39}" dt="2023-05-22T13:52:42.480" v="17532" actId="20577"/>
        <pc:sldMkLst>
          <pc:docMk/>
          <pc:sldMk cId="3142635020" sldId="497"/>
        </pc:sldMkLst>
        <pc:spChg chg="add mod">
          <ac:chgData name="Chris Alvin" userId="1477fe7d-12c1-4dcd-b708-f1331679ff1c" providerId="ADAL" clId="{F53F870B-49DD-4E1C-9D0A-EA2D1A1D7B39}" dt="2023-05-22T13:52:42.480" v="17532" actId="20577"/>
          <ac:spMkLst>
            <pc:docMk/>
            <pc:sldMk cId="3142635020" sldId="497"/>
            <ac:spMk id="2" creationId="{0E4D1991-F788-BCD7-0BE1-B975A4E0804F}"/>
          </ac:spMkLst>
        </pc:spChg>
        <pc:spChg chg="mod">
          <ac:chgData name="Chris Alvin" userId="1477fe7d-12c1-4dcd-b708-f1331679ff1c" providerId="ADAL" clId="{F53F870B-49DD-4E1C-9D0A-EA2D1A1D7B39}" dt="2023-05-22T13:47:10.585" v="17126" actId="6549"/>
          <ac:spMkLst>
            <pc:docMk/>
            <pc:sldMk cId="3142635020" sldId="497"/>
            <ac:spMk id="4" creationId="{00000000-0000-0000-0000-000000000000}"/>
          </ac:spMkLst>
        </pc:spChg>
        <pc:spChg chg="mod">
          <ac:chgData name="Chris Alvin" userId="1477fe7d-12c1-4dcd-b708-f1331679ff1c" providerId="ADAL" clId="{F53F870B-49DD-4E1C-9D0A-EA2D1A1D7B39}" dt="2023-05-22T13:49:07.953" v="17241" actId="1076"/>
          <ac:spMkLst>
            <pc:docMk/>
            <pc:sldMk cId="3142635020" sldId="497"/>
            <ac:spMk id="6" creationId="{6A591773-7F32-1078-0C02-1460D68344A6}"/>
          </ac:spMkLst>
        </pc:spChg>
        <pc:spChg chg="mod">
          <ac:chgData name="Chris Alvin" userId="1477fe7d-12c1-4dcd-b708-f1331679ff1c" providerId="ADAL" clId="{F53F870B-49DD-4E1C-9D0A-EA2D1A1D7B39}" dt="2023-05-22T13:50:27.250" v="17388" actId="20577"/>
          <ac:spMkLst>
            <pc:docMk/>
            <pc:sldMk cId="3142635020" sldId="497"/>
            <ac:spMk id="10" creationId="{34E90D7A-3D07-EB48-502E-363741DFB75B}"/>
          </ac:spMkLst>
        </pc:spChg>
        <pc:spChg chg="mod">
          <ac:chgData name="Chris Alvin" userId="1477fe7d-12c1-4dcd-b708-f1331679ff1c" providerId="ADAL" clId="{F53F870B-49DD-4E1C-9D0A-EA2D1A1D7B39}" dt="2023-05-22T13:51:07.630" v="17447" actId="20577"/>
          <ac:spMkLst>
            <pc:docMk/>
            <pc:sldMk cId="3142635020" sldId="497"/>
            <ac:spMk id="12" creationId="{A00D899A-2019-B626-7234-1B50B47F1712}"/>
          </ac:spMkLst>
        </pc:spChg>
      </pc:sldChg>
      <pc:sldChg chg="addSp delSp modSp add mod">
        <pc:chgData name="Chris Alvin" userId="1477fe7d-12c1-4dcd-b708-f1331679ff1c" providerId="ADAL" clId="{F53F870B-49DD-4E1C-9D0A-EA2D1A1D7B39}" dt="2023-05-22T15:25:31.796" v="18183" actId="1076"/>
        <pc:sldMkLst>
          <pc:docMk/>
          <pc:sldMk cId="1849821731" sldId="498"/>
        </pc:sldMkLst>
        <pc:spChg chg="mod">
          <ac:chgData name="Chris Alvin" userId="1477fe7d-12c1-4dcd-b708-f1331679ff1c" providerId="ADAL" clId="{F53F870B-49DD-4E1C-9D0A-EA2D1A1D7B39}" dt="2023-05-22T15:25:19.949" v="18181" actId="1076"/>
          <ac:spMkLst>
            <pc:docMk/>
            <pc:sldMk cId="1849821731" sldId="498"/>
            <ac:spMk id="2" creationId="{8010AA09-C359-0AA6-2C85-B73027A00882}"/>
          </ac:spMkLst>
        </pc:spChg>
        <pc:spChg chg="del">
          <ac:chgData name="Chris Alvin" userId="1477fe7d-12c1-4dcd-b708-f1331679ff1c" providerId="ADAL" clId="{F53F870B-49DD-4E1C-9D0A-EA2D1A1D7B39}" dt="2023-05-22T14:02:23.135" v="17703" actId="478"/>
          <ac:spMkLst>
            <pc:docMk/>
            <pc:sldMk cId="1849821731" sldId="498"/>
            <ac:spMk id="3" creationId="{097346D1-841C-624A-9328-BEEBF86EC4C7}"/>
          </ac:spMkLst>
        </pc:spChg>
        <pc:spChg chg="mod">
          <ac:chgData name="Chris Alvin" userId="1477fe7d-12c1-4dcd-b708-f1331679ff1c" providerId="ADAL" clId="{F53F870B-49DD-4E1C-9D0A-EA2D1A1D7B39}" dt="2023-05-22T13:53:12.386" v="17534" actId="20577"/>
          <ac:spMkLst>
            <pc:docMk/>
            <pc:sldMk cId="1849821731" sldId="498"/>
            <ac:spMk id="4" creationId="{00000000-0000-0000-0000-000000000000}"/>
          </ac:spMkLst>
        </pc:spChg>
        <pc:spChg chg="del">
          <ac:chgData name="Chris Alvin" userId="1477fe7d-12c1-4dcd-b708-f1331679ff1c" providerId="ADAL" clId="{F53F870B-49DD-4E1C-9D0A-EA2D1A1D7B39}" dt="2023-05-22T14:02:23.135" v="17703" actId="478"/>
          <ac:spMkLst>
            <pc:docMk/>
            <pc:sldMk cId="1849821731" sldId="498"/>
            <ac:spMk id="5" creationId="{D91E1978-4A41-069F-2EA7-3B300594A3AC}"/>
          </ac:spMkLst>
        </pc:spChg>
        <pc:spChg chg="mod">
          <ac:chgData name="Chris Alvin" userId="1477fe7d-12c1-4dcd-b708-f1331679ff1c" providerId="ADAL" clId="{F53F870B-49DD-4E1C-9D0A-EA2D1A1D7B39}" dt="2023-05-22T15:25:19.949" v="18181" actId="1076"/>
          <ac:spMkLst>
            <pc:docMk/>
            <pc:sldMk cId="1849821731" sldId="498"/>
            <ac:spMk id="6" creationId="{6A591773-7F32-1078-0C02-1460D68344A6}"/>
          </ac:spMkLst>
        </pc:spChg>
        <pc:spChg chg="mod">
          <ac:chgData name="Chris Alvin" userId="1477fe7d-12c1-4dcd-b708-f1331679ff1c" providerId="ADAL" clId="{F53F870B-49DD-4E1C-9D0A-EA2D1A1D7B39}" dt="2023-05-22T15:25:31.796" v="18183" actId="1076"/>
          <ac:spMkLst>
            <pc:docMk/>
            <pc:sldMk cId="1849821731" sldId="498"/>
            <ac:spMk id="7" creationId="{A2DF1FF0-5B8A-2D3A-3737-56B4E138DD02}"/>
          </ac:spMkLst>
        </pc:spChg>
        <pc:spChg chg="del">
          <ac:chgData name="Chris Alvin" userId="1477fe7d-12c1-4dcd-b708-f1331679ff1c" providerId="ADAL" clId="{F53F870B-49DD-4E1C-9D0A-EA2D1A1D7B39}" dt="2023-05-22T14:02:23.135" v="17703" actId="478"/>
          <ac:spMkLst>
            <pc:docMk/>
            <pc:sldMk cId="1849821731" sldId="498"/>
            <ac:spMk id="8" creationId="{01BD5BE1-0CFD-A923-B55E-F38AD1C67215}"/>
          </ac:spMkLst>
        </pc:spChg>
        <pc:spChg chg="del">
          <ac:chgData name="Chris Alvin" userId="1477fe7d-12c1-4dcd-b708-f1331679ff1c" providerId="ADAL" clId="{F53F870B-49DD-4E1C-9D0A-EA2D1A1D7B39}" dt="2023-05-22T15:22:33.023" v="18041" actId="478"/>
          <ac:spMkLst>
            <pc:docMk/>
            <pc:sldMk cId="1849821731" sldId="498"/>
            <ac:spMk id="9" creationId="{E971EA3E-2483-919F-40F6-B360564E7361}"/>
          </ac:spMkLst>
        </pc:spChg>
        <pc:spChg chg="mod">
          <ac:chgData name="Chris Alvin" userId="1477fe7d-12c1-4dcd-b708-f1331679ff1c" providerId="ADAL" clId="{F53F870B-49DD-4E1C-9D0A-EA2D1A1D7B39}" dt="2023-05-22T15:25:15.298" v="18180" actId="1076"/>
          <ac:spMkLst>
            <pc:docMk/>
            <pc:sldMk cId="1849821731" sldId="498"/>
            <ac:spMk id="10" creationId="{34E90D7A-3D07-EB48-502E-363741DFB75B}"/>
          </ac:spMkLst>
        </pc:spChg>
        <pc:spChg chg="add mod">
          <ac:chgData name="Chris Alvin" userId="1477fe7d-12c1-4dcd-b708-f1331679ff1c" providerId="ADAL" clId="{F53F870B-49DD-4E1C-9D0A-EA2D1A1D7B39}" dt="2023-05-22T15:25:25.043" v="18182" actId="1076"/>
          <ac:spMkLst>
            <pc:docMk/>
            <pc:sldMk cId="1849821731" sldId="498"/>
            <ac:spMk id="11" creationId="{A8D57CD4-2429-3124-3D62-D182D1137A80}"/>
          </ac:spMkLst>
        </pc:spChg>
        <pc:spChg chg="del">
          <ac:chgData name="Chris Alvin" userId="1477fe7d-12c1-4dcd-b708-f1331679ff1c" providerId="ADAL" clId="{F53F870B-49DD-4E1C-9D0A-EA2D1A1D7B39}" dt="2023-05-22T14:02:23.135" v="17703" actId="478"/>
          <ac:spMkLst>
            <pc:docMk/>
            <pc:sldMk cId="1849821731" sldId="498"/>
            <ac:spMk id="12" creationId="{A00D899A-2019-B626-7234-1B50B47F1712}"/>
          </ac:spMkLst>
        </pc:spChg>
        <pc:spChg chg="add mod">
          <ac:chgData name="Chris Alvin" userId="1477fe7d-12c1-4dcd-b708-f1331679ff1c" providerId="ADAL" clId="{F53F870B-49DD-4E1C-9D0A-EA2D1A1D7B39}" dt="2023-05-22T15:25:25.043" v="18182" actId="1076"/>
          <ac:spMkLst>
            <pc:docMk/>
            <pc:sldMk cId="1849821731" sldId="498"/>
            <ac:spMk id="13" creationId="{E1FDEA3C-2C26-F4FF-9526-E647CD0C0279}"/>
          </ac:spMkLst>
        </pc:spChg>
      </pc:sldChg>
      <pc:sldChg chg="addSp delSp modSp add mod">
        <pc:chgData name="Chris Alvin" userId="1477fe7d-12c1-4dcd-b708-f1331679ff1c" providerId="ADAL" clId="{F53F870B-49DD-4E1C-9D0A-EA2D1A1D7B39}" dt="2023-05-22T15:53:00.651" v="18753" actId="1076"/>
        <pc:sldMkLst>
          <pc:docMk/>
          <pc:sldMk cId="1732286306" sldId="499"/>
        </pc:sldMkLst>
        <pc:spChg chg="mod">
          <ac:chgData name="Chris Alvin" userId="1477fe7d-12c1-4dcd-b708-f1331679ff1c" providerId="ADAL" clId="{F53F870B-49DD-4E1C-9D0A-EA2D1A1D7B39}" dt="2023-05-22T15:53:00.651" v="18753" actId="1076"/>
          <ac:spMkLst>
            <pc:docMk/>
            <pc:sldMk cId="1732286306" sldId="499"/>
            <ac:spMk id="2" creationId="{8010AA09-C359-0AA6-2C85-B73027A00882}"/>
          </ac:spMkLst>
        </pc:spChg>
        <pc:spChg chg="add mod">
          <ac:chgData name="Chris Alvin" userId="1477fe7d-12c1-4dcd-b708-f1331679ff1c" providerId="ADAL" clId="{F53F870B-49DD-4E1C-9D0A-EA2D1A1D7B39}" dt="2023-05-22T15:53:00.651" v="18753" actId="1076"/>
          <ac:spMkLst>
            <pc:docMk/>
            <pc:sldMk cId="1732286306" sldId="499"/>
            <ac:spMk id="3" creationId="{0248631F-F6C5-D360-4F8E-09677B145E4B}"/>
          </ac:spMkLst>
        </pc:spChg>
        <pc:spChg chg="mod">
          <ac:chgData name="Chris Alvin" userId="1477fe7d-12c1-4dcd-b708-f1331679ff1c" providerId="ADAL" clId="{F53F870B-49DD-4E1C-9D0A-EA2D1A1D7B39}" dt="2023-05-22T15:34:50.863" v="18185" actId="20577"/>
          <ac:spMkLst>
            <pc:docMk/>
            <pc:sldMk cId="1732286306" sldId="499"/>
            <ac:spMk id="4" creationId="{00000000-0000-0000-0000-000000000000}"/>
          </ac:spMkLst>
        </pc:spChg>
        <pc:spChg chg="add mod">
          <ac:chgData name="Chris Alvin" userId="1477fe7d-12c1-4dcd-b708-f1331679ff1c" providerId="ADAL" clId="{F53F870B-49DD-4E1C-9D0A-EA2D1A1D7B39}" dt="2023-05-22T15:53:00.651" v="18753" actId="1076"/>
          <ac:spMkLst>
            <pc:docMk/>
            <pc:sldMk cId="1732286306" sldId="499"/>
            <ac:spMk id="5" creationId="{83C98BCE-8FD1-1D8B-9C3B-08556CF59BBC}"/>
          </ac:spMkLst>
        </pc:spChg>
        <pc:spChg chg="mod">
          <ac:chgData name="Chris Alvin" userId="1477fe7d-12c1-4dcd-b708-f1331679ff1c" providerId="ADAL" clId="{F53F870B-49DD-4E1C-9D0A-EA2D1A1D7B39}" dt="2023-05-22T15:48:42.067" v="18554" actId="20577"/>
          <ac:spMkLst>
            <pc:docMk/>
            <pc:sldMk cId="1732286306" sldId="499"/>
            <ac:spMk id="6" creationId="{6A591773-7F32-1078-0C02-1460D68344A6}"/>
          </ac:spMkLst>
        </pc:spChg>
        <pc:spChg chg="mod">
          <ac:chgData name="Chris Alvin" userId="1477fe7d-12c1-4dcd-b708-f1331679ff1c" providerId="ADAL" clId="{F53F870B-49DD-4E1C-9D0A-EA2D1A1D7B39}" dt="2023-05-22T15:53:00.651" v="18753" actId="1076"/>
          <ac:spMkLst>
            <pc:docMk/>
            <pc:sldMk cId="1732286306" sldId="499"/>
            <ac:spMk id="7" creationId="{A2DF1FF0-5B8A-2D3A-3737-56B4E138DD02}"/>
          </ac:spMkLst>
        </pc:spChg>
        <pc:spChg chg="mod">
          <ac:chgData name="Chris Alvin" userId="1477fe7d-12c1-4dcd-b708-f1331679ff1c" providerId="ADAL" clId="{F53F870B-49DD-4E1C-9D0A-EA2D1A1D7B39}" dt="2023-05-22T15:53:00.651" v="18753" actId="1076"/>
          <ac:spMkLst>
            <pc:docMk/>
            <pc:sldMk cId="1732286306" sldId="499"/>
            <ac:spMk id="10" creationId="{34E90D7A-3D07-EB48-502E-363741DFB75B}"/>
          </ac:spMkLst>
        </pc:spChg>
        <pc:spChg chg="del">
          <ac:chgData name="Chris Alvin" userId="1477fe7d-12c1-4dcd-b708-f1331679ff1c" providerId="ADAL" clId="{F53F870B-49DD-4E1C-9D0A-EA2D1A1D7B39}" dt="2023-05-22T15:42:34.886" v="18420" actId="478"/>
          <ac:spMkLst>
            <pc:docMk/>
            <pc:sldMk cId="1732286306" sldId="499"/>
            <ac:spMk id="11" creationId="{A8D57CD4-2429-3124-3D62-D182D1137A80}"/>
          </ac:spMkLst>
        </pc:spChg>
        <pc:spChg chg="del">
          <ac:chgData name="Chris Alvin" userId="1477fe7d-12c1-4dcd-b708-f1331679ff1c" providerId="ADAL" clId="{F53F870B-49DD-4E1C-9D0A-EA2D1A1D7B39}" dt="2023-05-22T15:42:34.886" v="18420" actId="478"/>
          <ac:spMkLst>
            <pc:docMk/>
            <pc:sldMk cId="1732286306" sldId="499"/>
            <ac:spMk id="13" creationId="{E1FDEA3C-2C26-F4FF-9526-E647CD0C0279}"/>
          </ac:spMkLst>
        </pc:spChg>
      </pc:sldChg>
      <pc:sldChg chg="addSp delSp modSp add mod">
        <pc:chgData name="Chris Alvin" userId="1477fe7d-12c1-4dcd-b708-f1331679ff1c" providerId="ADAL" clId="{F53F870B-49DD-4E1C-9D0A-EA2D1A1D7B39}" dt="2023-05-22T16:39:58.819" v="19929" actId="571"/>
        <pc:sldMkLst>
          <pc:docMk/>
          <pc:sldMk cId="244240708" sldId="500"/>
        </pc:sldMkLst>
        <pc:spChg chg="mod">
          <ac:chgData name="Chris Alvin" userId="1477fe7d-12c1-4dcd-b708-f1331679ff1c" providerId="ADAL" clId="{F53F870B-49DD-4E1C-9D0A-EA2D1A1D7B39}" dt="2023-05-22T16:01:55.109" v="19245" actId="1076"/>
          <ac:spMkLst>
            <pc:docMk/>
            <pc:sldMk cId="244240708" sldId="500"/>
            <ac:spMk id="2" creationId="{8010AA09-C359-0AA6-2C85-B73027A00882}"/>
          </ac:spMkLst>
        </pc:spChg>
        <pc:spChg chg="mod">
          <ac:chgData name="Chris Alvin" userId="1477fe7d-12c1-4dcd-b708-f1331679ff1c" providerId="ADAL" clId="{F53F870B-49DD-4E1C-9D0A-EA2D1A1D7B39}" dt="2023-05-22T16:39:39.831" v="19924" actId="1076"/>
          <ac:spMkLst>
            <pc:docMk/>
            <pc:sldMk cId="244240708" sldId="500"/>
            <ac:spMk id="3" creationId="{0248631F-F6C5-D360-4F8E-09677B145E4B}"/>
          </ac:spMkLst>
        </pc:spChg>
        <pc:spChg chg="mod">
          <ac:chgData name="Chris Alvin" userId="1477fe7d-12c1-4dcd-b708-f1331679ff1c" providerId="ADAL" clId="{F53F870B-49DD-4E1C-9D0A-EA2D1A1D7B39}" dt="2023-05-22T16:01:51.260" v="19244" actId="20577"/>
          <ac:spMkLst>
            <pc:docMk/>
            <pc:sldMk cId="244240708" sldId="500"/>
            <ac:spMk id="4" creationId="{00000000-0000-0000-0000-000000000000}"/>
          </ac:spMkLst>
        </pc:spChg>
        <pc:spChg chg="del mod">
          <ac:chgData name="Chris Alvin" userId="1477fe7d-12c1-4dcd-b708-f1331679ff1c" providerId="ADAL" clId="{F53F870B-49DD-4E1C-9D0A-EA2D1A1D7B39}" dt="2023-05-22T16:01:38.661" v="19241" actId="478"/>
          <ac:spMkLst>
            <pc:docMk/>
            <pc:sldMk cId="244240708" sldId="500"/>
            <ac:spMk id="5" creationId="{83C98BCE-8FD1-1D8B-9C3B-08556CF59BBC}"/>
          </ac:spMkLst>
        </pc:spChg>
        <pc:spChg chg="mod">
          <ac:chgData name="Chris Alvin" userId="1477fe7d-12c1-4dcd-b708-f1331679ff1c" providerId="ADAL" clId="{F53F870B-49DD-4E1C-9D0A-EA2D1A1D7B39}" dt="2023-05-22T16:39:14.029" v="19919" actId="1076"/>
          <ac:spMkLst>
            <pc:docMk/>
            <pc:sldMk cId="244240708" sldId="500"/>
            <ac:spMk id="6" creationId="{6A591773-7F32-1078-0C02-1460D68344A6}"/>
          </ac:spMkLst>
        </pc:spChg>
        <pc:spChg chg="mod">
          <ac:chgData name="Chris Alvin" userId="1477fe7d-12c1-4dcd-b708-f1331679ff1c" providerId="ADAL" clId="{F53F870B-49DD-4E1C-9D0A-EA2D1A1D7B39}" dt="2023-05-22T16:39:52.210" v="19928" actId="1076"/>
          <ac:spMkLst>
            <pc:docMk/>
            <pc:sldMk cId="244240708" sldId="500"/>
            <ac:spMk id="7" creationId="{A2DF1FF0-5B8A-2D3A-3737-56B4E138DD02}"/>
          </ac:spMkLst>
        </pc:spChg>
        <pc:spChg chg="add mod">
          <ac:chgData name="Chris Alvin" userId="1477fe7d-12c1-4dcd-b708-f1331679ff1c" providerId="ADAL" clId="{F53F870B-49DD-4E1C-9D0A-EA2D1A1D7B39}" dt="2023-05-22T16:39:46.530" v="19926" actId="1076"/>
          <ac:spMkLst>
            <pc:docMk/>
            <pc:sldMk cId="244240708" sldId="500"/>
            <ac:spMk id="8" creationId="{236FA5A1-2A06-215C-118B-9E2E2E306804}"/>
          </ac:spMkLst>
        </pc:spChg>
        <pc:spChg chg="add mod">
          <ac:chgData name="Chris Alvin" userId="1477fe7d-12c1-4dcd-b708-f1331679ff1c" providerId="ADAL" clId="{F53F870B-49DD-4E1C-9D0A-EA2D1A1D7B39}" dt="2023-05-22T16:39:43.504" v="19925" actId="1076"/>
          <ac:spMkLst>
            <pc:docMk/>
            <pc:sldMk cId="244240708" sldId="500"/>
            <ac:spMk id="9" creationId="{5BE73E56-13F9-E274-74D3-930EB96126C5}"/>
          </ac:spMkLst>
        </pc:spChg>
        <pc:spChg chg="mod">
          <ac:chgData name="Chris Alvin" userId="1477fe7d-12c1-4dcd-b708-f1331679ff1c" providerId="ADAL" clId="{F53F870B-49DD-4E1C-9D0A-EA2D1A1D7B39}" dt="2023-05-22T16:39:37.663" v="19923" actId="1076"/>
          <ac:spMkLst>
            <pc:docMk/>
            <pc:sldMk cId="244240708" sldId="500"/>
            <ac:spMk id="10" creationId="{34E90D7A-3D07-EB48-502E-363741DFB75B}"/>
          </ac:spMkLst>
        </pc:spChg>
        <pc:spChg chg="add mod">
          <ac:chgData name="Chris Alvin" userId="1477fe7d-12c1-4dcd-b708-f1331679ff1c" providerId="ADAL" clId="{F53F870B-49DD-4E1C-9D0A-EA2D1A1D7B39}" dt="2023-05-22T15:54:31.240" v="18904" actId="571"/>
          <ac:spMkLst>
            <pc:docMk/>
            <pc:sldMk cId="244240708" sldId="500"/>
            <ac:spMk id="11" creationId="{68D7861D-CEC2-2381-B7BE-2450ECF21DE9}"/>
          </ac:spMkLst>
        </pc:spChg>
        <pc:spChg chg="add mod">
          <ac:chgData name="Chris Alvin" userId="1477fe7d-12c1-4dcd-b708-f1331679ff1c" providerId="ADAL" clId="{F53F870B-49DD-4E1C-9D0A-EA2D1A1D7B39}" dt="2023-05-22T16:39:49.400" v="19927" actId="1076"/>
          <ac:spMkLst>
            <pc:docMk/>
            <pc:sldMk cId="244240708" sldId="500"/>
            <ac:spMk id="12" creationId="{EC5881FE-9C65-B9EA-12B1-BDEDA6D329A0}"/>
          </ac:spMkLst>
        </pc:spChg>
        <pc:spChg chg="add mod">
          <ac:chgData name="Chris Alvin" userId="1477fe7d-12c1-4dcd-b708-f1331679ff1c" providerId="ADAL" clId="{F53F870B-49DD-4E1C-9D0A-EA2D1A1D7B39}" dt="2023-05-22T15:54:31.240" v="18904" actId="571"/>
          <ac:spMkLst>
            <pc:docMk/>
            <pc:sldMk cId="244240708" sldId="500"/>
            <ac:spMk id="13" creationId="{1B71D654-2E69-CB86-EB25-2C15EF05E584}"/>
          </ac:spMkLst>
        </pc:spChg>
        <pc:spChg chg="add mod">
          <ac:chgData name="Chris Alvin" userId="1477fe7d-12c1-4dcd-b708-f1331679ff1c" providerId="ADAL" clId="{F53F870B-49DD-4E1C-9D0A-EA2D1A1D7B39}" dt="2023-05-22T16:39:58.819" v="19929" actId="571"/>
          <ac:spMkLst>
            <pc:docMk/>
            <pc:sldMk cId="244240708" sldId="500"/>
            <ac:spMk id="14" creationId="{76569A65-60FC-C0E5-E288-F614C96F7091}"/>
          </ac:spMkLst>
        </pc:spChg>
      </pc:sldChg>
      <pc:sldChg chg="addSp delSp modSp add mod">
        <pc:chgData name="Chris Alvin" userId="1477fe7d-12c1-4dcd-b708-f1331679ff1c" providerId="ADAL" clId="{F53F870B-49DD-4E1C-9D0A-EA2D1A1D7B39}" dt="2023-05-22T17:17:10.274" v="20911" actId="1076"/>
        <pc:sldMkLst>
          <pc:docMk/>
          <pc:sldMk cId="3577258052" sldId="501"/>
        </pc:sldMkLst>
        <pc:spChg chg="mod">
          <ac:chgData name="Chris Alvin" userId="1477fe7d-12c1-4dcd-b708-f1331679ff1c" providerId="ADAL" clId="{F53F870B-49DD-4E1C-9D0A-EA2D1A1D7B39}" dt="2023-05-22T16:42:19.719" v="20025" actId="1076"/>
          <ac:spMkLst>
            <pc:docMk/>
            <pc:sldMk cId="3577258052" sldId="501"/>
            <ac:spMk id="2" creationId="{8010AA09-C359-0AA6-2C85-B73027A00882}"/>
          </ac:spMkLst>
        </pc:spChg>
        <pc:spChg chg="del mod">
          <ac:chgData name="Chris Alvin" userId="1477fe7d-12c1-4dcd-b708-f1331679ff1c" providerId="ADAL" clId="{F53F870B-49DD-4E1C-9D0A-EA2D1A1D7B39}" dt="2023-05-22T16:42:03.310" v="20019" actId="478"/>
          <ac:spMkLst>
            <pc:docMk/>
            <pc:sldMk cId="3577258052" sldId="501"/>
            <ac:spMk id="3" creationId="{0248631F-F6C5-D360-4F8E-09677B145E4B}"/>
          </ac:spMkLst>
        </pc:spChg>
        <pc:spChg chg="mod">
          <ac:chgData name="Chris Alvin" userId="1477fe7d-12c1-4dcd-b708-f1331679ff1c" providerId="ADAL" clId="{F53F870B-49DD-4E1C-9D0A-EA2D1A1D7B39}" dt="2023-05-22T16:42:11.824" v="20023" actId="121"/>
          <ac:spMkLst>
            <pc:docMk/>
            <pc:sldMk cId="3577258052" sldId="501"/>
            <ac:spMk id="4" creationId="{00000000-0000-0000-0000-000000000000}"/>
          </ac:spMkLst>
        </pc:spChg>
        <pc:spChg chg="add mod">
          <ac:chgData name="Chris Alvin" userId="1477fe7d-12c1-4dcd-b708-f1331679ff1c" providerId="ADAL" clId="{F53F870B-49DD-4E1C-9D0A-EA2D1A1D7B39}" dt="2023-05-22T17:15:04.327" v="20718" actId="20577"/>
          <ac:spMkLst>
            <pc:docMk/>
            <pc:sldMk cId="3577258052" sldId="501"/>
            <ac:spMk id="5" creationId="{E09A7D4A-AF38-C638-56BB-3F3654F16058}"/>
          </ac:spMkLst>
        </pc:spChg>
        <pc:spChg chg="mod">
          <ac:chgData name="Chris Alvin" userId="1477fe7d-12c1-4dcd-b708-f1331679ff1c" providerId="ADAL" clId="{F53F870B-49DD-4E1C-9D0A-EA2D1A1D7B39}" dt="2023-05-22T16:42:16.873" v="20024" actId="1076"/>
          <ac:spMkLst>
            <pc:docMk/>
            <pc:sldMk cId="3577258052" sldId="501"/>
            <ac:spMk id="6" creationId="{6A591773-7F32-1078-0C02-1460D68344A6}"/>
          </ac:spMkLst>
        </pc:spChg>
        <pc:spChg chg="mod">
          <ac:chgData name="Chris Alvin" userId="1477fe7d-12c1-4dcd-b708-f1331679ff1c" providerId="ADAL" clId="{F53F870B-49DD-4E1C-9D0A-EA2D1A1D7B39}" dt="2023-05-22T17:17:10.274" v="20911" actId="1076"/>
          <ac:spMkLst>
            <pc:docMk/>
            <pc:sldMk cId="3577258052" sldId="501"/>
            <ac:spMk id="7" creationId="{A2DF1FF0-5B8A-2D3A-3737-56B4E138DD02}"/>
          </ac:spMkLst>
        </pc:spChg>
        <pc:spChg chg="del mod">
          <ac:chgData name="Chris Alvin" userId="1477fe7d-12c1-4dcd-b708-f1331679ff1c" providerId="ADAL" clId="{F53F870B-49DD-4E1C-9D0A-EA2D1A1D7B39}" dt="2023-05-22T16:42:03.310" v="20019" actId="478"/>
          <ac:spMkLst>
            <pc:docMk/>
            <pc:sldMk cId="3577258052" sldId="501"/>
            <ac:spMk id="8" creationId="{236FA5A1-2A06-215C-118B-9E2E2E306804}"/>
          </ac:spMkLst>
        </pc:spChg>
        <pc:spChg chg="del mod">
          <ac:chgData name="Chris Alvin" userId="1477fe7d-12c1-4dcd-b708-f1331679ff1c" providerId="ADAL" clId="{F53F870B-49DD-4E1C-9D0A-EA2D1A1D7B39}" dt="2023-05-22T16:42:03.310" v="20019" actId="478"/>
          <ac:spMkLst>
            <pc:docMk/>
            <pc:sldMk cId="3577258052" sldId="501"/>
            <ac:spMk id="9" creationId="{5BE73E56-13F9-E274-74D3-930EB96126C5}"/>
          </ac:spMkLst>
        </pc:spChg>
        <pc:spChg chg="mod">
          <ac:chgData name="Chris Alvin" userId="1477fe7d-12c1-4dcd-b708-f1331679ff1c" providerId="ADAL" clId="{F53F870B-49DD-4E1C-9D0A-EA2D1A1D7B39}" dt="2023-05-22T16:42:37.755" v="20108" actId="6549"/>
          <ac:spMkLst>
            <pc:docMk/>
            <pc:sldMk cId="3577258052" sldId="501"/>
            <ac:spMk id="10" creationId="{34E90D7A-3D07-EB48-502E-363741DFB75B}"/>
          </ac:spMkLst>
        </pc:spChg>
        <pc:spChg chg="del">
          <ac:chgData name="Chris Alvin" userId="1477fe7d-12c1-4dcd-b708-f1331679ff1c" providerId="ADAL" clId="{F53F870B-49DD-4E1C-9D0A-EA2D1A1D7B39}" dt="2023-05-22T16:42:03.310" v="20019" actId="478"/>
          <ac:spMkLst>
            <pc:docMk/>
            <pc:sldMk cId="3577258052" sldId="501"/>
            <ac:spMk id="12" creationId="{EC5881FE-9C65-B9EA-12B1-BDEDA6D329A0}"/>
          </ac:spMkLst>
        </pc:spChg>
        <pc:spChg chg="del mod">
          <ac:chgData name="Chris Alvin" userId="1477fe7d-12c1-4dcd-b708-f1331679ff1c" providerId="ADAL" clId="{F53F870B-49DD-4E1C-9D0A-EA2D1A1D7B39}" dt="2023-05-22T16:42:07.256" v="20022"/>
          <ac:spMkLst>
            <pc:docMk/>
            <pc:sldMk cId="3577258052" sldId="501"/>
            <ac:spMk id="14" creationId="{76569A65-60FC-C0E5-E288-F614C96F7091}"/>
          </ac:spMkLst>
        </pc:spChg>
        <pc:spChg chg="add mod">
          <ac:chgData name="Chris Alvin" userId="1477fe7d-12c1-4dcd-b708-f1331679ff1c" providerId="ADAL" clId="{F53F870B-49DD-4E1C-9D0A-EA2D1A1D7B39}" dt="2023-05-22T17:07:02.792" v="20348" actId="20577"/>
          <ac:spMkLst>
            <pc:docMk/>
            <pc:sldMk cId="3577258052" sldId="501"/>
            <ac:spMk id="15" creationId="{88FE79FE-9773-F619-258B-F96BE2E41A41}"/>
          </ac:spMkLst>
        </pc:spChg>
        <pc:spChg chg="add mod">
          <ac:chgData name="Chris Alvin" userId="1477fe7d-12c1-4dcd-b708-f1331679ff1c" providerId="ADAL" clId="{F53F870B-49DD-4E1C-9D0A-EA2D1A1D7B39}" dt="2023-05-22T17:09:09.768" v="20527" actId="20577"/>
          <ac:spMkLst>
            <pc:docMk/>
            <pc:sldMk cId="3577258052" sldId="501"/>
            <ac:spMk id="16" creationId="{BE2C6BC4-6712-518C-F8C1-A08DF33EB2CD}"/>
          </ac:spMkLst>
        </pc:spChg>
        <pc:spChg chg="add mod">
          <ac:chgData name="Chris Alvin" userId="1477fe7d-12c1-4dcd-b708-f1331679ff1c" providerId="ADAL" clId="{F53F870B-49DD-4E1C-9D0A-EA2D1A1D7B39}" dt="2023-05-22T17:09:59.654" v="20569" actId="20577"/>
          <ac:spMkLst>
            <pc:docMk/>
            <pc:sldMk cId="3577258052" sldId="501"/>
            <ac:spMk id="17" creationId="{62E0A011-0C18-13E2-141F-41F3D05B7F80}"/>
          </ac:spMkLst>
        </pc:spChg>
        <pc:spChg chg="add mod">
          <ac:chgData name="Chris Alvin" userId="1477fe7d-12c1-4dcd-b708-f1331679ff1c" providerId="ADAL" clId="{F53F870B-49DD-4E1C-9D0A-EA2D1A1D7B39}" dt="2023-05-22T17:12:02.879" v="20602" actId="20577"/>
          <ac:spMkLst>
            <pc:docMk/>
            <pc:sldMk cId="3577258052" sldId="501"/>
            <ac:spMk id="18" creationId="{0F758F49-AC39-0443-D26A-CCB30058CCA4}"/>
          </ac:spMkLst>
        </pc:spChg>
        <pc:spChg chg="add mod">
          <ac:chgData name="Chris Alvin" userId="1477fe7d-12c1-4dcd-b708-f1331679ff1c" providerId="ADAL" clId="{F53F870B-49DD-4E1C-9D0A-EA2D1A1D7B39}" dt="2023-05-22T17:15:39.221" v="20722" actId="20577"/>
          <ac:spMkLst>
            <pc:docMk/>
            <pc:sldMk cId="3577258052" sldId="501"/>
            <ac:spMk id="19" creationId="{EF423870-453C-4810-96C0-595586742311}"/>
          </ac:spMkLst>
        </pc:spChg>
        <pc:spChg chg="add del mod">
          <ac:chgData name="Chris Alvin" userId="1477fe7d-12c1-4dcd-b708-f1331679ff1c" providerId="ADAL" clId="{F53F870B-49DD-4E1C-9D0A-EA2D1A1D7B39}" dt="2023-05-22T17:17:06.673" v="20910"/>
          <ac:spMkLst>
            <pc:docMk/>
            <pc:sldMk cId="3577258052" sldId="501"/>
            <ac:spMk id="20" creationId="{628DB226-F711-466E-B33D-A9EE23322599}"/>
          </ac:spMkLst>
        </pc:spChg>
        <pc:spChg chg="add mod">
          <ac:chgData name="Chris Alvin" userId="1477fe7d-12c1-4dcd-b708-f1331679ff1c" providerId="ADAL" clId="{F53F870B-49DD-4E1C-9D0A-EA2D1A1D7B39}" dt="2023-05-22T17:17:04.254" v="20908" actId="5793"/>
          <ac:spMkLst>
            <pc:docMk/>
            <pc:sldMk cId="3577258052" sldId="501"/>
            <ac:spMk id="21" creationId="{694434D8-A56E-E8DC-8ABD-4857FEB9BF85}"/>
          </ac:spMkLst>
        </pc:spChg>
      </pc:sldChg>
    </pc:docChg>
  </pc:docChgLst>
  <pc:docChgLst>
    <pc:chgData name="Chris Alvin" userId="1477fe7d-12c1-4dcd-b708-f1331679ff1c" providerId="ADAL" clId="{4B165ABE-695E-4129-9679-619837F5F4D1}"/>
    <pc:docChg chg="undo redo custSel addSld delSld modSld sldOrd addSection delSection modSection">
      <pc:chgData name="Chris Alvin" userId="1477fe7d-12c1-4dcd-b708-f1331679ff1c" providerId="ADAL" clId="{4B165ABE-695E-4129-9679-619837F5F4D1}" dt="2022-10-19T13:32:52.058" v="21898" actId="20577"/>
      <pc:docMkLst>
        <pc:docMk/>
      </pc:docMkLst>
      <pc:sldChg chg="modSp mod">
        <pc:chgData name="Chris Alvin" userId="1477fe7d-12c1-4dcd-b708-f1331679ff1c" providerId="ADAL" clId="{4B165ABE-695E-4129-9679-619837F5F4D1}" dt="2022-10-07T13:11:27.043" v="12" actId="27636"/>
        <pc:sldMkLst>
          <pc:docMk/>
          <pc:sldMk cId="923078003" sldId="265"/>
        </pc:sldMkLst>
        <pc:spChg chg="mod">
          <ac:chgData name="Chris Alvin" userId="1477fe7d-12c1-4dcd-b708-f1331679ff1c" providerId="ADAL" clId="{4B165ABE-695E-4129-9679-619837F5F4D1}" dt="2022-10-07T13:11:27.043" v="12" actId="27636"/>
          <ac:spMkLst>
            <pc:docMk/>
            <pc:sldMk cId="923078003" sldId="265"/>
            <ac:spMk id="2" creationId="{00000000-0000-0000-0000-000000000000}"/>
          </ac:spMkLst>
        </pc:spChg>
      </pc:sldChg>
      <pc:sldChg chg="delSp modSp mod delAnim">
        <pc:chgData name="Chris Alvin" userId="1477fe7d-12c1-4dcd-b708-f1331679ff1c" providerId="ADAL" clId="{4B165ABE-695E-4129-9679-619837F5F4D1}" dt="2022-10-07T14:30:26.315" v="4163" actId="14100"/>
        <pc:sldMkLst>
          <pc:docMk/>
          <pc:sldMk cId="391318054" sldId="384"/>
        </pc:sldMkLst>
        <pc:spChg chg="del mod">
          <ac:chgData name="Chris Alvin" userId="1477fe7d-12c1-4dcd-b708-f1331679ff1c" providerId="ADAL" clId="{4B165ABE-695E-4129-9679-619837F5F4D1}" dt="2022-10-07T13:13:09.691" v="27" actId="478"/>
          <ac:spMkLst>
            <pc:docMk/>
            <pc:sldMk cId="391318054" sldId="384"/>
            <ac:spMk id="2" creationId="{00000000-0000-0000-0000-000000000000}"/>
          </ac:spMkLst>
        </pc:spChg>
        <pc:spChg chg="mod">
          <ac:chgData name="Chris Alvin" userId="1477fe7d-12c1-4dcd-b708-f1331679ff1c" providerId="ADAL" clId="{4B165ABE-695E-4129-9679-619837F5F4D1}" dt="2022-10-07T14:20:51.780" v="3901" actId="20577"/>
          <ac:spMkLst>
            <pc:docMk/>
            <pc:sldMk cId="391318054" sldId="384"/>
            <ac:spMk id="4" creationId="{00000000-0000-0000-0000-000000000000}"/>
          </ac:spMkLst>
        </pc:spChg>
        <pc:spChg chg="mod">
          <ac:chgData name="Chris Alvin" userId="1477fe7d-12c1-4dcd-b708-f1331679ff1c" providerId="ADAL" clId="{4B165ABE-695E-4129-9679-619837F5F4D1}" dt="2022-10-07T14:30:26.315" v="4163" actId="14100"/>
          <ac:spMkLst>
            <pc:docMk/>
            <pc:sldMk cId="391318054" sldId="384"/>
            <ac:spMk id="162819" creationId="{00000000-0000-0000-0000-000000000000}"/>
          </ac:spMkLst>
        </pc:spChg>
        <pc:grpChg chg="del">
          <ac:chgData name="Chris Alvin" userId="1477fe7d-12c1-4dcd-b708-f1331679ff1c" providerId="ADAL" clId="{4B165ABE-695E-4129-9679-619837F5F4D1}" dt="2022-10-07T13:13:04.009" v="25" actId="478"/>
          <ac:grpSpMkLst>
            <pc:docMk/>
            <pc:sldMk cId="391318054" sldId="384"/>
            <ac:grpSpMk id="8" creationId="{00000000-0000-0000-0000-000000000000}"/>
          </ac:grpSpMkLst>
        </pc:grpChg>
      </pc:sldChg>
      <pc:sldChg chg="del">
        <pc:chgData name="Chris Alvin" userId="1477fe7d-12c1-4dcd-b708-f1331679ff1c" providerId="ADAL" clId="{4B165ABE-695E-4129-9679-619837F5F4D1}" dt="2022-10-07T14:58:06.484" v="5186" actId="47"/>
        <pc:sldMkLst>
          <pc:docMk/>
          <pc:sldMk cId="624965940" sldId="389"/>
        </pc:sldMkLst>
      </pc:sldChg>
      <pc:sldChg chg="del">
        <pc:chgData name="Chris Alvin" userId="1477fe7d-12c1-4dcd-b708-f1331679ff1c" providerId="ADAL" clId="{4B165ABE-695E-4129-9679-619837F5F4D1}" dt="2022-10-07T14:35:58.522" v="4395" actId="47"/>
        <pc:sldMkLst>
          <pc:docMk/>
          <pc:sldMk cId="2642901510" sldId="400"/>
        </pc:sldMkLst>
      </pc:sldChg>
      <pc:sldChg chg="del">
        <pc:chgData name="Chris Alvin" userId="1477fe7d-12c1-4dcd-b708-f1331679ff1c" providerId="ADAL" clId="{4B165ABE-695E-4129-9679-619837F5F4D1}" dt="2022-10-07T14:27:44.807" v="4002" actId="47"/>
        <pc:sldMkLst>
          <pc:docMk/>
          <pc:sldMk cId="1190477593" sldId="401"/>
        </pc:sldMkLst>
      </pc:sldChg>
      <pc:sldChg chg="del">
        <pc:chgData name="Chris Alvin" userId="1477fe7d-12c1-4dcd-b708-f1331679ff1c" providerId="ADAL" clId="{4B165ABE-695E-4129-9679-619837F5F4D1}" dt="2022-10-07T14:58:06.911" v="5187" actId="47"/>
        <pc:sldMkLst>
          <pc:docMk/>
          <pc:sldMk cId="4148152925" sldId="402"/>
        </pc:sldMkLst>
      </pc:sldChg>
      <pc:sldChg chg="del">
        <pc:chgData name="Chris Alvin" userId="1477fe7d-12c1-4dcd-b708-f1331679ff1c" providerId="ADAL" clId="{4B165ABE-695E-4129-9679-619837F5F4D1}" dt="2022-10-07T14:58:10.467" v="5190" actId="47"/>
        <pc:sldMkLst>
          <pc:docMk/>
          <pc:sldMk cId="145455095" sldId="403"/>
        </pc:sldMkLst>
      </pc:sldChg>
      <pc:sldChg chg="del">
        <pc:chgData name="Chris Alvin" userId="1477fe7d-12c1-4dcd-b708-f1331679ff1c" providerId="ADAL" clId="{4B165ABE-695E-4129-9679-619837F5F4D1}" dt="2022-10-07T14:58:08.760" v="5188" actId="47"/>
        <pc:sldMkLst>
          <pc:docMk/>
          <pc:sldMk cId="570887813" sldId="404"/>
        </pc:sldMkLst>
      </pc:sldChg>
      <pc:sldChg chg="del">
        <pc:chgData name="Chris Alvin" userId="1477fe7d-12c1-4dcd-b708-f1331679ff1c" providerId="ADAL" clId="{4B165ABE-695E-4129-9679-619837F5F4D1}" dt="2022-10-07T14:58:09.488" v="5189" actId="47"/>
        <pc:sldMkLst>
          <pc:docMk/>
          <pc:sldMk cId="1744450834" sldId="405"/>
        </pc:sldMkLst>
      </pc:sldChg>
      <pc:sldChg chg="del">
        <pc:chgData name="Chris Alvin" userId="1477fe7d-12c1-4dcd-b708-f1331679ff1c" providerId="ADAL" clId="{4B165ABE-695E-4129-9679-619837F5F4D1}" dt="2022-10-07T14:58:11.008" v="5191" actId="47"/>
        <pc:sldMkLst>
          <pc:docMk/>
          <pc:sldMk cId="4172849560" sldId="406"/>
        </pc:sldMkLst>
      </pc:sldChg>
      <pc:sldChg chg="del">
        <pc:chgData name="Chris Alvin" userId="1477fe7d-12c1-4dcd-b708-f1331679ff1c" providerId="ADAL" clId="{4B165ABE-695E-4129-9679-619837F5F4D1}" dt="2022-10-07T14:58:11.700" v="5192" actId="47"/>
        <pc:sldMkLst>
          <pc:docMk/>
          <pc:sldMk cId="3991863321" sldId="407"/>
        </pc:sldMkLst>
      </pc:sldChg>
      <pc:sldChg chg="del">
        <pc:chgData name="Chris Alvin" userId="1477fe7d-12c1-4dcd-b708-f1331679ff1c" providerId="ADAL" clId="{4B165ABE-695E-4129-9679-619837F5F4D1}" dt="2022-10-07T14:58:12.249" v="5193" actId="47"/>
        <pc:sldMkLst>
          <pc:docMk/>
          <pc:sldMk cId="972778874" sldId="408"/>
        </pc:sldMkLst>
      </pc:sldChg>
      <pc:sldChg chg="del">
        <pc:chgData name="Chris Alvin" userId="1477fe7d-12c1-4dcd-b708-f1331679ff1c" providerId="ADAL" clId="{4B165ABE-695E-4129-9679-619837F5F4D1}" dt="2022-10-07T14:58:13.209" v="5195" actId="47"/>
        <pc:sldMkLst>
          <pc:docMk/>
          <pc:sldMk cId="3441013154" sldId="409"/>
        </pc:sldMkLst>
      </pc:sldChg>
      <pc:sldChg chg="del">
        <pc:chgData name="Chris Alvin" userId="1477fe7d-12c1-4dcd-b708-f1331679ff1c" providerId="ADAL" clId="{4B165ABE-695E-4129-9679-619837F5F4D1}" dt="2022-10-07T14:58:12.663" v="5194" actId="47"/>
        <pc:sldMkLst>
          <pc:docMk/>
          <pc:sldMk cId="3629496262" sldId="410"/>
        </pc:sldMkLst>
      </pc:sldChg>
      <pc:sldChg chg="addSp modSp add del mod">
        <pc:chgData name="Chris Alvin" userId="1477fe7d-12c1-4dcd-b708-f1331679ff1c" providerId="ADAL" clId="{4B165ABE-695E-4129-9679-619837F5F4D1}" dt="2022-10-07T14:20:46.867" v="3893" actId="47"/>
        <pc:sldMkLst>
          <pc:docMk/>
          <pc:sldMk cId="2047362384" sldId="411"/>
        </pc:sldMkLst>
        <pc:spChg chg="mod">
          <ac:chgData name="Chris Alvin" userId="1477fe7d-12c1-4dcd-b708-f1331679ff1c" providerId="ADAL" clId="{4B165ABE-695E-4129-9679-619837F5F4D1}" dt="2022-10-07T13:17:43.729" v="198" actId="5793"/>
          <ac:spMkLst>
            <pc:docMk/>
            <pc:sldMk cId="2047362384" sldId="411"/>
            <ac:spMk id="4" creationId="{00000000-0000-0000-0000-000000000000}"/>
          </ac:spMkLst>
        </pc:spChg>
        <pc:spChg chg="add mod">
          <ac:chgData name="Chris Alvin" userId="1477fe7d-12c1-4dcd-b708-f1331679ff1c" providerId="ADAL" clId="{4B165ABE-695E-4129-9679-619837F5F4D1}" dt="2022-10-07T13:18:35.522" v="278" actId="20577"/>
          <ac:spMkLst>
            <pc:docMk/>
            <pc:sldMk cId="2047362384" sldId="411"/>
            <ac:spMk id="5" creationId="{7485F52A-B116-47BE-9C6C-3E7A74718F84}"/>
          </ac:spMkLst>
        </pc:spChg>
        <pc:spChg chg="add mod">
          <ac:chgData name="Chris Alvin" userId="1477fe7d-12c1-4dcd-b708-f1331679ff1c" providerId="ADAL" clId="{4B165ABE-695E-4129-9679-619837F5F4D1}" dt="2022-10-07T13:18:26.458" v="245" actId="571"/>
          <ac:spMkLst>
            <pc:docMk/>
            <pc:sldMk cId="2047362384" sldId="411"/>
            <ac:spMk id="6" creationId="{2380E2BA-BE7F-4B55-BBE1-0CA3D00D667B}"/>
          </ac:spMkLst>
        </pc:spChg>
        <pc:spChg chg="add mod">
          <ac:chgData name="Chris Alvin" userId="1477fe7d-12c1-4dcd-b708-f1331679ff1c" providerId="ADAL" clId="{4B165ABE-695E-4129-9679-619837F5F4D1}" dt="2022-10-07T13:18:28.323" v="246" actId="571"/>
          <ac:spMkLst>
            <pc:docMk/>
            <pc:sldMk cId="2047362384" sldId="411"/>
            <ac:spMk id="7" creationId="{ACC2EF25-74DC-4272-8593-490BB7B50E8A}"/>
          </ac:spMkLst>
        </pc:spChg>
        <pc:spChg chg="mod">
          <ac:chgData name="Chris Alvin" userId="1477fe7d-12c1-4dcd-b708-f1331679ff1c" providerId="ADAL" clId="{4B165ABE-695E-4129-9679-619837F5F4D1}" dt="2022-10-07T13:18:23.817" v="243" actId="14100"/>
          <ac:spMkLst>
            <pc:docMk/>
            <pc:sldMk cId="2047362384" sldId="411"/>
            <ac:spMk id="162819" creationId="{00000000-0000-0000-0000-000000000000}"/>
          </ac:spMkLst>
        </pc:spChg>
      </pc:sldChg>
      <pc:sldChg chg="addSp delSp modSp add mod modAnim">
        <pc:chgData name="Chris Alvin" userId="1477fe7d-12c1-4dcd-b708-f1331679ff1c" providerId="ADAL" clId="{4B165ABE-695E-4129-9679-619837F5F4D1}" dt="2022-10-07T14:00:11.936" v="2976" actId="1076"/>
        <pc:sldMkLst>
          <pc:docMk/>
          <pc:sldMk cId="3438041948" sldId="412"/>
        </pc:sldMkLst>
        <pc:spChg chg="mod">
          <ac:chgData name="Chris Alvin" userId="1477fe7d-12c1-4dcd-b708-f1331679ff1c" providerId="ADAL" clId="{4B165ABE-695E-4129-9679-619837F5F4D1}" dt="2022-10-07T14:00:11.936" v="2976" actId="1076"/>
          <ac:spMkLst>
            <pc:docMk/>
            <pc:sldMk cId="3438041948" sldId="412"/>
            <ac:spMk id="4" creationId="{00000000-0000-0000-0000-000000000000}"/>
          </ac:spMkLst>
        </pc:spChg>
        <pc:spChg chg="del">
          <ac:chgData name="Chris Alvin" userId="1477fe7d-12c1-4dcd-b708-f1331679ff1c" providerId="ADAL" clId="{4B165ABE-695E-4129-9679-619837F5F4D1}" dt="2022-10-07T13:20:55.337" v="512" actId="478"/>
          <ac:spMkLst>
            <pc:docMk/>
            <pc:sldMk cId="3438041948" sldId="412"/>
            <ac:spMk id="5" creationId="{7485F52A-B116-47BE-9C6C-3E7A74718F84}"/>
          </ac:spMkLst>
        </pc:spChg>
        <pc:spChg chg="del">
          <ac:chgData name="Chris Alvin" userId="1477fe7d-12c1-4dcd-b708-f1331679ff1c" providerId="ADAL" clId="{4B165ABE-695E-4129-9679-619837F5F4D1}" dt="2022-10-07T13:20:55.337" v="512" actId="478"/>
          <ac:spMkLst>
            <pc:docMk/>
            <pc:sldMk cId="3438041948" sldId="412"/>
            <ac:spMk id="6" creationId="{2380E2BA-BE7F-4B55-BBE1-0CA3D00D667B}"/>
          </ac:spMkLst>
        </pc:spChg>
        <pc:spChg chg="del">
          <ac:chgData name="Chris Alvin" userId="1477fe7d-12c1-4dcd-b708-f1331679ff1c" providerId="ADAL" clId="{4B165ABE-695E-4129-9679-619837F5F4D1}" dt="2022-10-07T13:20:55.337" v="512" actId="478"/>
          <ac:spMkLst>
            <pc:docMk/>
            <pc:sldMk cId="3438041948" sldId="412"/>
            <ac:spMk id="7" creationId="{ACC2EF25-74DC-4272-8593-490BB7B50E8A}"/>
          </ac:spMkLst>
        </pc:spChg>
        <pc:spChg chg="add mod">
          <ac:chgData name="Chris Alvin" userId="1477fe7d-12c1-4dcd-b708-f1331679ff1c" providerId="ADAL" clId="{4B165ABE-695E-4129-9679-619837F5F4D1}" dt="2022-10-07T13:46:55.920" v="1779" actId="114"/>
          <ac:spMkLst>
            <pc:docMk/>
            <pc:sldMk cId="3438041948" sldId="412"/>
            <ac:spMk id="8" creationId="{7671A139-5469-4013-A60D-A99958CF91F6}"/>
          </ac:spMkLst>
        </pc:spChg>
        <pc:spChg chg="add del mod">
          <ac:chgData name="Chris Alvin" userId="1477fe7d-12c1-4dcd-b708-f1331679ff1c" providerId="ADAL" clId="{4B165ABE-695E-4129-9679-619837F5F4D1}" dt="2022-10-07T13:22:22.484" v="554" actId="478"/>
          <ac:spMkLst>
            <pc:docMk/>
            <pc:sldMk cId="3438041948" sldId="412"/>
            <ac:spMk id="9" creationId="{BD4288A4-5FD3-4618-9AD3-441C89E8911C}"/>
          </ac:spMkLst>
        </pc:spChg>
        <pc:spChg chg="add mod">
          <ac:chgData name="Chris Alvin" userId="1477fe7d-12c1-4dcd-b708-f1331679ff1c" providerId="ADAL" clId="{4B165ABE-695E-4129-9679-619837F5F4D1}" dt="2022-10-07T13:27:50.290" v="916" actId="1076"/>
          <ac:spMkLst>
            <pc:docMk/>
            <pc:sldMk cId="3438041948" sldId="412"/>
            <ac:spMk id="10" creationId="{3721C259-16AD-4175-A2E8-F2C7EF3D180F}"/>
          </ac:spMkLst>
        </pc:spChg>
        <pc:spChg chg="add mod">
          <ac:chgData name="Chris Alvin" userId="1477fe7d-12c1-4dcd-b708-f1331679ff1c" providerId="ADAL" clId="{4B165ABE-695E-4129-9679-619837F5F4D1}" dt="2022-10-07T13:34:07.862" v="1194" actId="27636"/>
          <ac:spMkLst>
            <pc:docMk/>
            <pc:sldMk cId="3438041948" sldId="412"/>
            <ac:spMk id="11" creationId="{061D4F92-2B90-455E-B907-FC21A73BE203}"/>
          </ac:spMkLst>
        </pc:spChg>
        <pc:spChg chg="add mod">
          <ac:chgData name="Chris Alvin" userId="1477fe7d-12c1-4dcd-b708-f1331679ff1c" providerId="ADAL" clId="{4B165ABE-695E-4129-9679-619837F5F4D1}" dt="2022-10-07T13:33:18.475" v="1171" actId="255"/>
          <ac:spMkLst>
            <pc:docMk/>
            <pc:sldMk cId="3438041948" sldId="412"/>
            <ac:spMk id="12" creationId="{EEB009D4-64E2-4CA5-9A4E-2AD792F3E3C8}"/>
          </ac:spMkLst>
        </pc:spChg>
        <pc:spChg chg="add mod">
          <ac:chgData name="Chris Alvin" userId="1477fe7d-12c1-4dcd-b708-f1331679ff1c" providerId="ADAL" clId="{4B165ABE-695E-4129-9679-619837F5F4D1}" dt="2022-10-07T13:37:47.385" v="1499" actId="1076"/>
          <ac:spMkLst>
            <pc:docMk/>
            <pc:sldMk cId="3438041948" sldId="412"/>
            <ac:spMk id="13" creationId="{C07D470D-87B4-415F-9487-2E30F05B2A66}"/>
          </ac:spMkLst>
        </pc:spChg>
        <pc:spChg chg="add mod">
          <ac:chgData name="Chris Alvin" userId="1477fe7d-12c1-4dcd-b708-f1331679ff1c" providerId="ADAL" clId="{4B165ABE-695E-4129-9679-619837F5F4D1}" dt="2022-10-07T13:38:06.716" v="1505" actId="1076"/>
          <ac:spMkLst>
            <pc:docMk/>
            <pc:sldMk cId="3438041948" sldId="412"/>
            <ac:spMk id="14" creationId="{0D59038C-6F77-4609-A154-08B01D4DC88E}"/>
          </ac:spMkLst>
        </pc:spChg>
        <pc:spChg chg="add mod">
          <ac:chgData name="Chris Alvin" userId="1477fe7d-12c1-4dcd-b708-f1331679ff1c" providerId="ADAL" clId="{4B165ABE-695E-4129-9679-619837F5F4D1}" dt="2022-10-07T13:38:13.469" v="1506" actId="1076"/>
          <ac:spMkLst>
            <pc:docMk/>
            <pc:sldMk cId="3438041948" sldId="412"/>
            <ac:spMk id="15" creationId="{41EF0137-9D9D-47BA-B202-1792642C9CF0}"/>
          </ac:spMkLst>
        </pc:spChg>
        <pc:spChg chg="add mod">
          <ac:chgData name="Chris Alvin" userId="1477fe7d-12c1-4dcd-b708-f1331679ff1c" providerId="ADAL" clId="{4B165ABE-695E-4129-9679-619837F5F4D1}" dt="2022-10-07T13:38:13.469" v="1506" actId="1076"/>
          <ac:spMkLst>
            <pc:docMk/>
            <pc:sldMk cId="3438041948" sldId="412"/>
            <ac:spMk id="16" creationId="{A6863272-F05B-43C1-94E1-976734733D7E}"/>
          </ac:spMkLst>
        </pc:spChg>
        <pc:spChg chg="add mod">
          <ac:chgData name="Chris Alvin" userId="1477fe7d-12c1-4dcd-b708-f1331679ff1c" providerId="ADAL" clId="{4B165ABE-695E-4129-9679-619837F5F4D1}" dt="2022-10-07T13:38:13.469" v="1506" actId="1076"/>
          <ac:spMkLst>
            <pc:docMk/>
            <pc:sldMk cId="3438041948" sldId="412"/>
            <ac:spMk id="17" creationId="{C4050CB6-4968-42C2-91CA-2082D73B0591}"/>
          </ac:spMkLst>
        </pc:spChg>
        <pc:spChg chg="add mod">
          <ac:chgData name="Chris Alvin" userId="1477fe7d-12c1-4dcd-b708-f1331679ff1c" providerId="ADAL" clId="{4B165ABE-695E-4129-9679-619837F5F4D1}" dt="2022-10-07T13:38:13.469" v="1506" actId="1076"/>
          <ac:spMkLst>
            <pc:docMk/>
            <pc:sldMk cId="3438041948" sldId="412"/>
            <ac:spMk id="18" creationId="{CBE2A7F2-E8B0-4D5E-9955-C72B84664947}"/>
          </ac:spMkLst>
        </pc:spChg>
        <pc:spChg chg="add mod">
          <ac:chgData name="Chris Alvin" userId="1477fe7d-12c1-4dcd-b708-f1331679ff1c" providerId="ADAL" clId="{4B165ABE-695E-4129-9679-619837F5F4D1}" dt="2022-10-07T13:38:13.469" v="1506" actId="1076"/>
          <ac:spMkLst>
            <pc:docMk/>
            <pc:sldMk cId="3438041948" sldId="412"/>
            <ac:spMk id="19" creationId="{FE7270A3-22C2-4352-BDCC-C101D2D076FB}"/>
          </ac:spMkLst>
        </pc:spChg>
        <pc:spChg chg="add mod">
          <ac:chgData name="Chris Alvin" userId="1477fe7d-12c1-4dcd-b708-f1331679ff1c" providerId="ADAL" clId="{4B165ABE-695E-4129-9679-619837F5F4D1}" dt="2022-10-07T13:38:13.469" v="1506" actId="1076"/>
          <ac:spMkLst>
            <pc:docMk/>
            <pc:sldMk cId="3438041948" sldId="412"/>
            <ac:spMk id="20" creationId="{EA76E459-CD44-476E-963A-199B8A629B35}"/>
          </ac:spMkLst>
        </pc:spChg>
        <pc:spChg chg="add mod">
          <ac:chgData name="Chris Alvin" userId="1477fe7d-12c1-4dcd-b708-f1331679ff1c" providerId="ADAL" clId="{4B165ABE-695E-4129-9679-619837F5F4D1}" dt="2022-10-07T13:38:16.684" v="1507" actId="1076"/>
          <ac:spMkLst>
            <pc:docMk/>
            <pc:sldMk cId="3438041948" sldId="412"/>
            <ac:spMk id="21" creationId="{3D8855A4-03DC-40A0-A0A5-CFC043EF3951}"/>
          </ac:spMkLst>
        </pc:spChg>
        <pc:spChg chg="add mod">
          <ac:chgData name="Chris Alvin" userId="1477fe7d-12c1-4dcd-b708-f1331679ff1c" providerId="ADAL" clId="{4B165ABE-695E-4129-9679-619837F5F4D1}" dt="2022-10-07T13:38:34.472" v="1512" actId="1076"/>
          <ac:spMkLst>
            <pc:docMk/>
            <pc:sldMk cId="3438041948" sldId="412"/>
            <ac:spMk id="22" creationId="{AB836304-C898-475A-A305-FA017CC3AE8B}"/>
          </ac:spMkLst>
        </pc:spChg>
        <pc:spChg chg="mod">
          <ac:chgData name="Chris Alvin" userId="1477fe7d-12c1-4dcd-b708-f1331679ff1c" providerId="ADAL" clId="{4B165ABE-695E-4129-9679-619837F5F4D1}" dt="2022-10-07T13:46:52.344" v="1778" actId="14100"/>
          <ac:spMkLst>
            <pc:docMk/>
            <pc:sldMk cId="3438041948" sldId="412"/>
            <ac:spMk id="162819" creationId="{00000000-0000-0000-0000-000000000000}"/>
          </ac:spMkLst>
        </pc:spChg>
        <pc:picChg chg="add mod modCrop">
          <ac:chgData name="Chris Alvin" userId="1477fe7d-12c1-4dcd-b708-f1331679ff1c" providerId="ADAL" clId="{4B165ABE-695E-4129-9679-619837F5F4D1}" dt="2022-10-07T13:27:55.060" v="917" actId="1076"/>
          <ac:picMkLst>
            <pc:docMk/>
            <pc:sldMk cId="3438041948" sldId="412"/>
            <ac:picMk id="2" creationId="{8F3D23EB-4D45-4AB3-A8A8-FA94418FB7B0}"/>
          </ac:picMkLst>
        </pc:picChg>
      </pc:sldChg>
      <pc:sldChg chg="addSp delSp modSp add mod modAnim">
        <pc:chgData name="Chris Alvin" userId="1477fe7d-12c1-4dcd-b708-f1331679ff1c" providerId="ADAL" clId="{4B165ABE-695E-4129-9679-619837F5F4D1}" dt="2022-10-11T12:29:22.268" v="20862" actId="1076"/>
        <pc:sldMkLst>
          <pc:docMk/>
          <pc:sldMk cId="2647307980" sldId="413"/>
        </pc:sldMkLst>
        <pc:spChg chg="mod">
          <ac:chgData name="Chris Alvin" userId="1477fe7d-12c1-4dcd-b708-f1331679ff1c" providerId="ADAL" clId="{4B165ABE-695E-4129-9679-619837F5F4D1}" dt="2022-10-07T13:39:15.797" v="1587" actId="122"/>
          <ac:spMkLst>
            <pc:docMk/>
            <pc:sldMk cId="2647307980" sldId="413"/>
            <ac:spMk id="4" creationId="{00000000-0000-0000-0000-000000000000}"/>
          </ac:spMkLst>
        </pc:spChg>
        <pc:spChg chg="del">
          <ac:chgData name="Chris Alvin" userId="1477fe7d-12c1-4dcd-b708-f1331679ff1c" providerId="ADAL" clId="{4B165ABE-695E-4129-9679-619837F5F4D1}" dt="2022-10-07T13:39:00.775" v="1574" actId="478"/>
          <ac:spMkLst>
            <pc:docMk/>
            <pc:sldMk cId="2647307980" sldId="413"/>
            <ac:spMk id="8" creationId="{7671A139-5469-4013-A60D-A99958CF91F6}"/>
          </ac:spMkLst>
        </pc:spChg>
        <pc:spChg chg="del">
          <ac:chgData name="Chris Alvin" userId="1477fe7d-12c1-4dcd-b708-f1331679ff1c" providerId="ADAL" clId="{4B165ABE-695E-4129-9679-619837F5F4D1}" dt="2022-10-07T13:39:00.775" v="1574" actId="478"/>
          <ac:spMkLst>
            <pc:docMk/>
            <pc:sldMk cId="2647307980" sldId="413"/>
            <ac:spMk id="10" creationId="{3721C259-16AD-4175-A2E8-F2C7EF3D180F}"/>
          </ac:spMkLst>
        </pc:spChg>
        <pc:spChg chg="mod">
          <ac:chgData name="Chris Alvin" userId="1477fe7d-12c1-4dcd-b708-f1331679ff1c" providerId="ADAL" clId="{4B165ABE-695E-4129-9679-619837F5F4D1}" dt="2022-10-07T13:46:04.530" v="1773" actId="1076"/>
          <ac:spMkLst>
            <pc:docMk/>
            <pc:sldMk cId="2647307980" sldId="413"/>
            <ac:spMk id="11" creationId="{061D4F92-2B90-455E-B907-FC21A73BE203}"/>
          </ac:spMkLst>
        </pc:spChg>
        <pc:spChg chg="mod">
          <ac:chgData name="Chris Alvin" userId="1477fe7d-12c1-4dcd-b708-f1331679ff1c" providerId="ADAL" clId="{4B165ABE-695E-4129-9679-619837F5F4D1}" dt="2022-10-07T13:46:04.530" v="1773" actId="1076"/>
          <ac:spMkLst>
            <pc:docMk/>
            <pc:sldMk cId="2647307980" sldId="413"/>
            <ac:spMk id="12" creationId="{EEB009D4-64E2-4CA5-9A4E-2AD792F3E3C8}"/>
          </ac:spMkLst>
        </pc:spChg>
        <pc:spChg chg="del">
          <ac:chgData name="Chris Alvin" userId="1477fe7d-12c1-4dcd-b708-f1331679ff1c" providerId="ADAL" clId="{4B165ABE-695E-4129-9679-619837F5F4D1}" dt="2022-10-07T13:39:28.481" v="1589" actId="478"/>
          <ac:spMkLst>
            <pc:docMk/>
            <pc:sldMk cId="2647307980" sldId="413"/>
            <ac:spMk id="13" creationId="{C07D470D-87B4-415F-9487-2E30F05B2A66}"/>
          </ac:spMkLst>
        </pc:spChg>
        <pc:spChg chg="del">
          <ac:chgData name="Chris Alvin" userId="1477fe7d-12c1-4dcd-b708-f1331679ff1c" providerId="ADAL" clId="{4B165ABE-695E-4129-9679-619837F5F4D1}" dt="2022-10-07T13:39:28.481" v="1589" actId="478"/>
          <ac:spMkLst>
            <pc:docMk/>
            <pc:sldMk cId="2647307980" sldId="413"/>
            <ac:spMk id="14" creationId="{0D59038C-6F77-4609-A154-08B01D4DC88E}"/>
          </ac:spMkLst>
        </pc:spChg>
        <pc:spChg chg="add del mod">
          <ac:chgData name="Chris Alvin" userId="1477fe7d-12c1-4dcd-b708-f1331679ff1c" providerId="ADAL" clId="{4B165ABE-695E-4129-9679-619837F5F4D1}" dt="2022-10-11T12:29:06.695" v="20859" actId="478"/>
          <ac:spMkLst>
            <pc:docMk/>
            <pc:sldMk cId="2647307980" sldId="413"/>
            <ac:spMk id="14" creationId="{D3FC36C2-5051-417C-B4BE-BDE8D1DCE752}"/>
          </ac:spMkLst>
        </pc:spChg>
        <pc:spChg chg="mod">
          <ac:chgData name="Chris Alvin" userId="1477fe7d-12c1-4dcd-b708-f1331679ff1c" providerId="ADAL" clId="{4B165ABE-695E-4129-9679-619837F5F4D1}" dt="2022-10-07T13:46:04.530" v="1773" actId="1076"/>
          <ac:spMkLst>
            <pc:docMk/>
            <pc:sldMk cId="2647307980" sldId="413"/>
            <ac:spMk id="15" creationId="{41EF0137-9D9D-47BA-B202-1792642C9CF0}"/>
          </ac:spMkLst>
        </pc:spChg>
        <pc:spChg chg="mod">
          <ac:chgData name="Chris Alvin" userId="1477fe7d-12c1-4dcd-b708-f1331679ff1c" providerId="ADAL" clId="{4B165ABE-695E-4129-9679-619837F5F4D1}" dt="2022-10-07T13:46:04.530" v="1773" actId="1076"/>
          <ac:spMkLst>
            <pc:docMk/>
            <pc:sldMk cId="2647307980" sldId="413"/>
            <ac:spMk id="16" creationId="{A6863272-F05B-43C1-94E1-976734733D7E}"/>
          </ac:spMkLst>
        </pc:spChg>
        <pc:spChg chg="mod">
          <ac:chgData name="Chris Alvin" userId="1477fe7d-12c1-4dcd-b708-f1331679ff1c" providerId="ADAL" clId="{4B165ABE-695E-4129-9679-619837F5F4D1}" dt="2022-10-07T13:46:04.530" v="1773" actId="1076"/>
          <ac:spMkLst>
            <pc:docMk/>
            <pc:sldMk cId="2647307980" sldId="413"/>
            <ac:spMk id="17" creationId="{C4050CB6-4968-42C2-91CA-2082D73B0591}"/>
          </ac:spMkLst>
        </pc:spChg>
        <pc:spChg chg="mod">
          <ac:chgData name="Chris Alvin" userId="1477fe7d-12c1-4dcd-b708-f1331679ff1c" providerId="ADAL" clId="{4B165ABE-695E-4129-9679-619837F5F4D1}" dt="2022-10-07T13:46:04.530" v="1773" actId="1076"/>
          <ac:spMkLst>
            <pc:docMk/>
            <pc:sldMk cId="2647307980" sldId="413"/>
            <ac:spMk id="18" creationId="{CBE2A7F2-E8B0-4D5E-9955-C72B84664947}"/>
          </ac:spMkLst>
        </pc:spChg>
        <pc:spChg chg="mod">
          <ac:chgData name="Chris Alvin" userId="1477fe7d-12c1-4dcd-b708-f1331679ff1c" providerId="ADAL" clId="{4B165ABE-695E-4129-9679-619837F5F4D1}" dt="2022-10-07T13:46:04.530" v="1773" actId="1076"/>
          <ac:spMkLst>
            <pc:docMk/>
            <pc:sldMk cId="2647307980" sldId="413"/>
            <ac:spMk id="19" creationId="{FE7270A3-22C2-4352-BDCC-C101D2D076FB}"/>
          </ac:spMkLst>
        </pc:spChg>
        <pc:spChg chg="mod">
          <ac:chgData name="Chris Alvin" userId="1477fe7d-12c1-4dcd-b708-f1331679ff1c" providerId="ADAL" clId="{4B165ABE-695E-4129-9679-619837F5F4D1}" dt="2022-10-07T13:46:04.530" v="1773" actId="1076"/>
          <ac:spMkLst>
            <pc:docMk/>
            <pc:sldMk cId="2647307980" sldId="413"/>
            <ac:spMk id="20" creationId="{EA76E459-CD44-476E-963A-199B8A629B35}"/>
          </ac:spMkLst>
        </pc:spChg>
        <pc:spChg chg="del">
          <ac:chgData name="Chris Alvin" userId="1477fe7d-12c1-4dcd-b708-f1331679ff1c" providerId="ADAL" clId="{4B165ABE-695E-4129-9679-619837F5F4D1}" dt="2022-10-07T13:40:14.782" v="1651" actId="478"/>
          <ac:spMkLst>
            <pc:docMk/>
            <pc:sldMk cId="2647307980" sldId="413"/>
            <ac:spMk id="21" creationId="{3D8855A4-03DC-40A0-A0A5-CFC043EF3951}"/>
          </ac:spMkLst>
        </pc:spChg>
        <pc:spChg chg="mod">
          <ac:chgData name="Chris Alvin" userId="1477fe7d-12c1-4dcd-b708-f1331679ff1c" providerId="ADAL" clId="{4B165ABE-695E-4129-9679-619837F5F4D1}" dt="2022-10-11T12:29:22.268" v="20862" actId="1076"/>
          <ac:spMkLst>
            <pc:docMk/>
            <pc:sldMk cId="2647307980" sldId="413"/>
            <ac:spMk id="22" creationId="{AB836304-C898-475A-A305-FA017CC3AE8B}"/>
          </ac:spMkLst>
        </pc:spChg>
        <pc:spChg chg="add mod">
          <ac:chgData name="Chris Alvin" userId="1477fe7d-12c1-4dcd-b708-f1331679ff1c" providerId="ADAL" clId="{4B165ABE-695E-4129-9679-619837F5F4D1}" dt="2022-10-07T13:39:07.099" v="1577" actId="571"/>
          <ac:spMkLst>
            <pc:docMk/>
            <pc:sldMk cId="2647307980" sldId="413"/>
            <ac:spMk id="23" creationId="{AD7E40F0-79AB-4261-AF15-988A27F00071}"/>
          </ac:spMkLst>
        </pc:spChg>
        <pc:spChg chg="mod">
          <ac:chgData name="Chris Alvin" userId="1477fe7d-12c1-4dcd-b708-f1331679ff1c" providerId="ADAL" clId="{4B165ABE-695E-4129-9679-619837F5F4D1}" dt="2022-10-11T12:27:38" v="20843" actId="27636"/>
          <ac:spMkLst>
            <pc:docMk/>
            <pc:sldMk cId="2647307980" sldId="413"/>
            <ac:spMk id="162819" creationId="{00000000-0000-0000-0000-000000000000}"/>
          </ac:spMkLst>
        </pc:spChg>
        <pc:picChg chg="del">
          <ac:chgData name="Chris Alvin" userId="1477fe7d-12c1-4dcd-b708-f1331679ff1c" providerId="ADAL" clId="{4B165ABE-695E-4129-9679-619837F5F4D1}" dt="2022-10-07T13:39:02.728" v="1575" actId="478"/>
          <ac:picMkLst>
            <pc:docMk/>
            <pc:sldMk cId="2647307980" sldId="413"/>
            <ac:picMk id="2" creationId="{8F3D23EB-4D45-4AB3-A8A8-FA94418FB7B0}"/>
          </ac:picMkLst>
        </pc:picChg>
      </pc:sldChg>
      <pc:sldChg chg="addSp delSp modSp add mod">
        <pc:chgData name="Chris Alvin" userId="1477fe7d-12c1-4dcd-b708-f1331679ff1c" providerId="ADAL" clId="{4B165ABE-695E-4129-9679-619837F5F4D1}" dt="2022-10-11T12:32:20.464" v="20991" actId="20577"/>
        <pc:sldMkLst>
          <pc:docMk/>
          <pc:sldMk cId="4217215699" sldId="414"/>
        </pc:sldMkLst>
        <pc:spChg chg="add mod">
          <ac:chgData name="Chris Alvin" userId="1477fe7d-12c1-4dcd-b708-f1331679ff1c" providerId="ADAL" clId="{4B165ABE-695E-4129-9679-619837F5F4D1}" dt="2022-10-11T12:32:20.464" v="20991" actId="20577"/>
          <ac:spMkLst>
            <pc:docMk/>
            <pc:sldMk cId="4217215699" sldId="414"/>
            <ac:spMk id="2" creationId="{03F9F24C-DD7C-4F57-B220-EA2EF4DD1FAB}"/>
          </ac:spMkLst>
        </pc:spChg>
        <pc:spChg chg="mod">
          <ac:chgData name="Chris Alvin" userId="1477fe7d-12c1-4dcd-b708-f1331679ff1c" providerId="ADAL" clId="{4B165ABE-695E-4129-9679-619837F5F4D1}" dt="2022-10-07T14:00:31.521" v="3010" actId="20577"/>
          <ac:spMkLst>
            <pc:docMk/>
            <pc:sldMk cId="4217215699" sldId="414"/>
            <ac:spMk id="4" creationId="{00000000-0000-0000-0000-000000000000}"/>
          </ac:spMkLst>
        </pc:spChg>
        <pc:spChg chg="del mod">
          <ac:chgData name="Chris Alvin" userId="1477fe7d-12c1-4dcd-b708-f1331679ff1c" providerId="ADAL" clId="{4B165ABE-695E-4129-9679-619837F5F4D1}" dt="2022-10-07T14:13:56.059" v="3506" actId="478"/>
          <ac:spMkLst>
            <pc:docMk/>
            <pc:sldMk cId="4217215699" sldId="414"/>
            <ac:spMk id="11" creationId="{061D4F92-2B90-455E-B907-FC21A73BE203}"/>
          </ac:spMkLst>
        </pc:spChg>
        <pc:spChg chg="del">
          <ac:chgData name="Chris Alvin" userId="1477fe7d-12c1-4dcd-b708-f1331679ff1c" providerId="ADAL" clId="{4B165ABE-695E-4129-9679-619837F5F4D1}" dt="2022-10-07T13:55:02.609" v="2216" actId="478"/>
          <ac:spMkLst>
            <pc:docMk/>
            <pc:sldMk cId="4217215699" sldId="414"/>
            <ac:spMk id="12" creationId="{EEB009D4-64E2-4CA5-9A4E-2AD792F3E3C8}"/>
          </ac:spMkLst>
        </pc:spChg>
        <pc:spChg chg="add del mod">
          <ac:chgData name="Chris Alvin" userId="1477fe7d-12c1-4dcd-b708-f1331679ff1c" providerId="ADAL" clId="{4B165ABE-695E-4129-9679-619837F5F4D1}" dt="2022-10-07T14:13:54.812" v="3505" actId="478"/>
          <ac:spMkLst>
            <pc:docMk/>
            <pc:sldMk cId="4217215699" sldId="414"/>
            <ac:spMk id="14" creationId="{8C4C338E-9693-40AA-9457-68C31AEFEE0D}"/>
          </ac:spMkLst>
        </pc:spChg>
        <pc:spChg chg="del">
          <ac:chgData name="Chris Alvin" userId="1477fe7d-12c1-4dcd-b708-f1331679ff1c" providerId="ADAL" clId="{4B165ABE-695E-4129-9679-619837F5F4D1}" dt="2022-10-07T13:55:02.609" v="2216" actId="478"/>
          <ac:spMkLst>
            <pc:docMk/>
            <pc:sldMk cId="4217215699" sldId="414"/>
            <ac:spMk id="15" creationId="{41EF0137-9D9D-47BA-B202-1792642C9CF0}"/>
          </ac:spMkLst>
        </pc:spChg>
        <pc:spChg chg="del">
          <ac:chgData name="Chris Alvin" userId="1477fe7d-12c1-4dcd-b708-f1331679ff1c" providerId="ADAL" clId="{4B165ABE-695E-4129-9679-619837F5F4D1}" dt="2022-10-07T13:55:02.609" v="2216" actId="478"/>
          <ac:spMkLst>
            <pc:docMk/>
            <pc:sldMk cId="4217215699" sldId="414"/>
            <ac:spMk id="16" creationId="{A6863272-F05B-43C1-94E1-976734733D7E}"/>
          </ac:spMkLst>
        </pc:spChg>
        <pc:spChg chg="del">
          <ac:chgData name="Chris Alvin" userId="1477fe7d-12c1-4dcd-b708-f1331679ff1c" providerId="ADAL" clId="{4B165ABE-695E-4129-9679-619837F5F4D1}" dt="2022-10-07T13:55:02.609" v="2216" actId="478"/>
          <ac:spMkLst>
            <pc:docMk/>
            <pc:sldMk cId="4217215699" sldId="414"/>
            <ac:spMk id="17" creationId="{C4050CB6-4968-42C2-91CA-2082D73B0591}"/>
          </ac:spMkLst>
        </pc:spChg>
        <pc:spChg chg="del">
          <ac:chgData name="Chris Alvin" userId="1477fe7d-12c1-4dcd-b708-f1331679ff1c" providerId="ADAL" clId="{4B165ABE-695E-4129-9679-619837F5F4D1}" dt="2022-10-07T13:55:02.609" v="2216" actId="478"/>
          <ac:spMkLst>
            <pc:docMk/>
            <pc:sldMk cId="4217215699" sldId="414"/>
            <ac:spMk id="18" creationId="{CBE2A7F2-E8B0-4D5E-9955-C72B84664947}"/>
          </ac:spMkLst>
        </pc:spChg>
        <pc:spChg chg="del">
          <ac:chgData name="Chris Alvin" userId="1477fe7d-12c1-4dcd-b708-f1331679ff1c" providerId="ADAL" clId="{4B165ABE-695E-4129-9679-619837F5F4D1}" dt="2022-10-07T13:55:02.609" v="2216" actId="478"/>
          <ac:spMkLst>
            <pc:docMk/>
            <pc:sldMk cId="4217215699" sldId="414"/>
            <ac:spMk id="19" creationId="{FE7270A3-22C2-4352-BDCC-C101D2D076FB}"/>
          </ac:spMkLst>
        </pc:spChg>
        <pc:spChg chg="del">
          <ac:chgData name="Chris Alvin" userId="1477fe7d-12c1-4dcd-b708-f1331679ff1c" providerId="ADAL" clId="{4B165ABE-695E-4129-9679-619837F5F4D1}" dt="2022-10-07T13:55:02.609" v="2216" actId="478"/>
          <ac:spMkLst>
            <pc:docMk/>
            <pc:sldMk cId="4217215699" sldId="414"/>
            <ac:spMk id="20" creationId="{EA76E459-CD44-476E-963A-199B8A629B35}"/>
          </ac:spMkLst>
        </pc:spChg>
        <pc:spChg chg="del">
          <ac:chgData name="Chris Alvin" userId="1477fe7d-12c1-4dcd-b708-f1331679ff1c" providerId="ADAL" clId="{4B165ABE-695E-4129-9679-619837F5F4D1}" dt="2022-10-07T13:55:02.609" v="2216" actId="478"/>
          <ac:spMkLst>
            <pc:docMk/>
            <pc:sldMk cId="4217215699" sldId="414"/>
            <ac:spMk id="22" creationId="{AB836304-C898-475A-A305-FA017CC3AE8B}"/>
          </ac:spMkLst>
        </pc:spChg>
        <pc:spChg chg="del mod">
          <ac:chgData name="Chris Alvin" userId="1477fe7d-12c1-4dcd-b708-f1331679ff1c" providerId="ADAL" clId="{4B165ABE-695E-4129-9679-619837F5F4D1}" dt="2022-10-07T13:52:33.121" v="1891" actId="478"/>
          <ac:spMkLst>
            <pc:docMk/>
            <pc:sldMk cId="4217215699" sldId="414"/>
            <ac:spMk id="162819" creationId="{00000000-0000-0000-0000-000000000000}"/>
          </ac:spMkLst>
        </pc:spChg>
      </pc:sldChg>
      <pc:sldChg chg="addSp delSp modSp add mod delAnim modAnim">
        <pc:chgData name="Chris Alvin" userId="1477fe7d-12c1-4dcd-b708-f1331679ff1c" providerId="ADAL" clId="{4B165ABE-695E-4129-9679-619837F5F4D1}" dt="2022-10-17T12:21:08.822" v="21623"/>
        <pc:sldMkLst>
          <pc:docMk/>
          <pc:sldMk cId="3512906967" sldId="415"/>
        </pc:sldMkLst>
        <pc:spChg chg="del">
          <ac:chgData name="Chris Alvin" userId="1477fe7d-12c1-4dcd-b708-f1331679ff1c" providerId="ADAL" clId="{4B165ABE-695E-4129-9679-619837F5F4D1}" dt="2022-10-07T14:04:46.594" v="3430" actId="478"/>
          <ac:spMkLst>
            <pc:docMk/>
            <pc:sldMk cId="3512906967" sldId="415"/>
            <ac:spMk id="2" creationId="{03F9F24C-DD7C-4F57-B220-EA2EF4DD1FAB}"/>
          </ac:spMkLst>
        </pc:spChg>
        <pc:spChg chg="mod">
          <ac:chgData name="Chris Alvin" userId="1477fe7d-12c1-4dcd-b708-f1331679ff1c" providerId="ADAL" clId="{4B165ABE-695E-4129-9679-619837F5F4D1}" dt="2022-10-07T14:17:42.864" v="3783" actId="2085"/>
          <ac:spMkLst>
            <pc:docMk/>
            <pc:sldMk cId="3512906967" sldId="415"/>
            <ac:spMk id="4" creationId="{00000000-0000-0000-0000-000000000000}"/>
          </ac:spMkLst>
        </pc:spChg>
        <pc:spChg chg="add mod">
          <ac:chgData name="Chris Alvin" userId="1477fe7d-12c1-4dcd-b708-f1331679ff1c" providerId="ADAL" clId="{4B165ABE-695E-4129-9679-619837F5F4D1}" dt="2022-10-07T16:20:00.110" v="7854" actId="1076"/>
          <ac:spMkLst>
            <pc:docMk/>
            <pc:sldMk cId="3512906967" sldId="415"/>
            <ac:spMk id="7" creationId="{1F0CD57F-162A-40C2-B027-FC96A045F1FD}"/>
          </ac:spMkLst>
        </pc:spChg>
        <pc:spChg chg="add mod">
          <ac:chgData name="Chris Alvin" userId="1477fe7d-12c1-4dcd-b708-f1331679ff1c" providerId="ADAL" clId="{4B165ABE-695E-4129-9679-619837F5F4D1}" dt="2022-10-07T16:19:45.691" v="7850" actId="1076"/>
          <ac:spMkLst>
            <pc:docMk/>
            <pc:sldMk cId="3512906967" sldId="415"/>
            <ac:spMk id="8" creationId="{71233BFF-7C8D-4C4F-BBA3-0F30453FEE47}"/>
          </ac:spMkLst>
        </pc:spChg>
        <pc:spChg chg="add mod">
          <ac:chgData name="Chris Alvin" userId="1477fe7d-12c1-4dcd-b708-f1331679ff1c" providerId="ADAL" clId="{4B165ABE-695E-4129-9679-619837F5F4D1}" dt="2022-10-07T16:19:36.417" v="7847" actId="1076"/>
          <ac:spMkLst>
            <pc:docMk/>
            <pc:sldMk cId="3512906967" sldId="415"/>
            <ac:spMk id="9" creationId="{3C533604-657C-409B-9322-D5C5272EC10F}"/>
          </ac:spMkLst>
        </pc:spChg>
        <pc:spChg chg="add mod">
          <ac:chgData name="Chris Alvin" userId="1477fe7d-12c1-4dcd-b708-f1331679ff1c" providerId="ADAL" clId="{4B165ABE-695E-4129-9679-619837F5F4D1}" dt="2022-10-07T16:19:57.429" v="7853" actId="1076"/>
          <ac:spMkLst>
            <pc:docMk/>
            <pc:sldMk cId="3512906967" sldId="415"/>
            <ac:spMk id="10" creationId="{7CF8BA8A-C331-4161-BA63-7F42CDEFC043}"/>
          </ac:spMkLst>
        </pc:spChg>
        <pc:spChg chg="mod">
          <ac:chgData name="Chris Alvin" userId="1477fe7d-12c1-4dcd-b708-f1331679ff1c" providerId="ADAL" clId="{4B165ABE-695E-4129-9679-619837F5F4D1}" dt="2022-10-07T14:17:42.864" v="3783" actId="2085"/>
          <ac:spMkLst>
            <pc:docMk/>
            <pc:sldMk cId="3512906967" sldId="415"/>
            <ac:spMk id="11" creationId="{061D4F92-2B90-455E-B907-FC21A73BE203}"/>
          </ac:spMkLst>
        </pc:spChg>
        <pc:spChg chg="add mod">
          <ac:chgData name="Chris Alvin" userId="1477fe7d-12c1-4dcd-b708-f1331679ff1c" providerId="ADAL" clId="{4B165ABE-695E-4129-9679-619837F5F4D1}" dt="2022-10-07T16:19:55.093" v="7852" actId="1076"/>
          <ac:spMkLst>
            <pc:docMk/>
            <pc:sldMk cId="3512906967" sldId="415"/>
            <ac:spMk id="12" creationId="{6FAE3F01-4A71-4A01-BFB4-D57203334DE8}"/>
          </ac:spMkLst>
        </pc:spChg>
        <pc:spChg chg="add del mod">
          <ac:chgData name="Chris Alvin" userId="1477fe7d-12c1-4dcd-b708-f1331679ff1c" providerId="ADAL" clId="{4B165ABE-695E-4129-9679-619837F5F4D1}" dt="2022-10-07T14:18:15.564" v="3785" actId="478"/>
          <ac:spMkLst>
            <pc:docMk/>
            <pc:sldMk cId="3512906967" sldId="415"/>
            <ac:spMk id="13" creationId="{553D0E84-D9F7-46A0-B8BF-78419FC33612}"/>
          </ac:spMkLst>
        </pc:spChg>
        <pc:spChg chg="del mod">
          <ac:chgData name="Chris Alvin" userId="1477fe7d-12c1-4dcd-b708-f1331679ff1c" providerId="ADAL" clId="{4B165ABE-695E-4129-9679-619837F5F4D1}" dt="2022-10-07T15:41:44.089" v="6628" actId="478"/>
          <ac:spMkLst>
            <pc:docMk/>
            <pc:sldMk cId="3512906967" sldId="415"/>
            <ac:spMk id="14" creationId="{8C4C338E-9693-40AA-9457-68C31AEFEE0D}"/>
          </ac:spMkLst>
        </pc:spChg>
        <pc:spChg chg="add del mod">
          <ac:chgData name="Chris Alvin" userId="1477fe7d-12c1-4dcd-b708-f1331679ff1c" providerId="ADAL" clId="{4B165ABE-695E-4129-9679-619837F5F4D1}" dt="2022-10-17T12:20:59.540" v="21619" actId="478"/>
          <ac:spMkLst>
            <pc:docMk/>
            <pc:sldMk cId="3512906967" sldId="415"/>
            <ac:spMk id="15" creationId="{516FFD63-4343-4982-925D-AC81DB0B1E21}"/>
          </ac:spMkLst>
        </pc:spChg>
        <pc:spChg chg="add mod">
          <ac:chgData name="Chris Alvin" userId="1477fe7d-12c1-4dcd-b708-f1331679ff1c" providerId="ADAL" clId="{4B165ABE-695E-4129-9679-619837F5F4D1}" dt="2022-10-17T12:21:04.612" v="21620" actId="1076"/>
          <ac:spMkLst>
            <pc:docMk/>
            <pc:sldMk cId="3512906967" sldId="415"/>
            <ac:spMk id="16" creationId="{B0BAFA8F-01CD-4B48-A31F-7A6B48D0214B}"/>
          </ac:spMkLst>
        </pc:spChg>
      </pc:sldChg>
      <pc:sldChg chg="addSp delSp modSp add mod modAnim">
        <pc:chgData name="Chris Alvin" userId="1477fe7d-12c1-4dcd-b708-f1331679ff1c" providerId="ADAL" clId="{4B165ABE-695E-4129-9679-619837F5F4D1}" dt="2022-10-11T12:34:01.235" v="20997" actId="5793"/>
        <pc:sldMkLst>
          <pc:docMk/>
          <pc:sldMk cId="3896870578" sldId="416"/>
        </pc:sldMkLst>
        <pc:spChg chg="add mod">
          <ac:chgData name="Chris Alvin" userId="1477fe7d-12c1-4dcd-b708-f1331679ff1c" providerId="ADAL" clId="{4B165ABE-695E-4129-9679-619837F5F4D1}" dt="2022-10-07T14:30:35.042" v="4166" actId="21"/>
          <ac:spMkLst>
            <pc:docMk/>
            <pc:sldMk cId="3896870578" sldId="416"/>
            <ac:spMk id="2" creationId="{6122DC34-9423-4054-8942-E1F205BE400D}"/>
          </ac:spMkLst>
        </pc:spChg>
        <pc:spChg chg="mod">
          <ac:chgData name="Chris Alvin" userId="1477fe7d-12c1-4dcd-b708-f1331679ff1c" providerId="ADAL" clId="{4B165ABE-695E-4129-9679-619837F5F4D1}" dt="2022-10-07T14:27:57.703" v="4034" actId="20577"/>
          <ac:spMkLst>
            <pc:docMk/>
            <pc:sldMk cId="3896870578" sldId="416"/>
            <ac:spMk id="4" creationId="{00000000-0000-0000-0000-000000000000}"/>
          </ac:spMkLst>
        </pc:spChg>
        <pc:spChg chg="add mod">
          <ac:chgData name="Chris Alvin" userId="1477fe7d-12c1-4dcd-b708-f1331679ff1c" providerId="ADAL" clId="{4B165ABE-695E-4129-9679-619837F5F4D1}" dt="2022-10-11T12:34:01.235" v="20997" actId="5793"/>
          <ac:spMkLst>
            <pc:docMk/>
            <pc:sldMk cId="3896870578" sldId="416"/>
            <ac:spMk id="5" creationId="{552DEAEC-19EF-463D-B56D-9DB329390B37}"/>
          </ac:spMkLst>
        </pc:spChg>
        <pc:spChg chg="add mod">
          <ac:chgData name="Chris Alvin" userId="1477fe7d-12c1-4dcd-b708-f1331679ff1c" providerId="ADAL" clId="{4B165ABE-695E-4129-9679-619837F5F4D1}" dt="2022-10-07T14:49:36.825" v="4890" actId="1076"/>
          <ac:spMkLst>
            <pc:docMk/>
            <pc:sldMk cId="3896870578" sldId="416"/>
            <ac:spMk id="7" creationId="{CDC46C4C-EEFD-45AD-A00A-0C231AB032E0}"/>
          </ac:spMkLst>
        </pc:spChg>
        <pc:spChg chg="del mod">
          <ac:chgData name="Chris Alvin" userId="1477fe7d-12c1-4dcd-b708-f1331679ff1c" providerId="ADAL" clId="{4B165ABE-695E-4129-9679-619837F5F4D1}" dt="2022-10-07T14:30:21.598" v="4160" actId="478"/>
          <ac:spMkLst>
            <pc:docMk/>
            <pc:sldMk cId="3896870578" sldId="416"/>
            <ac:spMk id="162819" creationId="{00000000-0000-0000-0000-000000000000}"/>
          </ac:spMkLst>
        </pc:spChg>
      </pc:sldChg>
      <pc:sldChg chg="addSp delSp modSp add mod modAnim">
        <pc:chgData name="Chris Alvin" userId="1477fe7d-12c1-4dcd-b708-f1331679ff1c" providerId="ADAL" clId="{4B165ABE-695E-4129-9679-619837F5F4D1}" dt="2022-10-12T15:00:44.729" v="21540" actId="20577"/>
        <pc:sldMkLst>
          <pc:docMk/>
          <pc:sldMk cId="838234516" sldId="417"/>
        </pc:sldMkLst>
        <pc:spChg chg="del">
          <ac:chgData name="Chris Alvin" userId="1477fe7d-12c1-4dcd-b708-f1331679ff1c" providerId="ADAL" clId="{4B165ABE-695E-4129-9679-619837F5F4D1}" dt="2022-10-07T14:36:13.988" v="4404" actId="478"/>
          <ac:spMkLst>
            <pc:docMk/>
            <pc:sldMk cId="838234516" sldId="417"/>
            <ac:spMk id="2" creationId="{00000000-0000-0000-0000-000000000000}"/>
          </ac:spMkLst>
        </pc:spChg>
        <pc:spChg chg="mod">
          <ac:chgData name="Chris Alvin" userId="1477fe7d-12c1-4dcd-b708-f1331679ff1c" providerId="ADAL" clId="{4B165ABE-695E-4129-9679-619837F5F4D1}" dt="2022-10-07T14:40:20.724" v="4867" actId="20577"/>
          <ac:spMkLst>
            <pc:docMk/>
            <pc:sldMk cId="838234516" sldId="417"/>
            <ac:spMk id="4" creationId="{00000000-0000-0000-0000-000000000000}"/>
          </ac:spMkLst>
        </pc:spChg>
        <pc:spChg chg="add mod">
          <ac:chgData name="Chris Alvin" userId="1477fe7d-12c1-4dcd-b708-f1331679ff1c" providerId="ADAL" clId="{4B165ABE-695E-4129-9679-619837F5F4D1}" dt="2022-10-07T14:38:04.312" v="4653" actId="14100"/>
          <ac:spMkLst>
            <pc:docMk/>
            <pc:sldMk cId="838234516" sldId="417"/>
            <ac:spMk id="5" creationId="{8690EB5C-7E88-410B-862E-E974A0686D5D}"/>
          </ac:spMkLst>
        </pc:spChg>
        <pc:spChg chg="add mod">
          <ac:chgData name="Chris Alvin" userId="1477fe7d-12c1-4dcd-b708-f1331679ff1c" providerId="ADAL" clId="{4B165ABE-695E-4129-9679-619837F5F4D1}" dt="2022-10-12T15:00:44.729" v="21540" actId="20577"/>
          <ac:spMkLst>
            <pc:docMk/>
            <pc:sldMk cId="838234516" sldId="417"/>
            <ac:spMk id="6" creationId="{E0362FFC-028B-4938-B0BA-5CDE3630667F}"/>
          </ac:spMkLst>
        </pc:spChg>
        <pc:spChg chg="add mod">
          <ac:chgData name="Chris Alvin" userId="1477fe7d-12c1-4dcd-b708-f1331679ff1c" providerId="ADAL" clId="{4B165ABE-695E-4129-9679-619837F5F4D1}" dt="2022-10-07T14:39:53.185" v="4864" actId="1076"/>
          <ac:spMkLst>
            <pc:docMk/>
            <pc:sldMk cId="838234516" sldId="417"/>
            <ac:spMk id="7" creationId="{74DE9309-A53D-44CD-9DDD-59ADAAEB2504}"/>
          </ac:spMkLst>
        </pc:spChg>
        <pc:picChg chg="del">
          <ac:chgData name="Chris Alvin" userId="1477fe7d-12c1-4dcd-b708-f1331679ff1c" providerId="ADAL" clId="{4B165ABE-695E-4129-9679-619837F5F4D1}" dt="2022-10-07T14:36:13.988" v="4404" actId="478"/>
          <ac:picMkLst>
            <pc:docMk/>
            <pc:sldMk cId="838234516" sldId="417"/>
            <ac:picMk id="3" creationId="{00000000-0000-0000-0000-000000000000}"/>
          </ac:picMkLst>
        </pc:picChg>
      </pc:sldChg>
      <pc:sldChg chg="addSp modSp add mod modAnim">
        <pc:chgData name="Chris Alvin" userId="1477fe7d-12c1-4dcd-b708-f1331679ff1c" providerId="ADAL" clId="{4B165ABE-695E-4129-9679-619837F5F4D1}" dt="2022-10-11T12:37:39.868" v="21012" actId="1076"/>
        <pc:sldMkLst>
          <pc:docMk/>
          <pc:sldMk cId="1709967535" sldId="418"/>
        </pc:sldMkLst>
        <pc:spChg chg="add mod">
          <ac:chgData name="Chris Alvin" userId="1477fe7d-12c1-4dcd-b708-f1331679ff1c" providerId="ADAL" clId="{4B165ABE-695E-4129-9679-619837F5F4D1}" dt="2022-10-11T12:37:39.868" v="21012" actId="1076"/>
          <ac:spMkLst>
            <pc:docMk/>
            <pc:sldMk cId="1709967535" sldId="418"/>
            <ac:spMk id="2" creationId="{8AF51ACC-122D-4669-9162-46819C743725}"/>
          </ac:spMkLst>
        </pc:spChg>
        <pc:spChg chg="mod">
          <ac:chgData name="Chris Alvin" userId="1477fe7d-12c1-4dcd-b708-f1331679ff1c" providerId="ADAL" clId="{4B165ABE-695E-4129-9679-619837F5F4D1}" dt="2022-10-07T14:57:26.496" v="5178" actId="20577"/>
          <ac:spMkLst>
            <pc:docMk/>
            <pc:sldMk cId="1709967535" sldId="418"/>
            <ac:spMk id="4" creationId="{00000000-0000-0000-0000-000000000000}"/>
          </ac:spMkLst>
        </pc:spChg>
        <pc:spChg chg="mod">
          <ac:chgData name="Chris Alvin" userId="1477fe7d-12c1-4dcd-b708-f1331679ff1c" providerId="ADAL" clId="{4B165ABE-695E-4129-9679-619837F5F4D1}" dt="2022-10-07T14:57:34.049" v="5179" actId="1076"/>
          <ac:spMkLst>
            <pc:docMk/>
            <pc:sldMk cId="1709967535" sldId="418"/>
            <ac:spMk id="5" creationId="{8690EB5C-7E88-410B-862E-E974A0686D5D}"/>
          </ac:spMkLst>
        </pc:spChg>
        <pc:spChg chg="mod">
          <ac:chgData name="Chris Alvin" userId="1477fe7d-12c1-4dcd-b708-f1331679ff1c" providerId="ADAL" clId="{4B165ABE-695E-4129-9679-619837F5F4D1}" dt="2022-10-07T14:57:34.049" v="5179" actId="1076"/>
          <ac:spMkLst>
            <pc:docMk/>
            <pc:sldMk cId="1709967535" sldId="418"/>
            <ac:spMk id="6" creationId="{E0362FFC-028B-4938-B0BA-5CDE3630667F}"/>
          </ac:spMkLst>
        </pc:spChg>
        <pc:spChg chg="mod">
          <ac:chgData name="Chris Alvin" userId="1477fe7d-12c1-4dcd-b708-f1331679ff1c" providerId="ADAL" clId="{4B165ABE-695E-4129-9679-619837F5F4D1}" dt="2022-10-07T14:57:34.049" v="5179" actId="1076"/>
          <ac:spMkLst>
            <pc:docMk/>
            <pc:sldMk cId="1709967535" sldId="418"/>
            <ac:spMk id="7" creationId="{74DE9309-A53D-44CD-9DDD-59ADAAEB2504}"/>
          </ac:spMkLst>
        </pc:spChg>
        <pc:spChg chg="add mod">
          <ac:chgData name="Chris Alvin" userId="1477fe7d-12c1-4dcd-b708-f1331679ff1c" providerId="ADAL" clId="{4B165ABE-695E-4129-9679-619837F5F4D1}" dt="2022-10-07T14:54:39.158" v="5094" actId="20577"/>
          <ac:spMkLst>
            <pc:docMk/>
            <pc:sldMk cId="1709967535" sldId="418"/>
            <ac:spMk id="8" creationId="{F5E81C99-372E-4A04-82A9-F86995B517B0}"/>
          </ac:spMkLst>
        </pc:spChg>
        <pc:spChg chg="add mod">
          <ac:chgData name="Chris Alvin" userId="1477fe7d-12c1-4dcd-b708-f1331679ff1c" providerId="ADAL" clId="{4B165ABE-695E-4129-9679-619837F5F4D1}" dt="2022-10-07T14:56:34.475" v="5171" actId="1076"/>
          <ac:spMkLst>
            <pc:docMk/>
            <pc:sldMk cId="1709967535" sldId="418"/>
            <ac:spMk id="9" creationId="{95FCE095-E3D5-4F1C-9994-93DE31110407}"/>
          </ac:spMkLst>
        </pc:spChg>
        <pc:spChg chg="add mod">
          <ac:chgData name="Chris Alvin" userId="1477fe7d-12c1-4dcd-b708-f1331679ff1c" providerId="ADAL" clId="{4B165ABE-695E-4129-9679-619837F5F4D1}" dt="2022-10-07T14:54:21.651" v="5031" actId="571"/>
          <ac:spMkLst>
            <pc:docMk/>
            <pc:sldMk cId="1709967535" sldId="418"/>
            <ac:spMk id="10" creationId="{86DAF63D-D6F5-4B86-B5CD-0750182CB405}"/>
          </ac:spMkLst>
        </pc:spChg>
        <pc:cxnChg chg="add mod">
          <ac:chgData name="Chris Alvin" userId="1477fe7d-12c1-4dcd-b708-f1331679ff1c" providerId="ADAL" clId="{4B165ABE-695E-4129-9679-619837F5F4D1}" dt="2022-10-07T14:57:49.700" v="5185" actId="1076"/>
          <ac:cxnSpMkLst>
            <pc:docMk/>
            <pc:sldMk cId="1709967535" sldId="418"/>
            <ac:cxnSpMk id="3" creationId="{B8E6F52B-B1EE-42AD-B9F9-7852359BEAD2}"/>
          </ac:cxnSpMkLst>
        </pc:cxnChg>
      </pc:sldChg>
      <pc:sldChg chg="add del">
        <pc:chgData name="Chris Alvin" userId="1477fe7d-12c1-4dcd-b708-f1331679ff1c" providerId="ADAL" clId="{4B165ABE-695E-4129-9679-619837F5F4D1}" dt="2022-10-11T12:38:02.752" v="21013" actId="47"/>
        <pc:sldMkLst>
          <pc:docMk/>
          <pc:sldMk cId="1863865834" sldId="419"/>
        </pc:sldMkLst>
      </pc:sldChg>
      <pc:sldChg chg="addSp delSp modSp add mod delAnim modAnim">
        <pc:chgData name="Chris Alvin" userId="1477fe7d-12c1-4dcd-b708-f1331679ff1c" providerId="ADAL" clId="{4B165ABE-695E-4129-9679-619837F5F4D1}" dt="2022-10-11T12:38:48.771" v="21024"/>
        <pc:sldMkLst>
          <pc:docMk/>
          <pc:sldMk cId="3411988326" sldId="420"/>
        </pc:sldMkLst>
        <pc:spChg chg="del">
          <ac:chgData name="Chris Alvin" userId="1477fe7d-12c1-4dcd-b708-f1331679ff1c" providerId="ADAL" clId="{4B165ABE-695E-4129-9679-619837F5F4D1}" dt="2022-10-07T15:10:28.240" v="5510" actId="478"/>
          <ac:spMkLst>
            <pc:docMk/>
            <pc:sldMk cId="3411988326" sldId="420"/>
            <ac:spMk id="2" creationId="{6122DC34-9423-4054-8942-E1F205BE400D}"/>
          </ac:spMkLst>
        </pc:spChg>
        <pc:spChg chg="mod">
          <ac:chgData name="Chris Alvin" userId="1477fe7d-12c1-4dcd-b708-f1331679ff1c" providerId="ADAL" clId="{4B165ABE-695E-4129-9679-619837F5F4D1}" dt="2022-10-07T15:05:42.922" v="5231" actId="20577"/>
          <ac:spMkLst>
            <pc:docMk/>
            <pc:sldMk cId="3411988326" sldId="420"/>
            <ac:spMk id="4" creationId="{00000000-0000-0000-0000-000000000000}"/>
          </ac:spMkLst>
        </pc:spChg>
        <pc:spChg chg="mod">
          <ac:chgData name="Chris Alvin" userId="1477fe7d-12c1-4dcd-b708-f1331679ff1c" providerId="ADAL" clId="{4B165ABE-695E-4129-9679-619837F5F4D1}" dt="2022-10-10T17:10:06.485" v="20834" actId="692"/>
          <ac:spMkLst>
            <pc:docMk/>
            <pc:sldMk cId="3411988326" sldId="420"/>
            <ac:spMk id="5" creationId="{552DEAEC-19EF-463D-B56D-9DB329390B37}"/>
          </ac:spMkLst>
        </pc:spChg>
        <pc:spChg chg="add mod">
          <ac:chgData name="Chris Alvin" userId="1477fe7d-12c1-4dcd-b708-f1331679ff1c" providerId="ADAL" clId="{4B165ABE-695E-4129-9679-619837F5F4D1}" dt="2022-10-07T15:06:51.727" v="5345" actId="571"/>
          <ac:spMkLst>
            <pc:docMk/>
            <pc:sldMk cId="3411988326" sldId="420"/>
            <ac:spMk id="6" creationId="{6F5ADBE8-460F-4E52-B2BA-2C7F84D869B6}"/>
          </ac:spMkLst>
        </pc:spChg>
        <pc:spChg chg="del">
          <ac:chgData name="Chris Alvin" userId="1477fe7d-12c1-4dcd-b708-f1331679ff1c" providerId="ADAL" clId="{4B165ABE-695E-4129-9679-619837F5F4D1}" dt="2022-10-07T15:06:32.520" v="5339" actId="478"/>
          <ac:spMkLst>
            <pc:docMk/>
            <pc:sldMk cId="3411988326" sldId="420"/>
            <ac:spMk id="7" creationId="{CDC46C4C-EEFD-45AD-A00A-0C231AB032E0}"/>
          </ac:spMkLst>
        </pc:spChg>
        <pc:spChg chg="add mod">
          <ac:chgData name="Chris Alvin" userId="1477fe7d-12c1-4dcd-b708-f1331679ff1c" providerId="ADAL" clId="{4B165ABE-695E-4129-9679-619837F5F4D1}" dt="2022-10-11T12:38:29.698" v="21017" actId="1076"/>
          <ac:spMkLst>
            <pc:docMk/>
            <pc:sldMk cId="3411988326" sldId="420"/>
            <ac:spMk id="8" creationId="{1E3EB995-0D09-4670-ACCE-82B70A5FE6A1}"/>
          </ac:spMkLst>
        </pc:spChg>
        <pc:spChg chg="add del mod">
          <ac:chgData name="Chris Alvin" userId="1477fe7d-12c1-4dcd-b708-f1331679ff1c" providerId="ADAL" clId="{4B165ABE-695E-4129-9679-619837F5F4D1}" dt="2022-10-11T12:38:24.124" v="21016" actId="478"/>
          <ac:spMkLst>
            <pc:docMk/>
            <pc:sldMk cId="3411988326" sldId="420"/>
            <ac:spMk id="9" creationId="{2C6E625B-BF4E-42B9-9222-2386A9F71FFC}"/>
          </ac:spMkLst>
        </pc:spChg>
        <pc:spChg chg="add mod">
          <ac:chgData name="Chris Alvin" userId="1477fe7d-12c1-4dcd-b708-f1331679ff1c" providerId="ADAL" clId="{4B165ABE-695E-4129-9679-619837F5F4D1}" dt="2022-10-11T12:38:29.698" v="21017" actId="1076"/>
          <ac:spMkLst>
            <pc:docMk/>
            <pc:sldMk cId="3411988326" sldId="420"/>
            <ac:spMk id="10" creationId="{07453BB6-05B9-4CC1-BA86-965B7210BC81}"/>
          </ac:spMkLst>
        </pc:spChg>
        <pc:spChg chg="add mod">
          <ac:chgData name="Chris Alvin" userId="1477fe7d-12c1-4dcd-b708-f1331679ff1c" providerId="ADAL" clId="{4B165ABE-695E-4129-9679-619837F5F4D1}" dt="2022-10-11T12:38:29.698" v="21017" actId="1076"/>
          <ac:spMkLst>
            <pc:docMk/>
            <pc:sldMk cId="3411988326" sldId="420"/>
            <ac:spMk id="11" creationId="{8FBD21D6-BD0C-4430-B69E-D0835193B2AF}"/>
          </ac:spMkLst>
        </pc:spChg>
        <pc:spChg chg="add del mod">
          <ac:chgData name="Chris Alvin" userId="1477fe7d-12c1-4dcd-b708-f1331679ff1c" providerId="ADAL" clId="{4B165ABE-695E-4129-9679-619837F5F4D1}" dt="2022-10-07T15:09:52.314" v="5496" actId="478"/>
          <ac:spMkLst>
            <pc:docMk/>
            <pc:sldMk cId="3411988326" sldId="420"/>
            <ac:spMk id="12" creationId="{12631419-7A24-4040-AF44-BFB3840D691E}"/>
          </ac:spMkLst>
        </pc:spChg>
        <pc:spChg chg="add mod">
          <ac:chgData name="Chris Alvin" userId="1477fe7d-12c1-4dcd-b708-f1331679ff1c" providerId="ADAL" clId="{4B165ABE-695E-4129-9679-619837F5F4D1}" dt="2022-10-11T12:38:29.698" v="21017" actId="1076"/>
          <ac:spMkLst>
            <pc:docMk/>
            <pc:sldMk cId="3411988326" sldId="420"/>
            <ac:spMk id="13" creationId="{01DA6C67-B79B-4688-8E00-E87154C7B3D4}"/>
          </ac:spMkLst>
        </pc:spChg>
        <pc:spChg chg="add del mod">
          <ac:chgData name="Chris Alvin" userId="1477fe7d-12c1-4dcd-b708-f1331679ff1c" providerId="ADAL" clId="{4B165ABE-695E-4129-9679-619837F5F4D1}" dt="2022-10-07T15:10:16.961" v="5501" actId="478"/>
          <ac:spMkLst>
            <pc:docMk/>
            <pc:sldMk cId="3411988326" sldId="420"/>
            <ac:spMk id="14" creationId="{370DD657-CA1A-40F5-B177-E8A90B4B7FB5}"/>
          </ac:spMkLst>
        </pc:spChg>
        <pc:spChg chg="add mod">
          <ac:chgData name="Chris Alvin" userId="1477fe7d-12c1-4dcd-b708-f1331679ff1c" providerId="ADAL" clId="{4B165ABE-695E-4129-9679-619837F5F4D1}" dt="2022-10-11T12:38:29.698" v="21017" actId="1076"/>
          <ac:spMkLst>
            <pc:docMk/>
            <pc:sldMk cId="3411988326" sldId="420"/>
            <ac:spMk id="15" creationId="{E9D79DCE-CC53-4080-8BE8-B03D6446A331}"/>
          </ac:spMkLst>
        </pc:spChg>
        <pc:spChg chg="add del mod">
          <ac:chgData name="Chris Alvin" userId="1477fe7d-12c1-4dcd-b708-f1331679ff1c" providerId="ADAL" clId="{4B165ABE-695E-4129-9679-619837F5F4D1}" dt="2022-10-07T15:10:26.616" v="5509" actId="478"/>
          <ac:spMkLst>
            <pc:docMk/>
            <pc:sldMk cId="3411988326" sldId="420"/>
            <ac:spMk id="16" creationId="{65BA7A30-8324-43D3-91B3-E5D18B1845DC}"/>
          </ac:spMkLst>
        </pc:spChg>
        <pc:spChg chg="add mod">
          <ac:chgData name="Chris Alvin" userId="1477fe7d-12c1-4dcd-b708-f1331679ff1c" providerId="ADAL" clId="{4B165ABE-695E-4129-9679-619837F5F4D1}" dt="2022-10-11T12:38:29.698" v="21017" actId="1076"/>
          <ac:spMkLst>
            <pc:docMk/>
            <pc:sldMk cId="3411988326" sldId="420"/>
            <ac:spMk id="17" creationId="{684072EB-37E9-468C-AD8B-A65C1C74714F}"/>
          </ac:spMkLst>
        </pc:spChg>
        <pc:spChg chg="add del mod">
          <ac:chgData name="Chris Alvin" userId="1477fe7d-12c1-4dcd-b708-f1331679ff1c" providerId="ADAL" clId="{4B165ABE-695E-4129-9679-619837F5F4D1}" dt="2022-10-07T15:10:24.777" v="5508" actId="478"/>
          <ac:spMkLst>
            <pc:docMk/>
            <pc:sldMk cId="3411988326" sldId="420"/>
            <ac:spMk id="18" creationId="{4812AFF3-235E-437A-BCF2-43417F27BBC9}"/>
          </ac:spMkLst>
        </pc:spChg>
        <pc:spChg chg="add mod">
          <ac:chgData name="Chris Alvin" userId="1477fe7d-12c1-4dcd-b708-f1331679ff1c" providerId="ADAL" clId="{4B165ABE-695E-4129-9679-619837F5F4D1}" dt="2022-10-11T12:38:29.698" v="21017" actId="1076"/>
          <ac:spMkLst>
            <pc:docMk/>
            <pc:sldMk cId="3411988326" sldId="420"/>
            <ac:spMk id="19" creationId="{85DD502B-A77C-4040-8579-4C1972A1737A}"/>
          </ac:spMkLst>
        </pc:spChg>
        <pc:spChg chg="add del mod">
          <ac:chgData name="Chris Alvin" userId="1477fe7d-12c1-4dcd-b708-f1331679ff1c" providerId="ADAL" clId="{4B165ABE-695E-4129-9679-619837F5F4D1}" dt="2022-10-07T15:16:13.170" v="6003" actId="478"/>
          <ac:spMkLst>
            <pc:docMk/>
            <pc:sldMk cId="3411988326" sldId="420"/>
            <ac:spMk id="20" creationId="{1F8D7BEB-557B-49B6-9A20-1D651E654256}"/>
          </ac:spMkLst>
        </pc:spChg>
        <pc:spChg chg="add del mod">
          <ac:chgData name="Chris Alvin" userId="1477fe7d-12c1-4dcd-b708-f1331679ff1c" providerId="ADAL" clId="{4B165ABE-695E-4129-9679-619837F5F4D1}" dt="2022-10-07T15:16:13.170" v="6003" actId="478"/>
          <ac:spMkLst>
            <pc:docMk/>
            <pc:sldMk cId="3411988326" sldId="420"/>
            <ac:spMk id="21" creationId="{F48B5E3B-30A9-44B3-8761-FC12D11DD3E4}"/>
          </ac:spMkLst>
        </pc:spChg>
        <pc:spChg chg="add del mod">
          <ac:chgData name="Chris Alvin" userId="1477fe7d-12c1-4dcd-b708-f1331679ff1c" providerId="ADAL" clId="{4B165ABE-695E-4129-9679-619837F5F4D1}" dt="2022-10-07T15:16:13.170" v="6003" actId="478"/>
          <ac:spMkLst>
            <pc:docMk/>
            <pc:sldMk cId="3411988326" sldId="420"/>
            <ac:spMk id="22" creationId="{3242029D-9560-40A5-8FFE-A9C0C716D14B}"/>
          </ac:spMkLst>
        </pc:spChg>
        <pc:spChg chg="add del mod">
          <ac:chgData name="Chris Alvin" userId="1477fe7d-12c1-4dcd-b708-f1331679ff1c" providerId="ADAL" clId="{4B165ABE-695E-4129-9679-619837F5F4D1}" dt="2022-10-07T15:16:13.170" v="6003" actId="478"/>
          <ac:spMkLst>
            <pc:docMk/>
            <pc:sldMk cId="3411988326" sldId="420"/>
            <ac:spMk id="24" creationId="{74CA1C8F-45C3-49D9-BA1C-C802875F9EDE}"/>
          </ac:spMkLst>
        </pc:spChg>
        <pc:spChg chg="add del mod">
          <ac:chgData name="Chris Alvin" userId="1477fe7d-12c1-4dcd-b708-f1331679ff1c" providerId="ADAL" clId="{4B165ABE-695E-4129-9679-619837F5F4D1}" dt="2022-10-07T15:16:18.194" v="6005" actId="478"/>
          <ac:spMkLst>
            <pc:docMk/>
            <pc:sldMk cId="3411988326" sldId="420"/>
            <ac:spMk id="25" creationId="{5F3CD869-2947-473E-84F2-96A066809EF5}"/>
          </ac:spMkLst>
        </pc:spChg>
        <pc:cxnChg chg="add del mod">
          <ac:chgData name="Chris Alvin" userId="1477fe7d-12c1-4dcd-b708-f1331679ff1c" providerId="ADAL" clId="{4B165ABE-695E-4129-9679-619837F5F4D1}" dt="2022-10-07T15:16:13.170" v="6003" actId="478"/>
          <ac:cxnSpMkLst>
            <pc:docMk/>
            <pc:sldMk cId="3411988326" sldId="420"/>
            <ac:cxnSpMk id="23" creationId="{DFC73D51-F756-421F-9516-BB34EF2FEA61}"/>
          </ac:cxnSpMkLst>
        </pc:cxnChg>
      </pc:sldChg>
      <pc:sldChg chg="addSp delSp modSp add mod delAnim modAnim">
        <pc:chgData name="Chris Alvin" userId="1477fe7d-12c1-4dcd-b708-f1331679ff1c" providerId="ADAL" clId="{4B165ABE-695E-4129-9679-619837F5F4D1}" dt="2022-10-11T12:42:38.273" v="21055" actId="1076"/>
        <pc:sldMkLst>
          <pc:docMk/>
          <pc:sldMk cId="2904741533" sldId="421"/>
        </pc:sldMkLst>
        <pc:spChg chg="mod">
          <ac:chgData name="Chris Alvin" userId="1477fe7d-12c1-4dcd-b708-f1331679ff1c" providerId="ADAL" clId="{4B165ABE-695E-4129-9679-619837F5F4D1}" dt="2022-10-07T15:20:55.722" v="6180" actId="20577"/>
          <ac:spMkLst>
            <pc:docMk/>
            <pc:sldMk cId="2904741533" sldId="421"/>
            <ac:spMk id="4" creationId="{00000000-0000-0000-0000-000000000000}"/>
          </ac:spMkLst>
        </pc:spChg>
        <pc:spChg chg="del">
          <ac:chgData name="Chris Alvin" userId="1477fe7d-12c1-4dcd-b708-f1331679ff1c" providerId="ADAL" clId="{4B165ABE-695E-4129-9679-619837F5F4D1}" dt="2022-10-07T15:16:47.778" v="6017" actId="478"/>
          <ac:spMkLst>
            <pc:docMk/>
            <pc:sldMk cId="2904741533" sldId="421"/>
            <ac:spMk id="5" creationId="{552DEAEC-19EF-463D-B56D-9DB329390B37}"/>
          </ac:spMkLst>
        </pc:spChg>
        <pc:spChg chg="del">
          <ac:chgData name="Chris Alvin" userId="1477fe7d-12c1-4dcd-b708-f1331679ff1c" providerId="ADAL" clId="{4B165ABE-695E-4129-9679-619837F5F4D1}" dt="2022-10-07T15:16:47.778" v="6017" actId="478"/>
          <ac:spMkLst>
            <pc:docMk/>
            <pc:sldMk cId="2904741533" sldId="421"/>
            <ac:spMk id="8" creationId="{1E3EB995-0D09-4670-ACCE-82B70A5FE6A1}"/>
          </ac:spMkLst>
        </pc:spChg>
        <pc:spChg chg="del">
          <ac:chgData name="Chris Alvin" userId="1477fe7d-12c1-4dcd-b708-f1331679ff1c" providerId="ADAL" clId="{4B165ABE-695E-4129-9679-619837F5F4D1}" dt="2022-10-07T15:16:51.196" v="6018" actId="478"/>
          <ac:spMkLst>
            <pc:docMk/>
            <pc:sldMk cId="2904741533" sldId="421"/>
            <ac:spMk id="9" creationId="{2C6E625B-BF4E-42B9-9222-2386A9F71FFC}"/>
          </ac:spMkLst>
        </pc:spChg>
        <pc:spChg chg="del">
          <ac:chgData name="Chris Alvin" userId="1477fe7d-12c1-4dcd-b708-f1331679ff1c" providerId="ADAL" clId="{4B165ABE-695E-4129-9679-619837F5F4D1}" dt="2022-10-07T15:16:51.196" v="6018" actId="478"/>
          <ac:spMkLst>
            <pc:docMk/>
            <pc:sldMk cId="2904741533" sldId="421"/>
            <ac:spMk id="10" creationId="{07453BB6-05B9-4CC1-BA86-965B7210BC81}"/>
          </ac:spMkLst>
        </pc:spChg>
        <pc:spChg chg="add mod">
          <ac:chgData name="Chris Alvin" userId="1477fe7d-12c1-4dcd-b708-f1331679ff1c" providerId="ADAL" clId="{4B165ABE-695E-4129-9679-619837F5F4D1}" dt="2022-10-11T12:41:35.929" v="21038" actId="1076"/>
          <ac:spMkLst>
            <pc:docMk/>
            <pc:sldMk cId="2904741533" sldId="421"/>
            <ac:spMk id="10" creationId="{CBB87A3F-0564-47C0-B4FA-8BE0682A5B03}"/>
          </ac:spMkLst>
        </pc:spChg>
        <pc:spChg chg="del">
          <ac:chgData name="Chris Alvin" userId="1477fe7d-12c1-4dcd-b708-f1331679ff1c" providerId="ADAL" clId="{4B165ABE-695E-4129-9679-619837F5F4D1}" dt="2022-10-07T15:16:51.196" v="6018" actId="478"/>
          <ac:spMkLst>
            <pc:docMk/>
            <pc:sldMk cId="2904741533" sldId="421"/>
            <ac:spMk id="11" creationId="{8FBD21D6-BD0C-4430-B69E-D0835193B2AF}"/>
          </ac:spMkLst>
        </pc:spChg>
        <pc:spChg chg="del">
          <ac:chgData name="Chris Alvin" userId="1477fe7d-12c1-4dcd-b708-f1331679ff1c" providerId="ADAL" clId="{4B165ABE-695E-4129-9679-619837F5F4D1}" dt="2022-10-07T15:16:51.196" v="6018" actId="478"/>
          <ac:spMkLst>
            <pc:docMk/>
            <pc:sldMk cId="2904741533" sldId="421"/>
            <ac:spMk id="13" creationId="{01DA6C67-B79B-4688-8E00-E87154C7B3D4}"/>
          </ac:spMkLst>
        </pc:spChg>
        <pc:spChg chg="del">
          <ac:chgData name="Chris Alvin" userId="1477fe7d-12c1-4dcd-b708-f1331679ff1c" providerId="ADAL" clId="{4B165ABE-695E-4129-9679-619837F5F4D1}" dt="2022-10-07T15:16:51.196" v="6018" actId="478"/>
          <ac:spMkLst>
            <pc:docMk/>
            <pc:sldMk cId="2904741533" sldId="421"/>
            <ac:spMk id="15" creationId="{E9D79DCE-CC53-4080-8BE8-B03D6446A331}"/>
          </ac:spMkLst>
        </pc:spChg>
        <pc:spChg chg="del">
          <ac:chgData name="Chris Alvin" userId="1477fe7d-12c1-4dcd-b708-f1331679ff1c" providerId="ADAL" clId="{4B165ABE-695E-4129-9679-619837F5F4D1}" dt="2022-10-07T15:16:51.196" v="6018" actId="478"/>
          <ac:spMkLst>
            <pc:docMk/>
            <pc:sldMk cId="2904741533" sldId="421"/>
            <ac:spMk id="17" creationId="{684072EB-37E9-468C-AD8B-A65C1C74714F}"/>
          </ac:spMkLst>
        </pc:spChg>
        <pc:spChg chg="add mod">
          <ac:chgData name="Chris Alvin" userId="1477fe7d-12c1-4dcd-b708-f1331679ff1c" providerId="ADAL" clId="{4B165ABE-695E-4129-9679-619837F5F4D1}" dt="2022-10-11T12:42:38.273" v="21055" actId="1076"/>
          <ac:spMkLst>
            <pc:docMk/>
            <pc:sldMk cId="2904741533" sldId="421"/>
            <ac:spMk id="18" creationId="{308D2641-1111-4B52-8775-E1BA88C862D9}"/>
          </ac:spMkLst>
        </pc:spChg>
        <pc:spChg chg="del">
          <ac:chgData name="Chris Alvin" userId="1477fe7d-12c1-4dcd-b708-f1331679ff1c" providerId="ADAL" clId="{4B165ABE-695E-4129-9679-619837F5F4D1}" dt="2022-10-07T15:16:51.196" v="6018" actId="478"/>
          <ac:spMkLst>
            <pc:docMk/>
            <pc:sldMk cId="2904741533" sldId="421"/>
            <ac:spMk id="19" creationId="{85DD502B-A77C-4040-8579-4C1972A1737A}"/>
          </ac:spMkLst>
        </pc:spChg>
        <pc:spChg chg="mod">
          <ac:chgData name="Chris Alvin" userId="1477fe7d-12c1-4dcd-b708-f1331679ff1c" providerId="ADAL" clId="{4B165ABE-695E-4129-9679-619837F5F4D1}" dt="2022-10-11T12:39:33.999" v="21027" actId="27636"/>
          <ac:spMkLst>
            <pc:docMk/>
            <pc:sldMk cId="2904741533" sldId="421"/>
            <ac:spMk id="20" creationId="{1F8D7BEB-557B-49B6-9A20-1D651E654256}"/>
          </ac:spMkLst>
        </pc:spChg>
        <pc:spChg chg="mod">
          <ac:chgData name="Chris Alvin" userId="1477fe7d-12c1-4dcd-b708-f1331679ff1c" providerId="ADAL" clId="{4B165ABE-695E-4129-9679-619837F5F4D1}" dt="2022-10-11T12:41:43.306" v="21040" actId="1076"/>
          <ac:spMkLst>
            <pc:docMk/>
            <pc:sldMk cId="2904741533" sldId="421"/>
            <ac:spMk id="21" creationId="{F48B5E3B-30A9-44B3-8761-FC12D11DD3E4}"/>
          </ac:spMkLst>
        </pc:spChg>
        <pc:spChg chg="mod">
          <ac:chgData name="Chris Alvin" userId="1477fe7d-12c1-4dcd-b708-f1331679ff1c" providerId="ADAL" clId="{4B165ABE-695E-4129-9679-619837F5F4D1}" dt="2022-10-11T12:41:48.715" v="21041" actId="1076"/>
          <ac:spMkLst>
            <pc:docMk/>
            <pc:sldMk cId="2904741533" sldId="421"/>
            <ac:spMk id="22" creationId="{3242029D-9560-40A5-8FFE-A9C0C716D14B}"/>
          </ac:spMkLst>
        </pc:spChg>
        <pc:spChg chg="mod">
          <ac:chgData name="Chris Alvin" userId="1477fe7d-12c1-4dcd-b708-f1331679ff1c" providerId="ADAL" clId="{4B165ABE-695E-4129-9679-619837F5F4D1}" dt="2022-10-07T15:19:21.873" v="6166" actId="1076"/>
          <ac:spMkLst>
            <pc:docMk/>
            <pc:sldMk cId="2904741533" sldId="421"/>
            <ac:spMk id="24" creationId="{74CA1C8F-45C3-49D9-BA1C-C802875F9EDE}"/>
          </ac:spMkLst>
        </pc:spChg>
        <pc:spChg chg="mod">
          <ac:chgData name="Chris Alvin" userId="1477fe7d-12c1-4dcd-b708-f1331679ff1c" providerId="ADAL" clId="{4B165ABE-695E-4129-9679-619837F5F4D1}" dt="2022-10-11T12:42:34.680" v="21054" actId="1076"/>
          <ac:spMkLst>
            <pc:docMk/>
            <pc:sldMk cId="2904741533" sldId="421"/>
            <ac:spMk id="25" creationId="{5F3CD869-2947-473E-84F2-96A066809EF5}"/>
          </ac:spMkLst>
        </pc:spChg>
        <pc:cxnChg chg="del">
          <ac:chgData name="Chris Alvin" userId="1477fe7d-12c1-4dcd-b708-f1331679ff1c" providerId="ADAL" clId="{4B165ABE-695E-4129-9679-619837F5F4D1}" dt="2022-10-07T15:16:47.778" v="6017" actId="478"/>
          <ac:cxnSpMkLst>
            <pc:docMk/>
            <pc:sldMk cId="2904741533" sldId="421"/>
            <ac:cxnSpMk id="23" creationId="{DFC73D51-F756-421F-9516-BB34EF2FEA61}"/>
          </ac:cxnSpMkLst>
        </pc:cxnChg>
        <pc:cxnChg chg="add del mod">
          <ac:chgData name="Chris Alvin" userId="1477fe7d-12c1-4dcd-b708-f1331679ff1c" providerId="ADAL" clId="{4B165ABE-695E-4129-9679-619837F5F4D1}" dt="2022-10-07T15:40:17.479" v="6615"/>
          <ac:cxnSpMkLst>
            <pc:docMk/>
            <pc:sldMk cId="2904741533" sldId="421"/>
            <ac:cxnSpMk id="26" creationId="{DD6E5479-6D0D-4A69-A43D-DB1974953CBA}"/>
          </ac:cxnSpMkLst>
        </pc:cxnChg>
      </pc:sldChg>
      <pc:sldChg chg="addSp delSp modSp add mod modAnim">
        <pc:chgData name="Chris Alvin" userId="1477fe7d-12c1-4dcd-b708-f1331679ff1c" providerId="ADAL" clId="{4B165ABE-695E-4129-9679-619837F5F4D1}" dt="2022-10-11T12:46:06.584" v="21133"/>
        <pc:sldMkLst>
          <pc:docMk/>
          <pc:sldMk cId="1874451103" sldId="422"/>
        </pc:sldMkLst>
        <pc:spChg chg="mod">
          <ac:chgData name="Chris Alvin" userId="1477fe7d-12c1-4dcd-b708-f1331679ff1c" providerId="ADAL" clId="{4B165ABE-695E-4129-9679-619837F5F4D1}" dt="2022-10-07T15:23:05.914" v="6194" actId="6549"/>
          <ac:spMkLst>
            <pc:docMk/>
            <pc:sldMk cId="1874451103" sldId="422"/>
            <ac:spMk id="4" creationId="{00000000-0000-0000-0000-000000000000}"/>
          </ac:spMkLst>
        </pc:spChg>
        <pc:spChg chg="add mod">
          <ac:chgData name="Chris Alvin" userId="1477fe7d-12c1-4dcd-b708-f1331679ff1c" providerId="ADAL" clId="{4B165ABE-695E-4129-9679-619837F5F4D1}" dt="2022-10-07T16:23:05.334" v="7868" actId="1076"/>
          <ac:spMkLst>
            <pc:docMk/>
            <pc:sldMk cId="1874451103" sldId="422"/>
            <ac:spMk id="9" creationId="{A0AA1B00-7316-46C0-94AE-77B165B80BFA}"/>
          </ac:spMkLst>
        </pc:spChg>
        <pc:spChg chg="add mod">
          <ac:chgData name="Chris Alvin" userId="1477fe7d-12c1-4dcd-b708-f1331679ff1c" providerId="ADAL" clId="{4B165ABE-695E-4129-9679-619837F5F4D1}" dt="2022-10-07T16:23:05.334" v="7868" actId="1076"/>
          <ac:spMkLst>
            <pc:docMk/>
            <pc:sldMk cId="1874451103" sldId="422"/>
            <ac:spMk id="10" creationId="{3C627F00-9F8B-44A2-9E10-F56F65AE8649}"/>
          </ac:spMkLst>
        </pc:spChg>
        <pc:spChg chg="add mod">
          <ac:chgData name="Chris Alvin" userId="1477fe7d-12c1-4dcd-b708-f1331679ff1c" providerId="ADAL" clId="{4B165ABE-695E-4129-9679-619837F5F4D1}" dt="2022-10-07T16:23:05.334" v="7868" actId="1076"/>
          <ac:spMkLst>
            <pc:docMk/>
            <pc:sldMk cId="1874451103" sldId="422"/>
            <ac:spMk id="11" creationId="{5C9F4DB1-7DA9-4A2F-BCA7-C774A00EA9A1}"/>
          </ac:spMkLst>
        </pc:spChg>
        <pc:spChg chg="add mod">
          <ac:chgData name="Chris Alvin" userId="1477fe7d-12c1-4dcd-b708-f1331679ff1c" providerId="ADAL" clId="{4B165ABE-695E-4129-9679-619837F5F4D1}" dt="2022-10-07T16:23:05.334" v="7868" actId="1076"/>
          <ac:spMkLst>
            <pc:docMk/>
            <pc:sldMk cId="1874451103" sldId="422"/>
            <ac:spMk id="12" creationId="{147200F7-DABD-4FAB-B238-556F87E8BD12}"/>
          </ac:spMkLst>
        </pc:spChg>
        <pc:spChg chg="add mod">
          <ac:chgData name="Chris Alvin" userId="1477fe7d-12c1-4dcd-b708-f1331679ff1c" providerId="ADAL" clId="{4B165ABE-695E-4129-9679-619837F5F4D1}" dt="2022-10-07T16:23:05.334" v="7868" actId="1076"/>
          <ac:spMkLst>
            <pc:docMk/>
            <pc:sldMk cId="1874451103" sldId="422"/>
            <ac:spMk id="13" creationId="{7CD4B630-01AD-4C8B-AA9E-FCE75A0B7313}"/>
          </ac:spMkLst>
        </pc:spChg>
        <pc:spChg chg="add mod">
          <ac:chgData name="Chris Alvin" userId="1477fe7d-12c1-4dcd-b708-f1331679ff1c" providerId="ADAL" clId="{4B165ABE-695E-4129-9679-619837F5F4D1}" dt="2022-10-07T16:23:05.334" v="7868" actId="1076"/>
          <ac:spMkLst>
            <pc:docMk/>
            <pc:sldMk cId="1874451103" sldId="422"/>
            <ac:spMk id="14" creationId="{832EF268-1384-4FE8-AF9A-97C48897AAC6}"/>
          </ac:spMkLst>
        </pc:spChg>
        <pc:spChg chg="add mod">
          <ac:chgData name="Chris Alvin" userId="1477fe7d-12c1-4dcd-b708-f1331679ff1c" providerId="ADAL" clId="{4B165ABE-695E-4129-9679-619837F5F4D1}" dt="2022-10-07T16:23:05.334" v="7868" actId="1076"/>
          <ac:spMkLst>
            <pc:docMk/>
            <pc:sldMk cId="1874451103" sldId="422"/>
            <ac:spMk id="15" creationId="{A598E96A-DA10-42D2-9943-DBBC7A04D325}"/>
          </ac:spMkLst>
        </pc:spChg>
        <pc:spChg chg="add mod">
          <ac:chgData name="Chris Alvin" userId="1477fe7d-12c1-4dcd-b708-f1331679ff1c" providerId="ADAL" clId="{4B165ABE-695E-4129-9679-619837F5F4D1}" dt="2022-10-07T18:43:54.626" v="8284" actId="27636"/>
          <ac:spMkLst>
            <pc:docMk/>
            <pc:sldMk cId="1874451103" sldId="422"/>
            <ac:spMk id="16" creationId="{56B5B2AF-8303-4D88-B7DB-93C31D7A0AFD}"/>
          </ac:spMkLst>
        </pc:spChg>
        <pc:spChg chg="mod">
          <ac:chgData name="Chris Alvin" userId="1477fe7d-12c1-4dcd-b708-f1331679ff1c" providerId="ADAL" clId="{4B165ABE-695E-4129-9679-619837F5F4D1}" dt="2022-10-10T17:09:43.973" v="20819" actId="692"/>
          <ac:spMkLst>
            <pc:docMk/>
            <pc:sldMk cId="1874451103" sldId="422"/>
            <ac:spMk id="18" creationId="{308D2641-1111-4B52-8775-E1BA88C862D9}"/>
          </ac:spMkLst>
        </pc:spChg>
        <pc:spChg chg="del">
          <ac:chgData name="Chris Alvin" userId="1477fe7d-12c1-4dcd-b708-f1331679ff1c" providerId="ADAL" clId="{4B165ABE-695E-4129-9679-619837F5F4D1}" dt="2022-10-07T15:23:30.850" v="6195" actId="478"/>
          <ac:spMkLst>
            <pc:docMk/>
            <pc:sldMk cId="1874451103" sldId="422"/>
            <ac:spMk id="20" creationId="{1F8D7BEB-557B-49B6-9A20-1D651E654256}"/>
          </ac:spMkLst>
        </pc:spChg>
        <pc:spChg chg="del">
          <ac:chgData name="Chris Alvin" userId="1477fe7d-12c1-4dcd-b708-f1331679ff1c" providerId="ADAL" clId="{4B165ABE-695E-4129-9679-619837F5F4D1}" dt="2022-10-07T15:23:30.850" v="6195" actId="478"/>
          <ac:spMkLst>
            <pc:docMk/>
            <pc:sldMk cId="1874451103" sldId="422"/>
            <ac:spMk id="21" creationId="{F48B5E3B-30A9-44B3-8761-FC12D11DD3E4}"/>
          </ac:spMkLst>
        </pc:spChg>
        <pc:spChg chg="del">
          <ac:chgData name="Chris Alvin" userId="1477fe7d-12c1-4dcd-b708-f1331679ff1c" providerId="ADAL" clId="{4B165ABE-695E-4129-9679-619837F5F4D1}" dt="2022-10-07T15:23:30.850" v="6195" actId="478"/>
          <ac:spMkLst>
            <pc:docMk/>
            <pc:sldMk cId="1874451103" sldId="422"/>
            <ac:spMk id="22" creationId="{3242029D-9560-40A5-8FFE-A9C0C716D14B}"/>
          </ac:spMkLst>
        </pc:spChg>
        <pc:spChg chg="del">
          <ac:chgData name="Chris Alvin" userId="1477fe7d-12c1-4dcd-b708-f1331679ff1c" providerId="ADAL" clId="{4B165ABE-695E-4129-9679-619837F5F4D1}" dt="2022-10-07T15:23:33.866" v="6196" actId="478"/>
          <ac:spMkLst>
            <pc:docMk/>
            <pc:sldMk cId="1874451103" sldId="422"/>
            <ac:spMk id="24" creationId="{74CA1C8F-45C3-49D9-BA1C-C802875F9EDE}"/>
          </ac:spMkLst>
        </pc:spChg>
        <pc:spChg chg="del">
          <ac:chgData name="Chris Alvin" userId="1477fe7d-12c1-4dcd-b708-f1331679ff1c" providerId="ADAL" clId="{4B165ABE-695E-4129-9679-619837F5F4D1}" dt="2022-10-07T15:23:30.850" v="6195" actId="478"/>
          <ac:spMkLst>
            <pc:docMk/>
            <pc:sldMk cId="1874451103" sldId="422"/>
            <ac:spMk id="25" creationId="{5F3CD869-2947-473E-84F2-96A066809EF5}"/>
          </ac:spMkLst>
        </pc:spChg>
      </pc:sldChg>
      <pc:sldChg chg="addSp delSp modSp add mod delAnim modAnim">
        <pc:chgData name="Chris Alvin" userId="1477fe7d-12c1-4dcd-b708-f1331679ff1c" providerId="ADAL" clId="{4B165ABE-695E-4129-9679-619837F5F4D1}" dt="2022-10-11T12:43:47.803" v="21059" actId="2085"/>
        <pc:sldMkLst>
          <pc:docMk/>
          <pc:sldMk cId="2416422594" sldId="423"/>
        </pc:sldMkLst>
        <pc:spChg chg="mod">
          <ac:chgData name="Chris Alvin" userId="1477fe7d-12c1-4dcd-b708-f1331679ff1c" providerId="ADAL" clId="{4B165ABE-695E-4129-9679-619837F5F4D1}" dt="2022-10-07T15:36:36.452" v="6385" actId="20577"/>
          <ac:spMkLst>
            <pc:docMk/>
            <pc:sldMk cId="2416422594" sldId="423"/>
            <ac:spMk id="4" creationId="{00000000-0000-0000-0000-000000000000}"/>
          </ac:spMkLst>
        </pc:spChg>
        <pc:spChg chg="mod">
          <ac:chgData name="Chris Alvin" userId="1477fe7d-12c1-4dcd-b708-f1331679ff1c" providerId="ADAL" clId="{4B165ABE-695E-4129-9679-619837F5F4D1}" dt="2022-10-07T15:55:02.908" v="6922" actId="27636"/>
          <ac:spMkLst>
            <pc:docMk/>
            <pc:sldMk cId="2416422594" sldId="423"/>
            <ac:spMk id="9" creationId="{A0AA1B00-7316-46C0-94AE-77B165B80BFA}"/>
          </ac:spMkLst>
        </pc:spChg>
        <pc:spChg chg="del">
          <ac:chgData name="Chris Alvin" userId="1477fe7d-12c1-4dcd-b708-f1331679ff1c" providerId="ADAL" clId="{4B165ABE-695E-4129-9679-619837F5F4D1}" dt="2022-10-07T15:36:48.690" v="6386" actId="478"/>
          <ac:spMkLst>
            <pc:docMk/>
            <pc:sldMk cId="2416422594" sldId="423"/>
            <ac:spMk id="10" creationId="{3C627F00-9F8B-44A2-9E10-F56F65AE8649}"/>
          </ac:spMkLst>
        </pc:spChg>
        <pc:spChg chg="del">
          <ac:chgData name="Chris Alvin" userId="1477fe7d-12c1-4dcd-b708-f1331679ff1c" providerId="ADAL" clId="{4B165ABE-695E-4129-9679-619837F5F4D1}" dt="2022-10-07T15:36:48.690" v="6386" actId="478"/>
          <ac:spMkLst>
            <pc:docMk/>
            <pc:sldMk cId="2416422594" sldId="423"/>
            <ac:spMk id="11" creationId="{5C9F4DB1-7DA9-4A2F-BCA7-C774A00EA9A1}"/>
          </ac:spMkLst>
        </pc:spChg>
        <pc:spChg chg="del">
          <ac:chgData name="Chris Alvin" userId="1477fe7d-12c1-4dcd-b708-f1331679ff1c" providerId="ADAL" clId="{4B165ABE-695E-4129-9679-619837F5F4D1}" dt="2022-10-07T15:36:48.690" v="6386" actId="478"/>
          <ac:spMkLst>
            <pc:docMk/>
            <pc:sldMk cId="2416422594" sldId="423"/>
            <ac:spMk id="12" creationId="{147200F7-DABD-4FAB-B238-556F87E8BD12}"/>
          </ac:spMkLst>
        </pc:spChg>
        <pc:spChg chg="del">
          <ac:chgData name="Chris Alvin" userId="1477fe7d-12c1-4dcd-b708-f1331679ff1c" providerId="ADAL" clId="{4B165ABE-695E-4129-9679-619837F5F4D1}" dt="2022-10-07T15:36:48.690" v="6386" actId="478"/>
          <ac:spMkLst>
            <pc:docMk/>
            <pc:sldMk cId="2416422594" sldId="423"/>
            <ac:spMk id="13" creationId="{7CD4B630-01AD-4C8B-AA9E-FCE75A0B7313}"/>
          </ac:spMkLst>
        </pc:spChg>
        <pc:spChg chg="del">
          <ac:chgData name="Chris Alvin" userId="1477fe7d-12c1-4dcd-b708-f1331679ff1c" providerId="ADAL" clId="{4B165ABE-695E-4129-9679-619837F5F4D1}" dt="2022-10-07T15:36:48.690" v="6386" actId="478"/>
          <ac:spMkLst>
            <pc:docMk/>
            <pc:sldMk cId="2416422594" sldId="423"/>
            <ac:spMk id="14" creationId="{832EF268-1384-4FE8-AF9A-97C48897AAC6}"/>
          </ac:spMkLst>
        </pc:spChg>
        <pc:spChg chg="del">
          <ac:chgData name="Chris Alvin" userId="1477fe7d-12c1-4dcd-b708-f1331679ff1c" providerId="ADAL" clId="{4B165ABE-695E-4129-9679-619837F5F4D1}" dt="2022-10-07T15:36:48.690" v="6386" actId="478"/>
          <ac:spMkLst>
            <pc:docMk/>
            <pc:sldMk cId="2416422594" sldId="423"/>
            <ac:spMk id="15" creationId="{A598E96A-DA10-42D2-9943-DBBC7A04D325}"/>
          </ac:spMkLst>
        </pc:spChg>
        <pc:spChg chg="add mod">
          <ac:chgData name="Chris Alvin" userId="1477fe7d-12c1-4dcd-b708-f1331679ff1c" providerId="ADAL" clId="{4B165ABE-695E-4129-9679-619837F5F4D1}" dt="2022-10-07T15:55:01.019" v="6920" actId="1076"/>
          <ac:spMkLst>
            <pc:docMk/>
            <pc:sldMk cId="2416422594" sldId="423"/>
            <ac:spMk id="16" creationId="{C926F9A6-AE80-4AFA-8C2D-C645AEFFDBAD}"/>
          </ac:spMkLst>
        </pc:spChg>
        <pc:spChg chg="add del mod">
          <ac:chgData name="Chris Alvin" userId="1477fe7d-12c1-4dcd-b708-f1331679ff1c" providerId="ADAL" clId="{4B165ABE-695E-4129-9679-619837F5F4D1}" dt="2022-10-07T15:48:30.865" v="6640" actId="478"/>
          <ac:spMkLst>
            <pc:docMk/>
            <pc:sldMk cId="2416422594" sldId="423"/>
            <ac:spMk id="17" creationId="{CC590105-0DB0-4D4A-BCAC-86D97A720F87}"/>
          </ac:spMkLst>
        </pc:spChg>
        <pc:spChg chg="del">
          <ac:chgData name="Chris Alvin" userId="1477fe7d-12c1-4dcd-b708-f1331679ff1c" providerId="ADAL" clId="{4B165ABE-695E-4129-9679-619837F5F4D1}" dt="2022-10-07T15:48:07.116" v="6629" actId="478"/>
          <ac:spMkLst>
            <pc:docMk/>
            <pc:sldMk cId="2416422594" sldId="423"/>
            <ac:spMk id="18" creationId="{308D2641-1111-4B52-8775-E1BA88C862D9}"/>
          </ac:spMkLst>
        </pc:spChg>
        <pc:spChg chg="add del mod">
          <ac:chgData name="Chris Alvin" userId="1477fe7d-12c1-4dcd-b708-f1331679ff1c" providerId="ADAL" clId="{4B165ABE-695E-4129-9679-619837F5F4D1}" dt="2022-10-07T15:48:30.865" v="6640" actId="478"/>
          <ac:spMkLst>
            <pc:docMk/>
            <pc:sldMk cId="2416422594" sldId="423"/>
            <ac:spMk id="19" creationId="{229C4C71-FF81-4F60-BA5E-158D3CD05D64}"/>
          </ac:spMkLst>
        </pc:spChg>
        <pc:spChg chg="add mod">
          <ac:chgData name="Chris Alvin" userId="1477fe7d-12c1-4dcd-b708-f1331679ff1c" providerId="ADAL" clId="{4B165ABE-695E-4129-9679-619837F5F4D1}" dt="2022-10-11T12:43:18.609" v="21056" actId="404"/>
          <ac:spMkLst>
            <pc:docMk/>
            <pc:sldMk cId="2416422594" sldId="423"/>
            <ac:spMk id="20" creationId="{1FA7F2AC-2A18-4147-B788-28BBEF9D2FB0}"/>
          </ac:spMkLst>
        </pc:spChg>
        <pc:spChg chg="add del mod">
          <ac:chgData name="Chris Alvin" userId="1477fe7d-12c1-4dcd-b708-f1331679ff1c" providerId="ADAL" clId="{4B165ABE-695E-4129-9679-619837F5F4D1}" dt="2022-10-07T15:49:40.028" v="6678" actId="478"/>
          <ac:spMkLst>
            <pc:docMk/>
            <pc:sldMk cId="2416422594" sldId="423"/>
            <ac:spMk id="21" creationId="{F66F42FE-3408-4E93-84AC-7C8AD866EBFB}"/>
          </ac:spMkLst>
        </pc:spChg>
        <pc:spChg chg="add mod">
          <ac:chgData name="Chris Alvin" userId="1477fe7d-12c1-4dcd-b708-f1331679ff1c" providerId="ADAL" clId="{4B165ABE-695E-4129-9679-619837F5F4D1}" dt="2022-10-11T12:43:18.609" v="21056" actId="404"/>
          <ac:spMkLst>
            <pc:docMk/>
            <pc:sldMk cId="2416422594" sldId="423"/>
            <ac:spMk id="22" creationId="{FFF36510-361F-476A-9788-4E0DAA92CEEB}"/>
          </ac:spMkLst>
        </pc:spChg>
        <pc:spChg chg="add mod">
          <ac:chgData name="Chris Alvin" userId="1477fe7d-12c1-4dcd-b708-f1331679ff1c" providerId="ADAL" clId="{4B165ABE-695E-4129-9679-619837F5F4D1}" dt="2022-10-11T12:43:40.308" v="21057" actId="2085"/>
          <ac:spMkLst>
            <pc:docMk/>
            <pc:sldMk cId="2416422594" sldId="423"/>
            <ac:spMk id="23" creationId="{717AECB0-6030-43F8-82F1-E33212C692C2}"/>
          </ac:spMkLst>
        </pc:spChg>
        <pc:spChg chg="add mod">
          <ac:chgData name="Chris Alvin" userId="1477fe7d-12c1-4dcd-b708-f1331679ff1c" providerId="ADAL" clId="{4B165ABE-695E-4129-9679-619837F5F4D1}" dt="2022-10-11T12:43:40.308" v="21057" actId="2085"/>
          <ac:spMkLst>
            <pc:docMk/>
            <pc:sldMk cId="2416422594" sldId="423"/>
            <ac:spMk id="24" creationId="{D03DE298-0AFB-498F-A82D-7CBCB09C0F0B}"/>
          </ac:spMkLst>
        </pc:spChg>
        <pc:spChg chg="add mod">
          <ac:chgData name="Chris Alvin" userId="1477fe7d-12c1-4dcd-b708-f1331679ff1c" providerId="ADAL" clId="{4B165ABE-695E-4129-9679-619837F5F4D1}" dt="2022-10-11T12:43:40.308" v="21057" actId="2085"/>
          <ac:spMkLst>
            <pc:docMk/>
            <pc:sldMk cId="2416422594" sldId="423"/>
            <ac:spMk id="25" creationId="{DD7D698E-DDFC-4EB5-825C-E994CA715CE2}"/>
          </ac:spMkLst>
        </pc:spChg>
        <pc:spChg chg="add mod">
          <ac:chgData name="Chris Alvin" userId="1477fe7d-12c1-4dcd-b708-f1331679ff1c" providerId="ADAL" clId="{4B165ABE-695E-4129-9679-619837F5F4D1}" dt="2022-10-11T12:43:42.450" v="21058" actId="2085"/>
          <ac:spMkLst>
            <pc:docMk/>
            <pc:sldMk cId="2416422594" sldId="423"/>
            <ac:spMk id="26" creationId="{840C5455-0DFA-4367-A3A4-C0B7180F96F2}"/>
          </ac:spMkLst>
        </pc:spChg>
        <pc:spChg chg="add mod">
          <ac:chgData name="Chris Alvin" userId="1477fe7d-12c1-4dcd-b708-f1331679ff1c" providerId="ADAL" clId="{4B165ABE-695E-4129-9679-619837F5F4D1}" dt="2022-10-11T12:43:40.308" v="21057" actId="2085"/>
          <ac:spMkLst>
            <pc:docMk/>
            <pc:sldMk cId="2416422594" sldId="423"/>
            <ac:spMk id="27" creationId="{0362A7FB-3B81-40AF-8501-2FCD138E1A32}"/>
          </ac:spMkLst>
        </pc:spChg>
        <pc:spChg chg="add mod">
          <ac:chgData name="Chris Alvin" userId="1477fe7d-12c1-4dcd-b708-f1331679ff1c" providerId="ADAL" clId="{4B165ABE-695E-4129-9679-619837F5F4D1}" dt="2022-10-11T12:43:40.308" v="21057" actId="2085"/>
          <ac:spMkLst>
            <pc:docMk/>
            <pc:sldMk cId="2416422594" sldId="423"/>
            <ac:spMk id="28" creationId="{42C416EE-0EEC-40AB-ABD5-94C848D6F7C9}"/>
          </ac:spMkLst>
        </pc:spChg>
        <pc:spChg chg="add mod">
          <ac:chgData name="Chris Alvin" userId="1477fe7d-12c1-4dcd-b708-f1331679ff1c" providerId="ADAL" clId="{4B165ABE-695E-4129-9679-619837F5F4D1}" dt="2022-10-11T12:43:47.803" v="21059" actId="2085"/>
          <ac:spMkLst>
            <pc:docMk/>
            <pc:sldMk cId="2416422594" sldId="423"/>
            <ac:spMk id="29" creationId="{B8D96331-A721-4B4D-B257-51703A49128D}"/>
          </ac:spMkLst>
        </pc:spChg>
        <pc:spChg chg="add mod">
          <ac:chgData name="Chris Alvin" userId="1477fe7d-12c1-4dcd-b708-f1331679ff1c" providerId="ADAL" clId="{4B165ABE-695E-4129-9679-619837F5F4D1}" dt="2022-10-11T12:43:47.803" v="21059" actId="2085"/>
          <ac:spMkLst>
            <pc:docMk/>
            <pc:sldMk cId="2416422594" sldId="423"/>
            <ac:spMk id="30" creationId="{AEAF600E-A7B5-45B7-B85D-CB789A1A6513}"/>
          </ac:spMkLst>
        </pc:spChg>
        <pc:spChg chg="add mod">
          <ac:chgData name="Chris Alvin" userId="1477fe7d-12c1-4dcd-b708-f1331679ff1c" providerId="ADAL" clId="{4B165ABE-695E-4129-9679-619837F5F4D1}" dt="2022-10-11T12:43:47.803" v="21059" actId="2085"/>
          <ac:spMkLst>
            <pc:docMk/>
            <pc:sldMk cId="2416422594" sldId="423"/>
            <ac:spMk id="32" creationId="{F6B368B9-1755-4630-8F9D-F3B28148795F}"/>
          </ac:spMkLst>
        </pc:spChg>
        <pc:cxnChg chg="add mod">
          <ac:chgData name="Chris Alvin" userId="1477fe7d-12c1-4dcd-b708-f1331679ff1c" providerId="ADAL" clId="{4B165ABE-695E-4129-9679-619837F5F4D1}" dt="2022-10-07T15:54:34.230" v="6890" actId="14100"/>
          <ac:cxnSpMkLst>
            <pc:docMk/>
            <pc:sldMk cId="2416422594" sldId="423"/>
            <ac:cxnSpMk id="31" creationId="{AF0A8522-167E-419C-A139-F3ABFF62CE81}"/>
          </ac:cxnSpMkLst>
        </pc:cxnChg>
      </pc:sldChg>
      <pc:sldChg chg="addSp delSp modSp add mod modAnim">
        <pc:chgData name="Chris Alvin" userId="1477fe7d-12c1-4dcd-b708-f1331679ff1c" providerId="ADAL" clId="{4B165ABE-695E-4129-9679-619837F5F4D1}" dt="2022-10-11T12:45:35.633" v="21131"/>
        <pc:sldMkLst>
          <pc:docMk/>
          <pc:sldMk cId="194462727" sldId="424"/>
        </pc:sldMkLst>
        <pc:spChg chg="mod">
          <ac:chgData name="Chris Alvin" userId="1477fe7d-12c1-4dcd-b708-f1331679ff1c" providerId="ADAL" clId="{4B165ABE-695E-4129-9679-619837F5F4D1}" dt="2022-10-07T16:01:02.317" v="7053" actId="20577"/>
          <ac:spMkLst>
            <pc:docMk/>
            <pc:sldMk cId="194462727" sldId="424"/>
            <ac:spMk id="4" creationId="{00000000-0000-0000-0000-000000000000}"/>
          </ac:spMkLst>
        </pc:spChg>
        <pc:spChg chg="add mod">
          <ac:chgData name="Chris Alvin" userId="1477fe7d-12c1-4dcd-b708-f1331679ff1c" providerId="ADAL" clId="{4B165ABE-695E-4129-9679-619837F5F4D1}" dt="2022-10-11T12:45:26.721" v="21130" actId="1076"/>
          <ac:spMkLst>
            <pc:docMk/>
            <pc:sldMk cId="194462727" sldId="424"/>
            <ac:spMk id="6" creationId="{511D1A3C-07CA-4802-9372-B60553E69F99}"/>
          </ac:spMkLst>
        </pc:spChg>
        <pc:spChg chg="add del mod">
          <ac:chgData name="Chris Alvin" userId="1477fe7d-12c1-4dcd-b708-f1331679ff1c" providerId="ADAL" clId="{4B165ABE-695E-4129-9679-619837F5F4D1}" dt="2022-10-07T16:00:43.877" v="7013" actId="478"/>
          <ac:spMkLst>
            <pc:docMk/>
            <pc:sldMk cId="194462727" sldId="424"/>
            <ac:spMk id="6" creationId="{A978DB26-C58F-463B-8715-3D9C77320AE9}"/>
          </ac:spMkLst>
        </pc:spChg>
        <pc:spChg chg="add del mod">
          <ac:chgData name="Chris Alvin" userId="1477fe7d-12c1-4dcd-b708-f1331679ff1c" providerId="ADAL" clId="{4B165ABE-695E-4129-9679-619837F5F4D1}" dt="2022-10-07T16:00:43.877" v="7013" actId="478"/>
          <ac:spMkLst>
            <pc:docMk/>
            <pc:sldMk cId="194462727" sldId="424"/>
            <ac:spMk id="7" creationId="{0DCC7E13-32E9-445C-B7B8-996B1636E8FA}"/>
          </ac:spMkLst>
        </pc:spChg>
        <pc:spChg chg="add mod">
          <ac:chgData name="Chris Alvin" userId="1477fe7d-12c1-4dcd-b708-f1331679ff1c" providerId="ADAL" clId="{4B165ABE-695E-4129-9679-619837F5F4D1}" dt="2022-10-11T12:45:23.552" v="21129" actId="1076"/>
          <ac:spMkLst>
            <pc:docMk/>
            <pc:sldMk cId="194462727" sldId="424"/>
            <ac:spMk id="8" creationId="{67B0B76C-95D4-4A95-8A37-2C96F79D8786}"/>
          </ac:spMkLst>
        </pc:spChg>
        <pc:spChg chg="del">
          <ac:chgData name="Chris Alvin" userId="1477fe7d-12c1-4dcd-b708-f1331679ff1c" providerId="ADAL" clId="{4B165ABE-695E-4129-9679-619837F5F4D1}" dt="2022-10-07T16:00:43.877" v="7013" actId="478"/>
          <ac:spMkLst>
            <pc:docMk/>
            <pc:sldMk cId="194462727" sldId="424"/>
            <ac:spMk id="9" creationId="{A0AA1B00-7316-46C0-94AE-77B165B80BFA}"/>
          </ac:spMkLst>
        </pc:spChg>
        <pc:spChg chg="add mod">
          <ac:chgData name="Chris Alvin" userId="1477fe7d-12c1-4dcd-b708-f1331679ff1c" providerId="ADAL" clId="{4B165ABE-695E-4129-9679-619837F5F4D1}" dt="2022-10-11T12:45:05.078" v="21122" actId="2085"/>
          <ac:spMkLst>
            <pc:docMk/>
            <pc:sldMk cId="194462727" sldId="424"/>
            <ac:spMk id="10" creationId="{20B93396-DE56-4042-9CCE-068802A2AF4B}"/>
          </ac:spMkLst>
        </pc:spChg>
        <pc:spChg chg="add mod">
          <ac:chgData name="Chris Alvin" userId="1477fe7d-12c1-4dcd-b708-f1331679ff1c" providerId="ADAL" clId="{4B165ABE-695E-4129-9679-619837F5F4D1}" dt="2022-10-07T16:07:09.291" v="7346" actId="1076"/>
          <ac:spMkLst>
            <pc:docMk/>
            <pc:sldMk cId="194462727" sldId="424"/>
            <ac:spMk id="11" creationId="{2352333B-6232-4D99-A018-05D7A47D91E2}"/>
          </ac:spMkLst>
        </pc:spChg>
        <pc:spChg chg="del">
          <ac:chgData name="Chris Alvin" userId="1477fe7d-12c1-4dcd-b708-f1331679ff1c" providerId="ADAL" clId="{4B165ABE-695E-4129-9679-619837F5F4D1}" dt="2022-10-07T16:00:43.877" v="7013" actId="478"/>
          <ac:spMkLst>
            <pc:docMk/>
            <pc:sldMk cId="194462727" sldId="424"/>
            <ac:spMk id="16" creationId="{C926F9A6-AE80-4AFA-8C2D-C645AEFFDBAD}"/>
          </ac:spMkLst>
        </pc:spChg>
        <pc:spChg chg="del">
          <ac:chgData name="Chris Alvin" userId="1477fe7d-12c1-4dcd-b708-f1331679ff1c" providerId="ADAL" clId="{4B165ABE-695E-4129-9679-619837F5F4D1}" dt="2022-10-07T15:39:30.812" v="6613" actId="478"/>
          <ac:spMkLst>
            <pc:docMk/>
            <pc:sldMk cId="194462727" sldId="424"/>
            <ac:spMk id="18" creationId="{308D2641-1111-4B52-8775-E1BA88C862D9}"/>
          </ac:spMkLst>
        </pc:spChg>
      </pc:sldChg>
      <pc:sldChg chg="addSp delSp modSp add mod delAnim modAnim">
        <pc:chgData name="Chris Alvin" userId="1477fe7d-12c1-4dcd-b708-f1331679ff1c" providerId="ADAL" clId="{4B165ABE-695E-4129-9679-619837F5F4D1}" dt="2022-10-11T12:47:56.254" v="21138"/>
        <pc:sldMkLst>
          <pc:docMk/>
          <pc:sldMk cId="685845028" sldId="425"/>
        </pc:sldMkLst>
        <pc:spChg chg="mod">
          <ac:chgData name="Chris Alvin" userId="1477fe7d-12c1-4dcd-b708-f1331679ff1c" providerId="ADAL" clId="{4B165ABE-695E-4129-9679-619837F5F4D1}" dt="2022-10-07T16:23:27.066" v="7879" actId="20577"/>
          <ac:spMkLst>
            <pc:docMk/>
            <pc:sldMk cId="685845028" sldId="425"/>
            <ac:spMk id="4" creationId="{00000000-0000-0000-0000-000000000000}"/>
          </ac:spMkLst>
        </pc:spChg>
        <pc:spChg chg="mod">
          <ac:chgData name="Chris Alvin" userId="1477fe7d-12c1-4dcd-b708-f1331679ff1c" providerId="ADAL" clId="{4B165ABE-695E-4129-9679-619837F5F4D1}" dt="2022-10-07T18:52:37.119" v="8503" actId="1076"/>
          <ac:spMkLst>
            <pc:docMk/>
            <pc:sldMk cId="685845028" sldId="425"/>
            <ac:spMk id="9" creationId="{A0AA1B00-7316-46C0-94AE-77B165B80BFA}"/>
          </ac:spMkLst>
        </pc:spChg>
        <pc:spChg chg="del">
          <ac:chgData name="Chris Alvin" userId="1477fe7d-12c1-4dcd-b708-f1331679ff1c" providerId="ADAL" clId="{4B165ABE-695E-4129-9679-619837F5F4D1}" dt="2022-10-07T16:24:49.568" v="8003" actId="478"/>
          <ac:spMkLst>
            <pc:docMk/>
            <pc:sldMk cId="685845028" sldId="425"/>
            <ac:spMk id="10" creationId="{3C627F00-9F8B-44A2-9E10-F56F65AE8649}"/>
          </ac:spMkLst>
        </pc:spChg>
        <pc:spChg chg="del">
          <ac:chgData name="Chris Alvin" userId="1477fe7d-12c1-4dcd-b708-f1331679ff1c" providerId="ADAL" clId="{4B165ABE-695E-4129-9679-619837F5F4D1}" dt="2022-10-07T16:24:49.568" v="8003" actId="478"/>
          <ac:spMkLst>
            <pc:docMk/>
            <pc:sldMk cId="685845028" sldId="425"/>
            <ac:spMk id="11" creationId="{5C9F4DB1-7DA9-4A2F-BCA7-C774A00EA9A1}"/>
          </ac:spMkLst>
        </pc:spChg>
        <pc:spChg chg="del">
          <ac:chgData name="Chris Alvin" userId="1477fe7d-12c1-4dcd-b708-f1331679ff1c" providerId="ADAL" clId="{4B165ABE-695E-4129-9679-619837F5F4D1}" dt="2022-10-07T16:24:49.568" v="8003" actId="478"/>
          <ac:spMkLst>
            <pc:docMk/>
            <pc:sldMk cId="685845028" sldId="425"/>
            <ac:spMk id="12" creationId="{147200F7-DABD-4FAB-B238-556F87E8BD12}"/>
          </ac:spMkLst>
        </pc:spChg>
        <pc:spChg chg="del">
          <ac:chgData name="Chris Alvin" userId="1477fe7d-12c1-4dcd-b708-f1331679ff1c" providerId="ADAL" clId="{4B165ABE-695E-4129-9679-619837F5F4D1}" dt="2022-10-07T16:24:49.568" v="8003" actId="478"/>
          <ac:spMkLst>
            <pc:docMk/>
            <pc:sldMk cId="685845028" sldId="425"/>
            <ac:spMk id="13" creationId="{7CD4B630-01AD-4C8B-AA9E-FCE75A0B7313}"/>
          </ac:spMkLst>
        </pc:spChg>
        <pc:spChg chg="del">
          <ac:chgData name="Chris Alvin" userId="1477fe7d-12c1-4dcd-b708-f1331679ff1c" providerId="ADAL" clId="{4B165ABE-695E-4129-9679-619837F5F4D1}" dt="2022-10-07T16:24:49.568" v="8003" actId="478"/>
          <ac:spMkLst>
            <pc:docMk/>
            <pc:sldMk cId="685845028" sldId="425"/>
            <ac:spMk id="14" creationId="{832EF268-1384-4FE8-AF9A-97C48897AAC6}"/>
          </ac:spMkLst>
        </pc:spChg>
        <pc:spChg chg="del">
          <ac:chgData name="Chris Alvin" userId="1477fe7d-12c1-4dcd-b708-f1331679ff1c" providerId="ADAL" clId="{4B165ABE-695E-4129-9679-619837F5F4D1}" dt="2022-10-07T16:24:49.568" v="8003" actId="478"/>
          <ac:spMkLst>
            <pc:docMk/>
            <pc:sldMk cId="685845028" sldId="425"/>
            <ac:spMk id="15" creationId="{A598E96A-DA10-42D2-9943-DBBC7A04D325}"/>
          </ac:spMkLst>
        </pc:spChg>
        <pc:spChg chg="add mod">
          <ac:chgData name="Chris Alvin" userId="1477fe7d-12c1-4dcd-b708-f1331679ff1c" providerId="ADAL" clId="{4B165ABE-695E-4129-9679-619837F5F4D1}" dt="2022-10-07T18:52:53.963" v="8505" actId="1076"/>
          <ac:spMkLst>
            <pc:docMk/>
            <pc:sldMk cId="685845028" sldId="425"/>
            <ac:spMk id="16" creationId="{2DBDDC77-02F9-4A07-B66A-B5BE4764D23E}"/>
          </ac:spMkLst>
        </pc:spChg>
        <pc:spChg chg="add del mod">
          <ac:chgData name="Chris Alvin" userId="1477fe7d-12c1-4dcd-b708-f1331679ff1c" providerId="ADAL" clId="{4B165ABE-695E-4129-9679-619837F5F4D1}" dt="2022-10-07T18:45:29.513" v="8331" actId="478"/>
          <ac:spMkLst>
            <pc:docMk/>
            <pc:sldMk cId="685845028" sldId="425"/>
            <ac:spMk id="17" creationId="{F863BBF4-CF63-40B1-AF3E-13CDD5704B60}"/>
          </ac:spMkLst>
        </pc:spChg>
        <pc:spChg chg="del mod">
          <ac:chgData name="Chris Alvin" userId="1477fe7d-12c1-4dcd-b708-f1331679ff1c" providerId="ADAL" clId="{4B165ABE-695E-4129-9679-619837F5F4D1}" dt="2022-10-07T18:58:31.472" v="8721" actId="478"/>
          <ac:spMkLst>
            <pc:docMk/>
            <pc:sldMk cId="685845028" sldId="425"/>
            <ac:spMk id="18" creationId="{308D2641-1111-4B52-8775-E1BA88C862D9}"/>
          </ac:spMkLst>
        </pc:spChg>
        <pc:spChg chg="add del mod">
          <ac:chgData name="Chris Alvin" userId="1477fe7d-12c1-4dcd-b708-f1331679ff1c" providerId="ADAL" clId="{4B165ABE-695E-4129-9679-619837F5F4D1}" dt="2022-10-07T18:45:03.488" v="8308" actId="478"/>
          <ac:spMkLst>
            <pc:docMk/>
            <pc:sldMk cId="685845028" sldId="425"/>
            <ac:spMk id="19" creationId="{E3098BA7-C1DE-49D2-8C81-0EE4C7877EB4}"/>
          </ac:spMkLst>
        </pc:spChg>
        <pc:spChg chg="add del mod">
          <ac:chgData name="Chris Alvin" userId="1477fe7d-12c1-4dcd-b708-f1331679ff1c" providerId="ADAL" clId="{4B165ABE-695E-4129-9679-619837F5F4D1}" dt="2022-10-07T18:51:02.457" v="8483" actId="478"/>
          <ac:spMkLst>
            <pc:docMk/>
            <pc:sldMk cId="685845028" sldId="425"/>
            <ac:spMk id="20" creationId="{83075B3C-78A8-4DED-97DC-AD7C10A07BF4}"/>
          </ac:spMkLst>
        </pc:spChg>
        <pc:spChg chg="add mod">
          <ac:chgData name="Chris Alvin" userId="1477fe7d-12c1-4dcd-b708-f1331679ff1c" providerId="ADAL" clId="{4B165ABE-695E-4129-9679-619837F5F4D1}" dt="2022-10-07T18:52:53.963" v="8505" actId="1076"/>
          <ac:spMkLst>
            <pc:docMk/>
            <pc:sldMk cId="685845028" sldId="425"/>
            <ac:spMk id="21" creationId="{04C7C790-DCD3-44F8-BE4E-A625EFAE54EF}"/>
          </ac:spMkLst>
        </pc:spChg>
        <pc:spChg chg="add del">
          <ac:chgData name="Chris Alvin" userId="1477fe7d-12c1-4dcd-b708-f1331679ff1c" providerId="ADAL" clId="{4B165ABE-695E-4129-9679-619837F5F4D1}" dt="2022-10-07T18:49:03.567" v="8364" actId="478"/>
          <ac:spMkLst>
            <pc:docMk/>
            <pc:sldMk cId="685845028" sldId="425"/>
            <ac:spMk id="22" creationId="{B33CE04A-5B23-4089-A720-D81C8334DFD8}"/>
          </ac:spMkLst>
        </pc:spChg>
        <pc:spChg chg="add mod">
          <ac:chgData name="Chris Alvin" userId="1477fe7d-12c1-4dcd-b708-f1331679ff1c" providerId="ADAL" clId="{4B165ABE-695E-4129-9679-619837F5F4D1}" dt="2022-10-07T18:52:53.963" v="8505" actId="1076"/>
          <ac:spMkLst>
            <pc:docMk/>
            <pc:sldMk cId="685845028" sldId="425"/>
            <ac:spMk id="23" creationId="{4479DE54-A6A9-490F-8151-00CF0B0F7C69}"/>
          </ac:spMkLst>
        </pc:spChg>
        <pc:spChg chg="add mod">
          <ac:chgData name="Chris Alvin" userId="1477fe7d-12c1-4dcd-b708-f1331679ff1c" providerId="ADAL" clId="{4B165ABE-695E-4129-9679-619837F5F4D1}" dt="2022-10-07T18:52:53.963" v="8505" actId="1076"/>
          <ac:spMkLst>
            <pc:docMk/>
            <pc:sldMk cId="685845028" sldId="425"/>
            <ac:spMk id="24" creationId="{93B16CAF-81A8-44E9-9B36-19A352ECAF25}"/>
          </ac:spMkLst>
        </pc:spChg>
        <pc:spChg chg="add mod">
          <ac:chgData name="Chris Alvin" userId="1477fe7d-12c1-4dcd-b708-f1331679ff1c" providerId="ADAL" clId="{4B165ABE-695E-4129-9679-619837F5F4D1}" dt="2022-10-07T18:52:53.963" v="8505" actId="1076"/>
          <ac:spMkLst>
            <pc:docMk/>
            <pc:sldMk cId="685845028" sldId="425"/>
            <ac:spMk id="25" creationId="{91D2AA97-554C-4006-A097-67D24E68B574}"/>
          </ac:spMkLst>
        </pc:spChg>
        <pc:spChg chg="add mod">
          <ac:chgData name="Chris Alvin" userId="1477fe7d-12c1-4dcd-b708-f1331679ff1c" providerId="ADAL" clId="{4B165ABE-695E-4129-9679-619837F5F4D1}" dt="2022-10-07T18:52:53.963" v="8505" actId="1076"/>
          <ac:spMkLst>
            <pc:docMk/>
            <pc:sldMk cId="685845028" sldId="425"/>
            <ac:spMk id="26" creationId="{D248BC84-211C-4A66-8D48-BE2A347AD437}"/>
          </ac:spMkLst>
        </pc:spChg>
        <pc:spChg chg="add mod">
          <ac:chgData name="Chris Alvin" userId="1477fe7d-12c1-4dcd-b708-f1331679ff1c" providerId="ADAL" clId="{4B165ABE-695E-4129-9679-619837F5F4D1}" dt="2022-10-07T18:52:53.963" v="8505" actId="1076"/>
          <ac:spMkLst>
            <pc:docMk/>
            <pc:sldMk cId="685845028" sldId="425"/>
            <ac:spMk id="30" creationId="{82C42303-0BFF-4CBE-8DA9-C080D7C9CCCB}"/>
          </ac:spMkLst>
        </pc:spChg>
        <pc:spChg chg="add mod">
          <ac:chgData name="Chris Alvin" userId="1477fe7d-12c1-4dcd-b708-f1331679ff1c" providerId="ADAL" clId="{4B165ABE-695E-4129-9679-619837F5F4D1}" dt="2022-10-11T12:47:11.009" v="21134" actId="255"/>
          <ac:spMkLst>
            <pc:docMk/>
            <pc:sldMk cId="685845028" sldId="425"/>
            <ac:spMk id="31" creationId="{3E39BEC9-212B-46C7-BADC-65ABC01D122E}"/>
          </ac:spMkLst>
        </pc:spChg>
        <pc:spChg chg="add mod">
          <ac:chgData name="Chris Alvin" userId="1477fe7d-12c1-4dcd-b708-f1331679ff1c" providerId="ADAL" clId="{4B165ABE-695E-4129-9679-619837F5F4D1}" dt="2022-10-07T18:53:48.633" v="8529" actId="571"/>
          <ac:spMkLst>
            <pc:docMk/>
            <pc:sldMk cId="685845028" sldId="425"/>
            <ac:spMk id="32" creationId="{AE018513-EB1F-4218-B8EF-24ED91D32657}"/>
          </ac:spMkLst>
        </pc:spChg>
        <pc:spChg chg="add del mod">
          <ac:chgData name="Chris Alvin" userId="1477fe7d-12c1-4dcd-b708-f1331679ff1c" providerId="ADAL" clId="{4B165ABE-695E-4129-9679-619837F5F4D1}" dt="2022-10-07T18:58:36.200" v="8722" actId="478"/>
          <ac:spMkLst>
            <pc:docMk/>
            <pc:sldMk cId="685845028" sldId="425"/>
            <ac:spMk id="33" creationId="{7E2BC133-4F1E-42D8-B5E4-B7E43027C058}"/>
          </ac:spMkLst>
        </pc:spChg>
        <pc:cxnChg chg="add mod">
          <ac:chgData name="Chris Alvin" userId="1477fe7d-12c1-4dcd-b708-f1331679ff1c" providerId="ADAL" clId="{4B165ABE-695E-4129-9679-619837F5F4D1}" dt="2022-10-07T18:52:53.963" v="8505" actId="1076"/>
          <ac:cxnSpMkLst>
            <pc:docMk/>
            <pc:sldMk cId="685845028" sldId="425"/>
            <ac:cxnSpMk id="5" creationId="{684E9DFB-1A82-4F28-B92D-782CFA6836B2}"/>
          </ac:cxnSpMkLst>
        </pc:cxnChg>
        <pc:cxnChg chg="add mod">
          <ac:chgData name="Chris Alvin" userId="1477fe7d-12c1-4dcd-b708-f1331679ff1c" providerId="ADAL" clId="{4B165ABE-695E-4129-9679-619837F5F4D1}" dt="2022-10-07T18:52:53.963" v="8505" actId="1076"/>
          <ac:cxnSpMkLst>
            <pc:docMk/>
            <pc:sldMk cId="685845028" sldId="425"/>
            <ac:cxnSpMk id="27" creationId="{29D18A48-71FA-4DD6-AC8E-04B57CCD85CD}"/>
          </ac:cxnSpMkLst>
        </pc:cxnChg>
      </pc:sldChg>
      <pc:sldChg chg="addSp delSp modSp add mod">
        <pc:chgData name="Chris Alvin" userId="1477fe7d-12c1-4dcd-b708-f1331679ff1c" providerId="ADAL" clId="{4B165ABE-695E-4129-9679-619837F5F4D1}" dt="2022-10-11T12:48:21.990" v="21142" actId="1076"/>
        <pc:sldMkLst>
          <pc:docMk/>
          <pc:sldMk cId="4053914439" sldId="426"/>
        </pc:sldMkLst>
        <pc:spChg chg="del">
          <ac:chgData name="Chris Alvin" userId="1477fe7d-12c1-4dcd-b708-f1331679ff1c" providerId="ADAL" clId="{4B165ABE-695E-4129-9679-619837F5F4D1}" dt="2022-10-07T18:58:47.680" v="8724" actId="478"/>
          <ac:spMkLst>
            <pc:docMk/>
            <pc:sldMk cId="4053914439" sldId="426"/>
            <ac:spMk id="9" creationId="{A0AA1B00-7316-46C0-94AE-77B165B80BFA}"/>
          </ac:spMkLst>
        </pc:spChg>
        <pc:spChg chg="del">
          <ac:chgData name="Chris Alvin" userId="1477fe7d-12c1-4dcd-b708-f1331679ff1c" providerId="ADAL" clId="{4B165ABE-695E-4129-9679-619837F5F4D1}" dt="2022-10-07T18:58:47.680" v="8724" actId="478"/>
          <ac:spMkLst>
            <pc:docMk/>
            <pc:sldMk cId="4053914439" sldId="426"/>
            <ac:spMk id="16" creationId="{2DBDDC77-02F9-4A07-B66A-B5BE4764D23E}"/>
          </ac:spMkLst>
        </pc:spChg>
        <pc:spChg chg="add mod">
          <ac:chgData name="Chris Alvin" userId="1477fe7d-12c1-4dcd-b708-f1331679ff1c" providerId="ADAL" clId="{4B165ABE-695E-4129-9679-619837F5F4D1}" dt="2022-10-11T12:48:13.887" v="21139" actId="1076"/>
          <ac:spMkLst>
            <pc:docMk/>
            <pc:sldMk cId="4053914439" sldId="426"/>
            <ac:spMk id="17" creationId="{C6877F40-DCDE-4449-B07B-7871691B0AEA}"/>
          </ac:spMkLst>
        </pc:spChg>
        <pc:spChg chg="mod">
          <ac:chgData name="Chris Alvin" userId="1477fe7d-12c1-4dcd-b708-f1331679ff1c" providerId="ADAL" clId="{4B165ABE-695E-4129-9679-619837F5F4D1}" dt="2022-10-10T17:09:35.057" v="20814" actId="692"/>
          <ac:spMkLst>
            <pc:docMk/>
            <pc:sldMk cId="4053914439" sldId="426"/>
            <ac:spMk id="18" creationId="{308D2641-1111-4B52-8775-E1BA88C862D9}"/>
          </ac:spMkLst>
        </pc:spChg>
        <pc:spChg chg="add mod">
          <ac:chgData name="Chris Alvin" userId="1477fe7d-12c1-4dcd-b708-f1331679ff1c" providerId="ADAL" clId="{4B165ABE-695E-4129-9679-619837F5F4D1}" dt="2022-10-11T12:48:18.543" v="21141" actId="14100"/>
          <ac:spMkLst>
            <pc:docMk/>
            <pc:sldMk cId="4053914439" sldId="426"/>
            <ac:spMk id="19" creationId="{6F397EC7-654E-4890-B3FA-C40E7440D889}"/>
          </ac:spMkLst>
        </pc:spChg>
        <pc:spChg chg="add mod">
          <ac:chgData name="Chris Alvin" userId="1477fe7d-12c1-4dcd-b708-f1331679ff1c" providerId="ADAL" clId="{4B165ABE-695E-4129-9679-619837F5F4D1}" dt="2022-10-11T12:48:21.990" v="21142" actId="1076"/>
          <ac:spMkLst>
            <pc:docMk/>
            <pc:sldMk cId="4053914439" sldId="426"/>
            <ac:spMk id="20" creationId="{37F62986-FF30-43A3-94FE-E33D51E02337}"/>
          </ac:spMkLst>
        </pc:spChg>
        <pc:spChg chg="del">
          <ac:chgData name="Chris Alvin" userId="1477fe7d-12c1-4dcd-b708-f1331679ff1c" providerId="ADAL" clId="{4B165ABE-695E-4129-9679-619837F5F4D1}" dt="2022-10-07T18:58:50.584" v="8725" actId="478"/>
          <ac:spMkLst>
            <pc:docMk/>
            <pc:sldMk cId="4053914439" sldId="426"/>
            <ac:spMk id="21" creationId="{04C7C790-DCD3-44F8-BE4E-A625EFAE54EF}"/>
          </ac:spMkLst>
        </pc:spChg>
        <pc:spChg chg="del">
          <ac:chgData name="Chris Alvin" userId="1477fe7d-12c1-4dcd-b708-f1331679ff1c" providerId="ADAL" clId="{4B165ABE-695E-4129-9679-619837F5F4D1}" dt="2022-10-07T18:58:50.584" v="8725" actId="478"/>
          <ac:spMkLst>
            <pc:docMk/>
            <pc:sldMk cId="4053914439" sldId="426"/>
            <ac:spMk id="23" creationId="{4479DE54-A6A9-490F-8151-00CF0B0F7C69}"/>
          </ac:spMkLst>
        </pc:spChg>
        <pc:spChg chg="del">
          <ac:chgData name="Chris Alvin" userId="1477fe7d-12c1-4dcd-b708-f1331679ff1c" providerId="ADAL" clId="{4B165ABE-695E-4129-9679-619837F5F4D1}" dt="2022-10-07T18:58:50.584" v="8725" actId="478"/>
          <ac:spMkLst>
            <pc:docMk/>
            <pc:sldMk cId="4053914439" sldId="426"/>
            <ac:spMk id="24" creationId="{93B16CAF-81A8-44E9-9B36-19A352ECAF25}"/>
          </ac:spMkLst>
        </pc:spChg>
        <pc:spChg chg="del">
          <ac:chgData name="Chris Alvin" userId="1477fe7d-12c1-4dcd-b708-f1331679ff1c" providerId="ADAL" clId="{4B165ABE-695E-4129-9679-619837F5F4D1}" dt="2022-10-07T18:58:50.584" v="8725" actId="478"/>
          <ac:spMkLst>
            <pc:docMk/>
            <pc:sldMk cId="4053914439" sldId="426"/>
            <ac:spMk id="25" creationId="{91D2AA97-554C-4006-A097-67D24E68B574}"/>
          </ac:spMkLst>
        </pc:spChg>
        <pc:spChg chg="del">
          <ac:chgData name="Chris Alvin" userId="1477fe7d-12c1-4dcd-b708-f1331679ff1c" providerId="ADAL" clId="{4B165ABE-695E-4129-9679-619837F5F4D1}" dt="2022-10-07T18:58:50.584" v="8725" actId="478"/>
          <ac:spMkLst>
            <pc:docMk/>
            <pc:sldMk cId="4053914439" sldId="426"/>
            <ac:spMk id="26" creationId="{D248BC84-211C-4A66-8D48-BE2A347AD437}"/>
          </ac:spMkLst>
        </pc:spChg>
        <pc:spChg chg="del">
          <ac:chgData name="Chris Alvin" userId="1477fe7d-12c1-4dcd-b708-f1331679ff1c" providerId="ADAL" clId="{4B165ABE-695E-4129-9679-619837F5F4D1}" dt="2022-10-07T18:58:50.584" v="8725" actId="478"/>
          <ac:spMkLst>
            <pc:docMk/>
            <pc:sldMk cId="4053914439" sldId="426"/>
            <ac:spMk id="30" creationId="{82C42303-0BFF-4CBE-8DA9-C080D7C9CCCB}"/>
          </ac:spMkLst>
        </pc:spChg>
        <pc:spChg chg="del">
          <ac:chgData name="Chris Alvin" userId="1477fe7d-12c1-4dcd-b708-f1331679ff1c" providerId="ADAL" clId="{4B165ABE-695E-4129-9679-619837F5F4D1}" dt="2022-10-07T18:58:47.680" v="8724" actId="478"/>
          <ac:spMkLst>
            <pc:docMk/>
            <pc:sldMk cId="4053914439" sldId="426"/>
            <ac:spMk id="31" creationId="{3E39BEC9-212B-46C7-BADC-65ABC01D122E}"/>
          </ac:spMkLst>
        </pc:spChg>
        <pc:spChg chg="del">
          <ac:chgData name="Chris Alvin" userId="1477fe7d-12c1-4dcd-b708-f1331679ff1c" providerId="ADAL" clId="{4B165ABE-695E-4129-9679-619837F5F4D1}" dt="2022-10-07T18:59:59.151" v="8747" actId="478"/>
          <ac:spMkLst>
            <pc:docMk/>
            <pc:sldMk cId="4053914439" sldId="426"/>
            <ac:spMk id="33" creationId="{7E2BC133-4F1E-42D8-B5E4-B7E43027C058}"/>
          </ac:spMkLst>
        </pc:spChg>
        <pc:cxnChg chg="del mod">
          <ac:chgData name="Chris Alvin" userId="1477fe7d-12c1-4dcd-b708-f1331679ff1c" providerId="ADAL" clId="{4B165ABE-695E-4129-9679-619837F5F4D1}" dt="2022-10-07T18:58:50.584" v="8725" actId="478"/>
          <ac:cxnSpMkLst>
            <pc:docMk/>
            <pc:sldMk cId="4053914439" sldId="426"/>
            <ac:cxnSpMk id="5" creationId="{684E9DFB-1A82-4F28-B92D-782CFA6836B2}"/>
          </ac:cxnSpMkLst>
        </pc:cxnChg>
        <pc:cxnChg chg="del mod">
          <ac:chgData name="Chris Alvin" userId="1477fe7d-12c1-4dcd-b708-f1331679ff1c" providerId="ADAL" clId="{4B165ABE-695E-4129-9679-619837F5F4D1}" dt="2022-10-07T18:58:50.584" v="8725" actId="478"/>
          <ac:cxnSpMkLst>
            <pc:docMk/>
            <pc:sldMk cId="4053914439" sldId="426"/>
            <ac:cxnSpMk id="27" creationId="{29D18A48-71FA-4DD6-AC8E-04B57CCD85CD}"/>
          </ac:cxnSpMkLst>
        </pc:cxnChg>
      </pc:sldChg>
      <pc:sldChg chg="addSp delSp modSp add mod modAnim">
        <pc:chgData name="Chris Alvin" userId="1477fe7d-12c1-4dcd-b708-f1331679ff1c" providerId="ADAL" clId="{4B165ABE-695E-4129-9679-619837F5F4D1}" dt="2022-10-14T17:05:48.064" v="21598" actId="6549"/>
        <pc:sldMkLst>
          <pc:docMk/>
          <pc:sldMk cId="1852302099" sldId="427"/>
        </pc:sldMkLst>
        <pc:spChg chg="mod">
          <ac:chgData name="Chris Alvin" userId="1477fe7d-12c1-4dcd-b708-f1331679ff1c" providerId="ADAL" clId="{4B165ABE-695E-4129-9679-619837F5F4D1}" dt="2022-10-07T19:01:19.144" v="8775" actId="20577"/>
          <ac:spMkLst>
            <pc:docMk/>
            <pc:sldMk cId="1852302099" sldId="427"/>
            <ac:spMk id="4" creationId="{00000000-0000-0000-0000-000000000000}"/>
          </ac:spMkLst>
        </pc:spChg>
        <pc:spChg chg="add mod">
          <ac:chgData name="Chris Alvin" userId="1477fe7d-12c1-4dcd-b708-f1331679ff1c" providerId="ADAL" clId="{4B165ABE-695E-4129-9679-619837F5F4D1}" dt="2022-10-14T17:05:48.064" v="21598" actId="6549"/>
          <ac:spMkLst>
            <pc:docMk/>
            <pc:sldMk cId="1852302099" sldId="427"/>
            <ac:spMk id="8" creationId="{B5E34F7D-F8EB-4D1F-A7A4-6B17FE7510D3}"/>
          </ac:spMkLst>
        </pc:spChg>
        <pc:spChg chg="add del mod">
          <ac:chgData name="Chris Alvin" userId="1477fe7d-12c1-4dcd-b708-f1331679ff1c" providerId="ADAL" clId="{4B165ABE-695E-4129-9679-619837F5F4D1}" dt="2022-10-07T19:12:45.682" v="9362" actId="478"/>
          <ac:spMkLst>
            <pc:docMk/>
            <pc:sldMk cId="1852302099" sldId="427"/>
            <ac:spMk id="9" creationId="{7ED9DA16-EC30-4166-A38D-1897EAA45A9E}"/>
          </ac:spMkLst>
        </pc:spChg>
        <pc:spChg chg="add mod">
          <ac:chgData name="Chris Alvin" userId="1477fe7d-12c1-4dcd-b708-f1331679ff1c" providerId="ADAL" clId="{4B165ABE-695E-4129-9679-619837F5F4D1}" dt="2022-10-11T12:49:04.480" v="21145" actId="1076"/>
          <ac:spMkLst>
            <pc:docMk/>
            <pc:sldMk cId="1852302099" sldId="427"/>
            <ac:spMk id="10" creationId="{836EC27C-383C-41C3-81C3-05A53AB28BBA}"/>
          </ac:spMkLst>
        </pc:spChg>
        <pc:spChg chg="add mod">
          <ac:chgData name="Chris Alvin" userId="1477fe7d-12c1-4dcd-b708-f1331679ff1c" providerId="ADAL" clId="{4B165ABE-695E-4129-9679-619837F5F4D1}" dt="2022-10-07T19:11:57.546" v="9304" actId="2085"/>
          <ac:spMkLst>
            <pc:docMk/>
            <pc:sldMk cId="1852302099" sldId="427"/>
            <ac:spMk id="11" creationId="{3F3DDBDA-E3C0-4583-8BCD-41C2C7AD3480}"/>
          </ac:spMkLst>
        </pc:spChg>
        <pc:spChg chg="add mod">
          <ac:chgData name="Chris Alvin" userId="1477fe7d-12c1-4dcd-b708-f1331679ff1c" providerId="ADAL" clId="{4B165ABE-695E-4129-9679-619837F5F4D1}" dt="2022-10-11T12:50:02.141" v="21151" actId="2711"/>
          <ac:spMkLst>
            <pc:docMk/>
            <pc:sldMk cId="1852302099" sldId="427"/>
            <ac:spMk id="13" creationId="{AEFBE60D-D045-4352-999A-A47C2BE2AF2F}"/>
          </ac:spMkLst>
        </pc:spChg>
        <pc:spChg chg="add mod">
          <ac:chgData name="Chris Alvin" userId="1477fe7d-12c1-4dcd-b708-f1331679ff1c" providerId="ADAL" clId="{4B165ABE-695E-4129-9679-619837F5F4D1}" dt="2022-10-07T19:12:15.306" v="9312" actId="571"/>
          <ac:spMkLst>
            <pc:docMk/>
            <pc:sldMk cId="1852302099" sldId="427"/>
            <ac:spMk id="14" creationId="{FD5B0CAE-B646-46BF-B94F-6256B26D257E}"/>
          </ac:spMkLst>
        </pc:spChg>
        <pc:spChg chg="add mod">
          <ac:chgData name="Chris Alvin" userId="1477fe7d-12c1-4dcd-b708-f1331679ff1c" providerId="ADAL" clId="{4B165ABE-695E-4129-9679-619837F5F4D1}" dt="2022-10-11T12:50:15.665" v="21152" actId="1076"/>
          <ac:spMkLst>
            <pc:docMk/>
            <pc:sldMk cId="1852302099" sldId="427"/>
            <ac:spMk id="15" creationId="{2E6D266D-3AEB-46EA-AF2E-6DEBCFC80236}"/>
          </ac:spMkLst>
        </pc:spChg>
        <pc:spChg chg="add mod">
          <ac:chgData name="Chris Alvin" userId="1477fe7d-12c1-4dcd-b708-f1331679ff1c" providerId="ADAL" clId="{4B165ABE-695E-4129-9679-619837F5F4D1}" dt="2022-10-11T12:50:20.233" v="21153" actId="1076"/>
          <ac:spMkLst>
            <pc:docMk/>
            <pc:sldMk cId="1852302099" sldId="427"/>
            <ac:spMk id="16" creationId="{0E9642C2-527A-46AE-8A15-CE97E94B4401}"/>
          </ac:spMkLst>
        </pc:spChg>
        <pc:spChg chg="del">
          <ac:chgData name="Chris Alvin" userId="1477fe7d-12c1-4dcd-b708-f1331679ff1c" providerId="ADAL" clId="{4B165ABE-695E-4129-9679-619837F5F4D1}" dt="2022-10-07T19:01:13.433" v="8763" actId="478"/>
          <ac:spMkLst>
            <pc:docMk/>
            <pc:sldMk cId="1852302099" sldId="427"/>
            <ac:spMk id="17" creationId="{C6877F40-DCDE-4449-B07B-7871691B0AEA}"/>
          </ac:spMkLst>
        </pc:spChg>
        <pc:spChg chg="del">
          <ac:chgData name="Chris Alvin" userId="1477fe7d-12c1-4dcd-b708-f1331679ff1c" providerId="ADAL" clId="{4B165ABE-695E-4129-9679-619837F5F4D1}" dt="2022-10-07T19:01:13.433" v="8763" actId="478"/>
          <ac:spMkLst>
            <pc:docMk/>
            <pc:sldMk cId="1852302099" sldId="427"/>
            <ac:spMk id="18" creationId="{308D2641-1111-4B52-8775-E1BA88C862D9}"/>
          </ac:spMkLst>
        </pc:spChg>
        <pc:spChg chg="del">
          <ac:chgData name="Chris Alvin" userId="1477fe7d-12c1-4dcd-b708-f1331679ff1c" providerId="ADAL" clId="{4B165ABE-695E-4129-9679-619837F5F4D1}" dt="2022-10-07T19:01:13.433" v="8763" actId="478"/>
          <ac:spMkLst>
            <pc:docMk/>
            <pc:sldMk cId="1852302099" sldId="427"/>
            <ac:spMk id="19" creationId="{6F397EC7-654E-4890-B3FA-C40E7440D889}"/>
          </ac:spMkLst>
        </pc:spChg>
        <pc:spChg chg="del">
          <ac:chgData name="Chris Alvin" userId="1477fe7d-12c1-4dcd-b708-f1331679ff1c" providerId="ADAL" clId="{4B165ABE-695E-4129-9679-619837F5F4D1}" dt="2022-10-07T19:01:13.433" v="8763" actId="478"/>
          <ac:spMkLst>
            <pc:docMk/>
            <pc:sldMk cId="1852302099" sldId="427"/>
            <ac:spMk id="20" creationId="{37F62986-FF30-43A3-94FE-E33D51E02337}"/>
          </ac:spMkLst>
        </pc:spChg>
        <pc:cxnChg chg="add mod">
          <ac:chgData name="Chris Alvin" userId="1477fe7d-12c1-4dcd-b708-f1331679ff1c" providerId="ADAL" clId="{4B165ABE-695E-4129-9679-619837F5F4D1}" dt="2022-10-07T19:13:09.584" v="9365" actId="1076"/>
          <ac:cxnSpMkLst>
            <pc:docMk/>
            <pc:sldMk cId="1852302099" sldId="427"/>
            <ac:cxnSpMk id="21" creationId="{ED04D8B5-6F41-42EC-B213-A3F4FD17099A}"/>
          </ac:cxnSpMkLst>
        </pc:cxnChg>
      </pc:sldChg>
      <pc:sldChg chg="addSp delSp modSp add mod ord">
        <pc:chgData name="Chris Alvin" userId="1477fe7d-12c1-4dcd-b708-f1331679ff1c" providerId="ADAL" clId="{4B165ABE-695E-4129-9679-619837F5F4D1}" dt="2022-10-11T13:17:51.262" v="21392" actId="207"/>
        <pc:sldMkLst>
          <pc:docMk/>
          <pc:sldMk cId="983874230" sldId="428"/>
        </pc:sldMkLst>
        <pc:spChg chg="mod">
          <ac:chgData name="Chris Alvin" userId="1477fe7d-12c1-4dcd-b708-f1331679ff1c" providerId="ADAL" clId="{4B165ABE-695E-4129-9679-619837F5F4D1}" dt="2022-10-10T15:44:04.556" v="18282"/>
          <ac:spMkLst>
            <pc:docMk/>
            <pc:sldMk cId="983874230" sldId="428"/>
            <ac:spMk id="4" creationId="{00000000-0000-0000-0000-000000000000}"/>
          </ac:spMkLst>
        </pc:spChg>
        <pc:spChg chg="mod">
          <ac:chgData name="Chris Alvin" userId="1477fe7d-12c1-4dcd-b708-f1331679ff1c" providerId="ADAL" clId="{4B165ABE-695E-4129-9679-619837F5F4D1}" dt="2022-10-11T13:17:43.431" v="21391" actId="114"/>
          <ac:spMkLst>
            <pc:docMk/>
            <pc:sldMk cId="983874230" sldId="428"/>
            <ac:spMk id="8" creationId="{B5E34F7D-F8EB-4D1F-A7A4-6B17FE7510D3}"/>
          </ac:spMkLst>
        </pc:spChg>
        <pc:spChg chg="del">
          <ac:chgData name="Chris Alvin" userId="1477fe7d-12c1-4dcd-b708-f1331679ff1c" providerId="ADAL" clId="{4B165ABE-695E-4129-9679-619837F5F4D1}" dt="2022-10-10T14:27:21.583" v="15987" actId="478"/>
          <ac:spMkLst>
            <pc:docMk/>
            <pc:sldMk cId="983874230" sldId="428"/>
            <ac:spMk id="10" creationId="{836EC27C-383C-41C3-81C3-05A53AB28BBA}"/>
          </ac:spMkLst>
        </pc:spChg>
        <pc:spChg chg="del">
          <ac:chgData name="Chris Alvin" userId="1477fe7d-12c1-4dcd-b708-f1331679ff1c" providerId="ADAL" clId="{4B165ABE-695E-4129-9679-619837F5F4D1}" dt="2022-10-10T14:27:21.583" v="15987" actId="478"/>
          <ac:spMkLst>
            <pc:docMk/>
            <pc:sldMk cId="983874230" sldId="428"/>
            <ac:spMk id="11" creationId="{3F3DDBDA-E3C0-4583-8BCD-41C2C7AD3480}"/>
          </ac:spMkLst>
        </pc:spChg>
        <pc:spChg chg="add mod">
          <ac:chgData name="Chris Alvin" userId="1477fe7d-12c1-4dcd-b708-f1331679ff1c" providerId="ADAL" clId="{4B165ABE-695E-4129-9679-619837F5F4D1}" dt="2022-10-11T13:17:51.262" v="21392" actId="207"/>
          <ac:spMkLst>
            <pc:docMk/>
            <pc:sldMk cId="983874230" sldId="428"/>
            <ac:spMk id="12" creationId="{84B79CF4-BCFD-4F5E-B05C-8E7D8265B08A}"/>
          </ac:spMkLst>
        </pc:spChg>
        <pc:spChg chg="del">
          <ac:chgData name="Chris Alvin" userId="1477fe7d-12c1-4dcd-b708-f1331679ff1c" providerId="ADAL" clId="{4B165ABE-695E-4129-9679-619837F5F4D1}" dt="2022-10-10T14:27:21.583" v="15987" actId="478"/>
          <ac:spMkLst>
            <pc:docMk/>
            <pc:sldMk cId="983874230" sldId="428"/>
            <ac:spMk id="13" creationId="{AEFBE60D-D045-4352-999A-A47C2BE2AF2F}"/>
          </ac:spMkLst>
        </pc:spChg>
        <pc:spChg chg="add del mod">
          <ac:chgData name="Chris Alvin" userId="1477fe7d-12c1-4dcd-b708-f1331679ff1c" providerId="ADAL" clId="{4B165ABE-695E-4129-9679-619837F5F4D1}" dt="2022-10-10T14:29:49.704" v="16166" actId="478"/>
          <ac:spMkLst>
            <pc:docMk/>
            <pc:sldMk cId="983874230" sldId="428"/>
            <ac:spMk id="14" creationId="{B30C98D3-964E-4321-BFEA-2D6A4D3BBFB2}"/>
          </ac:spMkLst>
        </pc:spChg>
        <pc:spChg chg="del">
          <ac:chgData name="Chris Alvin" userId="1477fe7d-12c1-4dcd-b708-f1331679ff1c" providerId="ADAL" clId="{4B165ABE-695E-4129-9679-619837F5F4D1}" dt="2022-10-10T14:27:21.583" v="15987" actId="478"/>
          <ac:spMkLst>
            <pc:docMk/>
            <pc:sldMk cId="983874230" sldId="428"/>
            <ac:spMk id="15" creationId="{2E6D266D-3AEB-46EA-AF2E-6DEBCFC80236}"/>
          </ac:spMkLst>
        </pc:spChg>
        <pc:spChg chg="del">
          <ac:chgData name="Chris Alvin" userId="1477fe7d-12c1-4dcd-b708-f1331679ff1c" providerId="ADAL" clId="{4B165ABE-695E-4129-9679-619837F5F4D1}" dt="2022-10-10T14:27:21.583" v="15987" actId="478"/>
          <ac:spMkLst>
            <pc:docMk/>
            <pc:sldMk cId="983874230" sldId="428"/>
            <ac:spMk id="16" creationId="{0E9642C2-527A-46AE-8A15-CE97E94B4401}"/>
          </ac:spMkLst>
        </pc:spChg>
        <pc:spChg chg="add mod">
          <ac:chgData name="Chris Alvin" userId="1477fe7d-12c1-4dcd-b708-f1331679ff1c" providerId="ADAL" clId="{4B165ABE-695E-4129-9679-619837F5F4D1}" dt="2022-10-10T17:08:25.939" v="20784" actId="692"/>
          <ac:spMkLst>
            <pc:docMk/>
            <pc:sldMk cId="983874230" sldId="428"/>
            <ac:spMk id="17" creationId="{6199601C-FC1D-4488-9F26-0913B1430930}"/>
          </ac:spMkLst>
        </pc:spChg>
        <pc:cxnChg chg="del">
          <ac:chgData name="Chris Alvin" userId="1477fe7d-12c1-4dcd-b708-f1331679ff1c" providerId="ADAL" clId="{4B165ABE-695E-4129-9679-619837F5F4D1}" dt="2022-10-10T14:27:21.583" v="15987" actId="478"/>
          <ac:cxnSpMkLst>
            <pc:docMk/>
            <pc:sldMk cId="983874230" sldId="428"/>
            <ac:cxnSpMk id="21" creationId="{ED04D8B5-6F41-42EC-B213-A3F4FD17099A}"/>
          </ac:cxnSpMkLst>
        </pc:cxnChg>
      </pc:sldChg>
      <pc:sldChg chg="new del">
        <pc:chgData name="Chris Alvin" userId="1477fe7d-12c1-4dcd-b708-f1331679ff1c" providerId="ADAL" clId="{4B165ABE-695E-4129-9679-619837F5F4D1}" dt="2022-10-07T19:47:03.048" v="9400" actId="47"/>
        <pc:sldMkLst>
          <pc:docMk/>
          <pc:sldMk cId="3301753665" sldId="428"/>
        </pc:sldMkLst>
      </pc:sldChg>
      <pc:sldChg chg="addSp delSp modSp add mod">
        <pc:chgData name="Chris Alvin" userId="1477fe7d-12c1-4dcd-b708-f1331679ff1c" providerId="ADAL" clId="{4B165ABE-695E-4129-9679-619837F5F4D1}" dt="2022-10-11T12:51:21.726" v="21161" actId="20577"/>
        <pc:sldMkLst>
          <pc:docMk/>
          <pc:sldMk cId="951537855" sldId="429"/>
        </pc:sldMkLst>
        <pc:spChg chg="mod">
          <ac:chgData name="Chris Alvin" userId="1477fe7d-12c1-4dcd-b708-f1331679ff1c" providerId="ADAL" clId="{4B165ABE-695E-4129-9679-619837F5F4D1}" dt="2022-10-07T20:04:07.244" v="9431" actId="20577"/>
          <ac:spMkLst>
            <pc:docMk/>
            <pc:sldMk cId="951537855" sldId="429"/>
            <ac:spMk id="4" creationId="{00000000-0000-0000-0000-000000000000}"/>
          </ac:spMkLst>
        </pc:spChg>
        <pc:spChg chg="add mod">
          <ac:chgData name="Chris Alvin" userId="1477fe7d-12c1-4dcd-b708-f1331679ff1c" providerId="ADAL" clId="{4B165ABE-695E-4129-9679-619837F5F4D1}" dt="2022-10-11T12:51:21.726" v="21161" actId="20577"/>
          <ac:spMkLst>
            <pc:docMk/>
            <pc:sldMk cId="951537855" sldId="429"/>
            <ac:spMk id="5" creationId="{50ED936F-9A35-450E-818E-12896C6DCA2B}"/>
          </ac:spMkLst>
        </pc:spChg>
        <pc:spChg chg="mod">
          <ac:chgData name="Chris Alvin" userId="1477fe7d-12c1-4dcd-b708-f1331679ff1c" providerId="ADAL" clId="{4B165ABE-695E-4129-9679-619837F5F4D1}" dt="2022-10-09T18:04:56.153" v="9677" actId="20577"/>
          <ac:spMkLst>
            <pc:docMk/>
            <pc:sldMk cId="951537855" sldId="429"/>
            <ac:spMk id="8" creationId="{B5E34F7D-F8EB-4D1F-A7A4-6B17FE7510D3}"/>
          </ac:spMkLst>
        </pc:spChg>
        <pc:spChg chg="del">
          <ac:chgData name="Chris Alvin" userId="1477fe7d-12c1-4dcd-b708-f1331679ff1c" providerId="ADAL" clId="{4B165ABE-695E-4129-9679-619837F5F4D1}" dt="2022-10-07T20:05:44.116" v="9661" actId="478"/>
          <ac:spMkLst>
            <pc:docMk/>
            <pc:sldMk cId="951537855" sldId="429"/>
            <ac:spMk id="10" creationId="{836EC27C-383C-41C3-81C3-05A53AB28BBA}"/>
          </ac:spMkLst>
        </pc:spChg>
        <pc:spChg chg="del">
          <ac:chgData name="Chris Alvin" userId="1477fe7d-12c1-4dcd-b708-f1331679ff1c" providerId="ADAL" clId="{4B165ABE-695E-4129-9679-619837F5F4D1}" dt="2022-10-07T20:05:44.116" v="9661" actId="478"/>
          <ac:spMkLst>
            <pc:docMk/>
            <pc:sldMk cId="951537855" sldId="429"/>
            <ac:spMk id="11" creationId="{3F3DDBDA-E3C0-4583-8BCD-41C2C7AD3480}"/>
          </ac:spMkLst>
        </pc:spChg>
        <pc:spChg chg="del">
          <ac:chgData name="Chris Alvin" userId="1477fe7d-12c1-4dcd-b708-f1331679ff1c" providerId="ADAL" clId="{4B165ABE-695E-4129-9679-619837F5F4D1}" dt="2022-10-07T20:05:44.116" v="9661" actId="478"/>
          <ac:spMkLst>
            <pc:docMk/>
            <pc:sldMk cId="951537855" sldId="429"/>
            <ac:spMk id="13" creationId="{AEFBE60D-D045-4352-999A-A47C2BE2AF2F}"/>
          </ac:spMkLst>
        </pc:spChg>
        <pc:spChg chg="del">
          <ac:chgData name="Chris Alvin" userId="1477fe7d-12c1-4dcd-b708-f1331679ff1c" providerId="ADAL" clId="{4B165ABE-695E-4129-9679-619837F5F4D1}" dt="2022-10-07T20:05:44.116" v="9661" actId="478"/>
          <ac:spMkLst>
            <pc:docMk/>
            <pc:sldMk cId="951537855" sldId="429"/>
            <ac:spMk id="15" creationId="{2E6D266D-3AEB-46EA-AF2E-6DEBCFC80236}"/>
          </ac:spMkLst>
        </pc:spChg>
        <pc:spChg chg="del">
          <ac:chgData name="Chris Alvin" userId="1477fe7d-12c1-4dcd-b708-f1331679ff1c" providerId="ADAL" clId="{4B165ABE-695E-4129-9679-619837F5F4D1}" dt="2022-10-07T20:05:44.116" v="9661" actId="478"/>
          <ac:spMkLst>
            <pc:docMk/>
            <pc:sldMk cId="951537855" sldId="429"/>
            <ac:spMk id="16" creationId="{0E9642C2-527A-46AE-8A15-CE97E94B4401}"/>
          </ac:spMkLst>
        </pc:spChg>
        <pc:cxnChg chg="del">
          <ac:chgData name="Chris Alvin" userId="1477fe7d-12c1-4dcd-b708-f1331679ff1c" providerId="ADAL" clId="{4B165ABE-695E-4129-9679-619837F5F4D1}" dt="2022-10-07T20:05:44.116" v="9661" actId="478"/>
          <ac:cxnSpMkLst>
            <pc:docMk/>
            <pc:sldMk cId="951537855" sldId="429"/>
            <ac:cxnSpMk id="21" creationId="{ED04D8B5-6F41-42EC-B213-A3F4FD17099A}"/>
          </ac:cxnSpMkLst>
        </pc:cxnChg>
      </pc:sldChg>
      <pc:sldChg chg="add del">
        <pc:chgData name="Chris Alvin" userId="1477fe7d-12c1-4dcd-b708-f1331679ff1c" providerId="ADAL" clId="{4B165ABE-695E-4129-9679-619837F5F4D1}" dt="2022-10-07T19:48:20.655" v="9403" actId="47"/>
        <pc:sldMkLst>
          <pc:docMk/>
          <pc:sldMk cId="3607303680" sldId="429"/>
        </pc:sldMkLst>
      </pc:sldChg>
      <pc:sldChg chg="addSp modSp add mod modAnim">
        <pc:chgData name="Chris Alvin" userId="1477fe7d-12c1-4dcd-b708-f1331679ff1c" providerId="ADAL" clId="{4B165ABE-695E-4129-9679-619837F5F4D1}" dt="2022-10-11T12:54:59.186" v="21184" actId="1076"/>
        <pc:sldMkLst>
          <pc:docMk/>
          <pc:sldMk cId="2386048125" sldId="430"/>
        </pc:sldMkLst>
        <pc:spChg chg="mod">
          <ac:chgData name="Chris Alvin" userId="1477fe7d-12c1-4dcd-b708-f1331679ff1c" providerId="ADAL" clId="{4B165ABE-695E-4129-9679-619837F5F4D1}" dt="2022-10-09T18:16:19.444" v="10332"/>
          <ac:spMkLst>
            <pc:docMk/>
            <pc:sldMk cId="2386048125" sldId="430"/>
            <ac:spMk id="5" creationId="{8690EB5C-7E88-410B-862E-E974A0686D5D}"/>
          </ac:spMkLst>
        </pc:spChg>
        <pc:spChg chg="mod">
          <ac:chgData name="Chris Alvin" userId="1477fe7d-12c1-4dcd-b708-f1331679ff1c" providerId="ADAL" clId="{4B165ABE-695E-4129-9679-619837F5F4D1}" dt="2022-10-11T12:54:54.946" v="21183" actId="1076"/>
          <ac:spMkLst>
            <pc:docMk/>
            <pc:sldMk cId="2386048125" sldId="430"/>
            <ac:spMk id="6" creationId="{E0362FFC-028B-4938-B0BA-5CDE3630667F}"/>
          </ac:spMkLst>
        </pc:spChg>
        <pc:spChg chg="mod">
          <ac:chgData name="Chris Alvin" userId="1477fe7d-12c1-4dcd-b708-f1331679ff1c" providerId="ADAL" clId="{4B165ABE-695E-4129-9679-619837F5F4D1}" dt="2022-10-11T12:54:48.983" v="21182" actId="1076"/>
          <ac:spMkLst>
            <pc:docMk/>
            <pc:sldMk cId="2386048125" sldId="430"/>
            <ac:spMk id="7" creationId="{74DE9309-A53D-44CD-9DDD-59ADAAEB2504}"/>
          </ac:spMkLst>
        </pc:spChg>
        <pc:spChg chg="add mod">
          <ac:chgData name="Chris Alvin" userId="1477fe7d-12c1-4dcd-b708-f1331679ff1c" providerId="ADAL" clId="{4B165ABE-695E-4129-9679-619837F5F4D1}" dt="2022-10-11T12:54:54.946" v="21183" actId="1076"/>
          <ac:spMkLst>
            <pc:docMk/>
            <pc:sldMk cId="2386048125" sldId="430"/>
            <ac:spMk id="8" creationId="{91B7EB01-AEEC-4D56-A9E0-D2EC0D2191B4}"/>
          </ac:spMkLst>
        </pc:spChg>
        <pc:spChg chg="add mod">
          <ac:chgData name="Chris Alvin" userId="1477fe7d-12c1-4dcd-b708-f1331679ff1c" providerId="ADAL" clId="{4B165ABE-695E-4129-9679-619837F5F4D1}" dt="2022-10-11T12:54:54.946" v="21183" actId="1076"/>
          <ac:spMkLst>
            <pc:docMk/>
            <pc:sldMk cId="2386048125" sldId="430"/>
            <ac:spMk id="9" creationId="{5F5D161F-908F-42B5-B38D-E98E79B2B7E0}"/>
          </ac:spMkLst>
        </pc:spChg>
        <pc:spChg chg="add mod">
          <ac:chgData name="Chris Alvin" userId="1477fe7d-12c1-4dcd-b708-f1331679ff1c" providerId="ADAL" clId="{4B165ABE-695E-4129-9679-619837F5F4D1}" dt="2022-10-11T12:54:54.946" v="21183" actId="1076"/>
          <ac:spMkLst>
            <pc:docMk/>
            <pc:sldMk cId="2386048125" sldId="430"/>
            <ac:spMk id="10" creationId="{E4889721-4616-4191-86D3-D28ED2C0D8B6}"/>
          </ac:spMkLst>
        </pc:spChg>
        <pc:spChg chg="add mod">
          <ac:chgData name="Chris Alvin" userId="1477fe7d-12c1-4dcd-b708-f1331679ff1c" providerId="ADAL" clId="{4B165ABE-695E-4129-9679-619837F5F4D1}" dt="2022-10-11T12:54:59.186" v="21184" actId="1076"/>
          <ac:spMkLst>
            <pc:docMk/>
            <pc:sldMk cId="2386048125" sldId="430"/>
            <ac:spMk id="14" creationId="{29671B99-CAB5-4FC6-952C-7E7AEA3CC09D}"/>
          </ac:spMkLst>
        </pc:spChg>
        <pc:cxnChg chg="add mod">
          <ac:chgData name="Chris Alvin" userId="1477fe7d-12c1-4dcd-b708-f1331679ff1c" providerId="ADAL" clId="{4B165ABE-695E-4129-9679-619837F5F4D1}" dt="2022-10-09T18:24:02.812" v="10638" actId="14100"/>
          <ac:cxnSpMkLst>
            <pc:docMk/>
            <pc:sldMk cId="2386048125" sldId="430"/>
            <ac:cxnSpMk id="11" creationId="{F09591D6-3B6C-49A6-A7E4-778AA44D092F}"/>
          </ac:cxnSpMkLst>
        </pc:cxnChg>
      </pc:sldChg>
      <pc:sldChg chg="delSp add del mod">
        <pc:chgData name="Chris Alvin" userId="1477fe7d-12c1-4dcd-b708-f1331679ff1c" providerId="ADAL" clId="{4B165ABE-695E-4129-9679-619837F5F4D1}" dt="2022-10-09T18:26:23.767" v="10726" actId="47"/>
        <pc:sldMkLst>
          <pc:docMk/>
          <pc:sldMk cId="1561756750" sldId="431"/>
        </pc:sldMkLst>
        <pc:spChg chg="del">
          <ac:chgData name="Chris Alvin" userId="1477fe7d-12c1-4dcd-b708-f1331679ff1c" providerId="ADAL" clId="{4B165ABE-695E-4129-9679-619837F5F4D1}" dt="2022-10-09T18:26:21.913" v="10725" actId="478"/>
          <ac:spMkLst>
            <pc:docMk/>
            <pc:sldMk cId="1561756750" sldId="431"/>
            <ac:spMk id="4" creationId="{00000000-0000-0000-0000-000000000000}"/>
          </ac:spMkLst>
        </pc:spChg>
      </pc:sldChg>
      <pc:sldChg chg="addSp delSp modSp add mod modAnim">
        <pc:chgData name="Chris Alvin" userId="1477fe7d-12c1-4dcd-b708-f1331679ff1c" providerId="ADAL" clId="{4B165ABE-695E-4129-9679-619837F5F4D1}" dt="2022-10-11T12:56:58.666" v="21205"/>
        <pc:sldMkLst>
          <pc:docMk/>
          <pc:sldMk cId="4225807808" sldId="431"/>
        </pc:sldMkLst>
        <pc:spChg chg="add mod">
          <ac:chgData name="Chris Alvin" userId="1477fe7d-12c1-4dcd-b708-f1331679ff1c" providerId="ADAL" clId="{4B165ABE-695E-4129-9679-619837F5F4D1}" dt="2022-10-09T18:31:17.245" v="10917" actId="14861"/>
          <ac:spMkLst>
            <pc:docMk/>
            <pc:sldMk cId="4225807808" sldId="431"/>
            <ac:spMk id="2" creationId="{F04D5FB1-968C-4475-BF82-732997B47371}"/>
          </ac:spMkLst>
        </pc:spChg>
        <pc:spChg chg="add mod">
          <ac:chgData name="Chris Alvin" userId="1477fe7d-12c1-4dcd-b708-f1331679ff1c" providerId="ADAL" clId="{4B165ABE-695E-4129-9679-619837F5F4D1}" dt="2022-10-09T18:30:59.263" v="10916" actId="1076"/>
          <ac:spMkLst>
            <pc:docMk/>
            <pc:sldMk cId="4225807808" sldId="431"/>
            <ac:spMk id="3" creationId="{3D0048C8-641B-4A5E-997F-5C05FBAF9E26}"/>
          </ac:spMkLst>
        </pc:spChg>
        <pc:spChg chg="mod">
          <ac:chgData name="Chris Alvin" userId="1477fe7d-12c1-4dcd-b708-f1331679ff1c" providerId="ADAL" clId="{4B165ABE-695E-4129-9679-619837F5F4D1}" dt="2022-10-09T18:26:33.635" v="10739" actId="20577"/>
          <ac:spMkLst>
            <pc:docMk/>
            <pc:sldMk cId="4225807808" sldId="431"/>
            <ac:spMk id="4" creationId="{00000000-0000-0000-0000-000000000000}"/>
          </ac:spMkLst>
        </pc:spChg>
        <pc:spChg chg="mod">
          <ac:chgData name="Chris Alvin" userId="1477fe7d-12c1-4dcd-b708-f1331679ff1c" providerId="ADAL" clId="{4B165ABE-695E-4129-9679-619837F5F4D1}" dt="2022-10-10T17:09:17.052" v="20804" actId="692"/>
          <ac:spMkLst>
            <pc:docMk/>
            <pc:sldMk cId="4225807808" sldId="431"/>
            <ac:spMk id="5" creationId="{50ED936F-9A35-450E-818E-12896C6DCA2B}"/>
          </ac:spMkLst>
        </pc:spChg>
        <pc:spChg chg="add mod">
          <ac:chgData name="Chris Alvin" userId="1477fe7d-12c1-4dcd-b708-f1331679ff1c" providerId="ADAL" clId="{4B165ABE-695E-4129-9679-619837F5F4D1}" dt="2022-10-11T12:56:16.736" v="21204" actId="6549"/>
          <ac:spMkLst>
            <pc:docMk/>
            <pc:sldMk cId="4225807808" sldId="431"/>
            <ac:spMk id="7" creationId="{5B593F6A-4A9B-4C02-9EF1-41F7E4CBBB64}"/>
          </ac:spMkLst>
        </pc:spChg>
        <pc:spChg chg="del">
          <ac:chgData name="Chris Alvin" userId="1477fe7d-12c1-4dcd-b708-f1331679ff1c" providerId="ADAL" clId="{4B165ABE-695E-4129-9679-619837F5F4D1}" dt="2022-10-09T18:26:36.397" v="10740" actId="478"/>
          <ac:spMkLst>
            <pc:docMk/>
            <pc:sldMk cId="4225807808" sldId="431"/>
            <ac:spMk id="8" creationId="{B5E34F7D-F8EB-4D1F-A7A4-6B17FE7510D3}"/>
          </ac:spMkLst>
        </pc:spChg>
      </pc:sldChg>
      <pc:sldChg chg="addSp delSp modSp add mod delAnim modAnim">
        <pc:chgData name="Chris Alvin" userId="1477fe7d-12c1-4dcd-b708-f1331679ff1c" providerId="ADAL" clId="{4B165ABE-695E-4129-9679-619837F5F4D1}" dt="2022-10-09T18:48:31.737" v="11577"/>
        <pc:sldMkLst>
          <pc:docMk/>
          <pc:sldMk cId="1538466050" sldId="432"/>
        </pc:sldMkLst>
        <pc:spChg chg="add del mod">
          <ac:chgData name="Chris Alvin" userId="1477fe7d-12c1-4dcd-b708-f1331679ff1c" providerId="ADAL" clId="{4B165ABE-695E-4129-9679-619837F5F4D1}" dt="2022-10-09T18:44:24.881" v="11460" actId="767"/>
          <ac:spMkLst>
            <pc:docMk/>
            <pc:sldMk cId="1538466050" sldId="432"/>
            <ac:spMk id="2" creationId="{2F50F5F9-916E-48DE-A01D-01A726FB0843}"/>
          </ac:spMkLst>
        </pc:spChg>
        <pc:spChg chg="mod">
          <ac:chgData name="Chris Alvin" userId="1477fe7d-12c1-4dcd-b708-f1331679ff1c" providerId="ADAL" clId="{4B165ABE-695E-4129-9679-619837F5F4D1}" dt="2022-10-09T18:47:36.557" v="11561" actId="20577"/>
          <ac:spMkLst>
            <pc:docMk/>
            <pc:sldMk cId="1538466050" sldId="432"/>
            <ac:spMk id="4" creationId="{00000000-0000-0000-0000-000000000000}"/>
          </ac:spMkLst>
        </pc:spChg>
        <pc:spChg chg="mod">
          <ac:chgData name="Chris Alvin" userId="1477fe7d-12c1-4dcd-b708-f1331679ff1c" providerId="ADAL" clId="{4B165ABE-695E-4129-9679-619837F5F4D1}" dt="2022-10-09T18:47:34.229" v="11560" actId="1076"/>
          <ac:spMkLst>
            <pc:docMk/>
            <pc:sldMk cId="1538466050" sldId="432"/>
            <ac:spMk id="5" creationId="{8690EB5C-7E88-410B-862E-E974A0686D5D}"/>
          </ac:spMkLst>
        </pc:spChg>
        <pc:spChg chg="mod">
          <ac:chgData name="Chris Alvin" userId="1477fe7d-12c1-4dcd-b708-f1331679ff1c" providerId="ADAL" clId="{4B165ABE-695E-4129-9679-619837F5F4D1}" dt="2022-10-09T18:47:44.121" v="11562" actId="1076"/>
          <ac:spMkLst>
            <pc:docMk/>
            <pc:sldMk cId="1538466050" sldId="432"/>
            <ac:spMk id="6" creationId="{E0362FFC-028B-4938-B0BA-5CDE3630667F}"/>
          </ac:spMkLst>
        </pc:spChg>
        <pc:spChg chg="mod">
          <ac:chgData name="Chris Alvin" userId="1477fe7d-12c1-4dcd-b708-f1331679ff1c" providerId="ADAL" clId="{4B165ABE-695E-4129-9679-619837F5F4D1}" dt="2022-10-09T18:47:21.329" v="11559" actId="1076"/>
          <ac:spMkLst>
            <pc:docMk/>
            <pc:sldMk cId="1538466050" sldId="432"/>
            <ac:spMk id="7" creationId="{74DE9309-A53D-44CD-9DDD-59ADAAEB2504}"/>
          </ac:spMkLst>
        </pc:spChg>
        <pc:spChg chg="del mod">
          <ac:chgData name="Chris Alvin" userId="1477fe7d-12c1-4dcd-b708-f1331679ff1c" providerId="ADAL" clId="{4B165ABE-695E-4129-9679-619837F5F4D1}" dt="2022-10-09T18:41:04.044" v="11316" actId="478"/>
          <ac:spMkLst>
            <pc:docMk/>
            <pc:sldMk cId="1538466050" sldId="432"/>
            <ac:spMk id="8" creationId="{91B7EB01-AEEC-4D56-A9E0-D2EC0D2191B4}"/>
          </ac:spMkLst>
        </pc:spChg>
        <pc:spChg chg="del">
          <ac:chgData name="Chris Alvin" userId="1477fe7d-12c1-4dcd-b708-f1331679ff1c" providerId="ADAL" clId="{4B165ABE-695E-4129-9679-619837F5F4D1}" dt="2022-10-09T18:41:00.234" v="11314" actId="478"/>
          <ac:spMkLst>
            <pc:docMk/>
            <pc:sldMk cId="1538466050" sldId="432"/>
            <ac:spMk id="9" creationId="{5F5D161F-908F-42B5-B38D-E98E79B2B7E0}"/>
          </ac:spMkLst>
        </pc:spChg>
        <pc:spChg chg="mod">
          <ac:chgData name="Chris Alvin" userId="1477fe7d-12c1-4dcd-b708-f1331679ff1c" providerId="ADAL" clId="{4B165ABE-695E-4129-9679-619837F5F4D1}" dt="2022-10-09T18:47:48.363" v="11563" actId="1076"/>
          <ac:spMkLst>
            <pc:docMk/>
            <pc:sldMk cId="1538466050" sldId="432"/>
            <ac:spMk id="10" creationId="{E4889721-4616-4191-86D3-D28ED2C0D8B6}"/>
          </ac:spMkLst>
        </pc:spChg>
        <pc:spChg chg="add del mod">
          <ac:chgData name="Chris Alvin" userId="1477fe7d-12c1-4dcd-b708-f1331679ff1c" providerId="ADAL" clId="{4B165ABE-695E-4129-9679-619837F5F4D1}" dt="2022-10-09T18:41:52.227" v="11362" actId="478"/>
          <ac:spMkLst>
            <pc:docMk/>
            <pc:sldMk cId="1538466050" sldId="432"/>
            <ac:spMk id="12" creationId="{5AF4FCC3-70CA-44CF-8A23-92236DE9687A}"/>
          </ac:spMkLst>
        </pc:spChg>
        <pc:spChg chg="add mod">
          <ac:chgData name="Chris Alvin" userId="1477fe7d-12c1-4dcd-b708-f1331679ff1c" providerId="ADAL" clId="{4B165ABE-695E-4129-9679-619837F5F4D1}" dt="2022-10-09T18:47:44.121" v="11562" actId="1076"/>
          <ac:spMkLst>
            <pc:docMk/>
            <pc:sldMk cId="1538466050" sldId="432"/>
            <ac:spMk id="13" creationId="{5FAD14CD-4681-4BC7-9511-D51B932AB18B}"/>
          </ac:spMkLst>
        </pc:spChg>
        <pc:spChg chg="mod">
          <ac:chgData name="Chris Alvin" userId="1477fe7d-12c1-4dcd-b708-f1331679ff1c" providerId="ADAL" clId="{4B165ABE-695E-4129-9679-619837F5F4D1}" dt="2022-10-09T18:48:17.552" v="11575" actId="1076"/>
          <ac:spMkLst>
            <pc:docMk/>
            <pc:sldMk cId="1538466050" sldId="432"/>
            <ac:spMk id="14" creationId="{29671B99-CAB5-4FC6-952C-7E7AEA3CC09D}"/>
          </ac:spMkLst>
        </pc:spChg>
        <pc:spChg chg="add mod">
          <ac:chgData name="Chris Alvin" userId="1477fe7d-12c1-4dcd-b708-f1331679ff1c" providerId="ADAL" clId="{4B165ABE-695E-4129-9679-619837F5F4D1}" dt="2022-10-09T18:47:59.054" v="11568" actId="14100"/>
          <ac:spMkLst>
            <pc:docMk/>
            <pc:sldMk cId="1538466050" sldId="432"/>
            <ac:spMk id="15" creationId="{60D422DC-A3AF-43C4-8B91-957D24D07DE8}"/>
          </ac:spMkLst>
        </pc:spChg>
        <pc:cxnChg chg="mod">
          <ac:chgData name="Chris Alvin" userId="1477fe7d-12c1-4dcd-b708-f1331679ff1c" providerId="ADAL" clId="{4B165ABE-695E-4129-9679-619837F5F4D1}" dt="2022-10-09T18:47:12.782" v="11556" actId="14100"/>
          <ac:cxnSpMkLst>
            <pc:docMk/>
            <pc:sldMk cId="1538466050" sldId="432"/>
            <ac:cxnSpMk id="11" creationId="{F09591D6-3B6C-49A6-A7E4-778AA44D092F}"/>
          </ac:cxnSpMkLst>
        </pc:cxnChg>
      </pc:sldChg>
      <pc:sldChg chg="addSp delSp modSp add mod delAnim">
        <pc:chgData name="Chris Alvin" userId="1477fe7d-12c1-4dcd-b708-f1331679ff1c" providerId="ADAL" clId="{4B165ABE-695E-4129-9679-619837F5F4D1}" dt="2022-10-11T13:00:44.270" v="21243" actId="2085"/>
        <pc:sldMkLst>
          <pc:docMk/>
          <pc:sldMk cId="2989945718" sldId="433"/>
        </pc:sldMkLst>
        <pc:spChg chg="mod">
          <ac:chgData name="Chris Alvin" userId="1477fe7d-12c1-4dcd-b708-f1331679ff1c" providerId="ADAL" clId="{4B165ABE-695E-4129-9679-619837F5F4D1}" dt="2022-10-09T18:50:13.744" v="11581" actId="20577"/>
          <ac:spMkLst>
            <pc:docMk/>
            <pc:sldMk cId="2989945718" sldId="433"/>
            <ac:spMk id="4" creationId="{00000000-0000-0000-0000-000000000000}"/>
          </ac:spMkLst>
        </pc:spChg>
        <pc:spChg chg="mod">
          <ac:chgData name="Chris Alvin" userId="1477fe7d-12c1-4dcd-b708-f1331679ff1c" providerId="ADAL" clId="{4B165ABE-695E-4129-9679-619837F5F4D1}" dt="2022-10-11T12:58:17.193" v="21215" actId="1076"/>
          <ac:spMkLst>
            <pc:docMk/>
            <pc:sldMk cId="2989945718" sldId="433"/>
            <ac:spMk id="5" creationId="{8690EB5C-7E88-410B-862E-E974A0686D5D}"/>
          </ac:spMkLst>
        </pc:spChg>
        <pc:spChg chg="del">
          <ac:chgData name="Chris Alvin" userId="1477fe7d-12c1-4dcd-b708-f1331679ff1c" providerId="ADAL" clId="{4B165ABE-695E-4129-9679-619837F5F4D1}" dt="2022-10-09T18:54:23.845" v="11676" actId="478"/>
          <ac:spMkLst>
            <pc:docMk/>
            <pc:sldMk cId="2989945718" sldId="433"/>
            <ac:spMk id="6" creationId="{E0362FFC-028B-4938-B0BA-5CDE3630667F}"/>
          </ac:spMkLst>
        </pc:spChg>
        <pc:spChg chg="del mod">
          <ac:chgData name="Chris Alvin" userId="1477fe7d-12c1-4dcd-b708-f1331679ff1c" providerId="ADAL" clId="{4B165ABE-695E-4129-9679-619837F5F4D1}" dt="2022-10-09T18:54:49.324" v="11686" actId="21"/>
          <ac:spMkLst>
            <pc:docMk/>
            <pc:sldMk cId="2989945718" sldId="433"/>
            <ac:spMk id="7" creationId="{74DE9309-A53D-44CD-9DDD-59ADAAEB2504}"/>
          </ac:spMkLst>
        </pc:spChg>
        <pc:spChg chg="del">
          <ac:chgData name="Chris Alvin" userId="1477fe7d-12c1-4dcd-b708-f1331679ff1c" providerId="ADAL" clId="{4B165ABE-695E-4129-9679-619837F5F4D1}" dt="2022-10-09T18:54:23.845" v="11676" actId="478"/>
          <ac:spMkLst>
            <pc:docMk/>
            <pc:sldMk cId="2989945718" sldId="433"/>
            <ac:spMk id="10" creationId="{E4889721-4616-4191-86D3-D28ED2C0D8B6}"/>
          </ac:spMkLst>
        </pc:spChg>
        <pc:spChg chg="add del mod">
          <ac:chgData name="Chris Alvin" userId="1477fe7d-12c1-4dcd-b708-f1331679ff1c" providerId="ADAL" clId="{4B165ABE-695E-4129-9679-619837F5F4D1}" dt="2022-10-09T19:00:49.880" v="11854" actId="478"/>
          <ac:spMkLst>
            <pc:docMk/>
            <pc:sldMk cId="2989945718" sldId="433"/>
            <ac:spMk id="12" creationId="{06D66447-657D-4E16-88EC-5838DBA3F455}"/>
          </ac:spMkLst>
        </pc:spChg>
        <pc:spChg chg="del">
          <ac:chgData name="Chris Alvin" userId="1477fe7d-12c1-4dcd-b708-f1331679ff1c" providerId="ADAL" clId="{4B165ABE-695E-4129-9679-619837F5F4D1}" dt="2022-10-09T18:54:23.845" v="11676" actId="478"/>
          <ac:spMkLst>
            <pc:docMk/>
            <pc:sldMk cId="2989945718" sldId="433"/>
            <ac:spMk id="13" creationId="{5FAD14CD-4681-4BC7-9511-D51B932AB18B}"/>
          </ac:spMkLst>
        </pc:spChg>
        <pc:spChg chg="del">
          <ac:chgData name="Chris Alvin" userId="1477fe7d-12c1-4dcd-b708-f1331679ff1c" providerId="ADAL" clId="{4B165ABE-695E-4129-9679-619837F5F4D1}" dt="2022-10-09T18:54:23.845" v="11676" actId="478"/>
          <ac:spMkLst>
            <pc:docMk/>
            <pc:sldMk cId="2989945718" sldId="433"/>
            <ac:spMk id="14" creationId="{29671B99-CAB5-4FC6-952C-7E7AEA3CC09D}"/>
          </ac:spMkLst>
        </pc:spChg>
        <pc:spChg chg="del">
          <ac:chgData name="Chris Alvin" userId="1477fe7d-12c1-4dcd-b708-f1331679ff1c" providerId="ADAL" clId="{4B165ABE-695E-4129-9679-619837F5F4D1}" dt="2022-10-09T18:54:23.845" v="11676" actId="478"/>
          <ac:spMkLst>
            <pc:docMk/>
            <pc:sldMk cId="2989945718" sldId="433"/>
            <ac:spMk id="15" creationId="{60D422DC-A3AF-43C4-8B91-957D24D07DE8}"/>
          </ac:spMkLst>
        </pc:spChg>
        <pc:spChg chg="add mod">
          <ac:chgData name="Chris Alvin" userId="1477fe7d-12c1-4dcd-b708-f1331679ff1c" providerId="ADAL" clId="{4B165ABE-695E-4129-9679-619837F5F4D1}" dt="2022-10-11T13:00:44.270" v="21243" actId="2085"/>
          <ac:spMkLst>
            <pc:docMk/>
            <pc:sldMk cId="2989945718" sldId="433"/>
            <ac:spMk id="16" creationId="{FA216CEA-7850-4415-8F22-113B35AF4816}"/>
          </ac:spMkLst>
        </pc:spChg>
        <pc:cxnChg chg="del">
          <ac:chgData name="Chris Alvin" userId="1477fe7d-12c1-4dcd-b708-f1331679ff1c" providerId="ADAL" clId="{4B165ABE-695E-4129-9679-619837F5F4D1}" dt="2022-10-09T18:54:26.068" v="11677" actId="478"/>
          <ac:cxnSpMkLst>
            <pc:docMk/>
            <pc:sldMk cId="2989945718" sldId="433"/>
            <ac:cxnSpMk id="11" creationId="{F09591D6-3B6C-49A6-A7E4-778AA44D092F}"/>
          </ac:cxnSpMkLst>
        </pc:cxnChg>
      </pc:sldChg>
      <pc:sldChg chg="addSp delSp modSp add mod delAnim">
        <pc:chgData name="Chris Alvin" userId="1477fe7d-12c1-4dcd-b708-f1331679ff1c" providerId="ADAL" clId="{4B165ABE-695E-4129-9679-619837F5F4D1}" dt="2022-10-10T17:09:07.332" v="20799" actId="692"/>
        <pc:sldMkLst>
          <pc:docMk/>
          <pc:sldMk cId="794965798" sldId="434"/>
        </pc:sldMkLst>
        <pc:spChg chg="add mod topLvl">
          <ac:chgData name="Chris Alvin" userId="1477fe7d-12c1-4dcd-b708-f1331679ff1c" providerId="ADAL" clId="{4B165ABE-695E-4129-9679-619837F5F4D1}" dt="2022-10-10T12:38:00.673" v="12661" actId="207"/>
          <ac:spMkLst>
            <pc:docMk/>
            <pc:sldMk cId="794965798" sldId="434"/>
            <ac:spMk id="2" creationId="{2822FB7D-43E1-4FA4-B8A1-35AB5ADBBD4B}"/>
          </ac:spMkLst>
        </pc:spChg>
        <pc:spChg chg="add del mod">
          <ac:chgData name="Chris Alvin" userId="1477fe7d-12c1-4dcd-b708-f1331679ff1c" providerId="ADAL" clId="{4B165ABE-695E-4129-9679-619837F5F4D1}" dt="2022-10-10T12:23:25.827" v="12119" actId="478"/>
          <ac:spMkLst>
            <pc:docMk/>
            <pc:sldMk cId="794965798" sldId="434"/>
            <ac:spMk id="2" creationId="{7ABA0DF0-061D-442D-A7E9-BFDA87281B18}"/>
          </ac:spMkLst>
        </pc:spChg>
        <pc:spChg chg="add del mod">
          <ac:chgData name="Chris Alvin" userId="1477fe7d-12c1-4dcd-b708-f1331679ff1c" providerId="ADAL" clId="{4B165ABE-695E-4129-9679-619837F5F4D1}" dt="2022-10-10T12:23:44.415" v="12123" actId="478"/>
          <ac:spMkLst>
            <pc:docMk/>
            <pc:sldMk cId="794965798" sldId="434"/>
            <ac:spMk id="3" creationId="{51675427-7758-4013-A3E8-6F880A7469AA}"/>
          </ac:spMkLst>
        </pc:spChg>
        <pc:spChg chg="add mod topLvl">
          <ac:chgData name="Chris Alvin" userId="1477fe7d-12c1-4dcd-b708-f1331679ff1c" providerId="ADAL" clId="{4B165ABE-695E-4129-9679-619837F5F4D1}" dt="2022-10-10T12:38:18.358" v="12757" actId="207"/>
          <ac:spMkLst>
            <pc:docMk/>
            <pc:sldMk cId="794965798" sldId="434"/>
            <ac:spMk id="3" creationId="{58368994-851A-40A8-908E-B0BAD3C00B67}"/>
          </ac:spMkLst>
        </pc:spChg>
        <pc:spChg chg="mod">
          <ac:chgData name="Chris Alvin" userId="1477fe7d-12c1-4dcd-b708-f1331679ff1c" providerId="ADAL" clId="{4B165ABE-695E-4129-9679-619837F5F4D1}" dt="2022-10-10T12:33:23.313" v="12430" actId="120"/>
          <ac:spMkLst>
            <pc:docMk/>
            <pc:sldMk cId="794965798" sldId="434"/>
            <ac:spMk id="4" creationId="{00000000-0000-0000-0000-000000000000}"/>
          </ac:spMkLst>
        </pc:spChg>
        <pc:spChg chg="add mod topLvl">
          <ac:chgData name="Chris Alvin" userId="1477fe7d-12c1-4dcd-b708-f1331679ff1c" providerId="ADAL" clId="{4B165ABE-695E-4129-9679-619837F5F4D1}" dt="2022-10-10T12:35:34.832" v="12476" actId="164"/>
          <ac:spMkLst>
            <pc:docMk/>
            <pc:sldMk cId="794965798" sldId="434"/>
            <ac:spMk id="5" creationId="{05456B59-E425-4F97-89C2-AFF335121ECC}"/>
          </ac:spMkLst>
        </pc:spChg>
        <pc:spChg chg="del">
          <ac:chgData name="Chris Alvin" userId="1477fe7d-12c1-4dcd-b708-f1331679ff1c" providerId="ADAL" clId="{4B165ABE-695E-4129-9679-619837F5F4D1}" dt="2022-10-10T12:21:27.591" v="12107" actId="478"/>
          <ac:spMkLst>
            <pc:docMk/>
            <pc:sldMk cId="794965798" sldId="434"/>
            <ac:spMk id="5" creationId="{8690EB5C-7E88-410B-862E-E974A0686D5D}"/>
          </ac:spMkLst>
        </pc:spChg>
        <pc:spChg chg="del">
          <ac:chgData name="Chris Alvin" userId="1477fe7d-12c1-4dcd-b708-f1331679ff1c" providerId="ADAL" clId="{4B165ABE-695E-4129-9679-619837F5F4D1}" dt="2022-10-10T12:21:27.591" v="12107" actId="478"/>
          <ac:spMkLst>
            <pc:docMk/>
            <pc:sldMk cId="794965798" sldId="434"/>
            <ac:spMk id="6" creationId="{E0362FFC-028B-4938-B0BA-5CDE3630667F}"/>
          </ac:spMkLst>
        </pc:spChg>
        <pc:spChg chg="del">
          <ac:chgData name="Chris Alvin" userId="1477fe7d-12c1-4dcd-b708-f1331679ff1c" providerId="ADAL" clId="{4B165ABE-695E-4129-9679-619837F5F4D1}" dt="2022-10-10T12:21:27.591" v="12107" actId="478"/>
          <ac:spMkLst>
            <pc:docMk/>
            <pc:sldMk cId="794965798" sldId="434"/>
            <ac:spMk id="7" creationId="{74DE9309-A53D-44CD-9DDD-59ADAAEB2504}"/>
          </ac:spMkLst>
        </pc:spChg>
        <pc:spChg chg="add del mod">
          <ac:chgData name="Chris Alvin" userId="1477fe7d-12c1-4dcd-b708-f1331679ff1c" providerId="ADAL" clId="{4B165ABE-695E-4129-9679-619837F5F4D1}" dt="2022-10-10T12:31:03.581" v="12318" actId="478"/>
          <ac:spMkLst>
            <pc:docMk/>
            <pc:sldMk cId="794965798" sldId="434"/>
            <ac:spMk id="8" creationId="{EB6325B8-962A-4B0B-960D-926A7403545E}"/>
          </ac:spMkLst>
        </pc:spChg>
        <pc:spChg chg="add mod topLvl">
          <ac:chgData name="Chris Alvin" userId="1477fe7d-12c1-4dcd-b708-f1331679ff1c" providerId="ADAL" clId="{4B165ABE-695E-4129-9679-619837F5F4D1}" dt="2022-10-10T12:35:34.832" v="12476" actId="164"/>
          <ac:spMkLst>
            <pc:docMk/>
            <pc:sldMk cId="794965798" sldId="434"/>
            <ac:spMk id="9" creationId="{BA8A20B0-A192-4104-8FB1-5BF20258CFA8}"/>
          </ac:spMkLst>
        </pc:spChg>
        <pc:spChg chg="add mod">
          <ac:chgData name="Chris Alvin" userId="1477fe7d-12c1-4dcd-b708-f1331679ff1c" providerId="ADAL" clId="{4B165ABE-695E-4129-9679-619837F5F4D1}" dt="2022-10-10T12:32:52.199" v="12397" actId="571"/>
          <ac:spMkLst>
            <pc:docMk/>
            <pc:sldMk cId="794965798" sldId="434"/>
            <ac:spMk id="10" creationId="{1DD367CC-56FB-4C6A-A76B-16AB963260C7}"/>
          </ac:spMkLst>
        </pc:spChg>
        <pc:spChg chg="del">
          <ac:chgData name="Chris Alvin" userId="1477fe7d-12c1-4dcd-b708-f1331679ff1c" providerId="ADAL" clId="{4B165ABE-695E-4129-9679-619837F5F4D1}" dt="2022-10-10T12:21:27.591" v="12107" actId="478"/>
          <ac:spMkLst>
            <pc:docMk/>
            <pc:sldMk cId="794965798" sldId="434"/>
            <ac:spMk id="10" creationId="{E4889721-4616-4191-86D3-D28ED2C0D8B6}"/>
          </ac:spMkLst>
        </pc:spChg>
        <pc:spChg chg="add mod topLvl">
          <ac:chgData name="Chris Alvin" userId="1477fe7d-12c1-4dcd-b708-f1331679ff1c" providerId="ADAL" clId="{4B165ABE-695E-4129-9679-619837F5F4D1}" dt="2022-10-10T12:35:34.832" v="12476" actId="164"/>
          <ac:spMkLst>
            <pc:docMk/>
            <pc:sldMk cId="794965798" sldId="434"/>
            <ac:spMk id="11" creationId="{3ACAAA51-626C-4B72-8106-6027ACEA05BE}"/>
          </ac:spMkLst>
        </pc:spChg>
        <pc:spChg chg="del">
          <ac:chgData name="Chris Alvin" userId="1477fe7d-12c1-4dcd-b708-f1331679ff1c" providerId="ADAL" clId="{4B165ABE-695E-4129-9679-619837F5F4D1}" dt="2022-10-10T12:21:27.591" v="12107" actId="478"/>
          <ac:spMkLst>
            <pc:docMk/>
            <pc:sldMk cId="794965798" sldId="434"/>
            <ac:spMk id="13" creationId="{5FAD14CD-4681-4BC7-9511-D51B932AB18B}"/>
          </ac:spMkLst>
        </pc:spChg>
        <pc:spChg chg="del">
          <ac:chgData name="Chris Alvin" userId="1477fe7d-12c1-4dcd-b708-f1331679ff1c" providerId="ADAL" clId="{4B165ABE-695E-4129-9679-619837F5F4D1}" dt="2022-10-10T12:21:27.591" v="12107" actId="478"/>
          <ac:spMkLst>
            <pc:docMk/>
            <pc:sldMk cId="794965798" sldId="434"/>
            <ac:spMk id="14" creationId="{29671B99-CAB5-4FC6-952C-7E7AEA3CC09D}"/>
          </ac:spMkLst>
        </pc:spChg>
        <pc:spChg chg="del">
          <ac:chgData name="Chris Alvin" userId="1477fe7d-12c1-4dcd-b708-f1331679ff1c" providerId="ADAL" clId="{4B165ABE-695E-4129-9679-619837F5F4D1}" dt="2022-10-10T12:21:27.591" v="12107" actId="478"/>
          <ac:spMkLst>
            <pc:docMk/>
            <pc:sldMk cId="794965798" sldId="434"/>
            <ac:spMk id="15" creationId="{60D422DC-A3AF-43C4-8B91-957D24D07DE8}"/>
          </ac:spMkLst>
        </pc:spChg>
        <pc:spChg chg="add del mod">
          <ac:chgData name="Chris Alvin" userId="1477fe7d-12c1-4dcd-b708-f1331679ff1c" providerId="ADAL" clId="{4B165ABE-695E-4129-9679-619837F5F4D1}" dt="2022-10-10T12:31:06.354" v="12320" actId="478"/>
          <ac:spMkLst>
            <pc:docMk/>
            <pc:sldMk cId="794965798" sldId="434"/>
            <ac:spMk id="16" creationId="{6D10E957-E626-4AB3-A002-8A349B78889E}"/>
          </ac:spMkLst>
        </pc:spChg>
        <pc:spChg chg="add del mod">
          <ac:chgData name="Chris Alvin" userId="1477fe7d-12c1-4dcd-b708-f1331679ff1c" providerId="ADAL" clId="{4B165ABE-695E-4129-9679-619837F5F4D1}" dt="2022-10-10T12:26:52.486" v="12199" actId="478"/>
          <ac:spMkLst>
            <pc:docMk/>
            <pc:sldMk cId="794965798" sldId="434"/>
            <ac:spMk id="17" creationId="{705E1431-77DF-40F4-B472-EC5491854CBD}"/>
          </ac:spMkLst>
        </pc:spChg>
        <pc:spChg chg="add del mod">
          <ac:chgData name="Chris Alvin" userId="1477fe7d-12c1-4dcd-b708-f1331679ff1c" providerId="ADAL" clId="{4B165ABE-695E-4129-9679-619837F5F4D1}" dt="2022-10-10T12:26:52.486" v="12199" actId="478"/>
          <ac:spMkLst>
            <pc:docMk/>
            <pc:sldMk cId="794965798" sldId="434"/>
            <ac:spMk id="18" creationId="{8341F71C-1568-41D2-9DDF-AE73F6D1CB07}"/>
          </ac:spMkLst>
        </pc:spChg>
        <pc:spChg chg="add mod">
          <ac:chgData name="Chris Alvin" userId="1477fe7d-12c1-4dcd-b708-f1331679ff1c" providerId="ADAL" clId="{4B165ABE-695E-4129-9679-619837F5F4D1}" dt="2022-10-10T17:09:07.332" v="20799" actId="692"/>
          <ac:spMkLst>
            <pc:docMk/>
            <pc:sldMk cId="794965798" sldId="434"/>
            <ac:spMk id="21" creationId="{81A3C086-9C30-45A5-A155-FD5EADC4FD91}"/>
          </ac:spMkLst>
        </pc:spChg>
        <pc:grpChg chg="add del mod">
          <ac:chgData name="Chris Alvin" userId="1477fe7d-12c1-4dcd-b708-f1331679ff1c" providerId="ADAL" clId="{4B165ABE-695E-4129-9679-619837F5F4D1}" dt="2022-10-10T12:35:10.481" v="12471" actId="165"/>
          <ac:grpSpMkLst>
            <pc:docMk/>
            <pc:sldMk cId="794965798" sldId="434"/>
            <ac:grpSpMk id="12" creationId="{0C07288E-4F52-4D02-8669-C3BA87F33600}"/>
          </ac:grpSpMkLst>
        </pc:grpChg>
        <pc:grpChg chg="add mod">
          <ac:chgData name="Chris Alvin" userId="1477fe7d-12c1-4dcd-b708-f1331679ff1c" providerId="ADAL" clId="{4B165ABE-695E-4129-9679-619837F5F4D1}" dt="2022-10-10T12:35:26.424" v="12475" actId="164"/>
          <ac:grpSpMkLst>
            <pc:docMk/>
            <pc:sldMk cId="794965798" sldId="434"/>
            <ac:grpSpMk id="19" creationId="{97B60728-53D7-4510-B2BD-329C61FBFEF8}"/>
          </ac:grpSpMkLst>
        </pc:grpChg>
        <pc:grpChg chg="add mod">
          <ac:chgData name="Chris Alvin" userId="1477fe7d-12c1-4dcd-b708-f1331679ff1c" providerId="ADAL" clId="{4B165ABE-695E-4129-9679-619837F5F4D1}" dt="2022-10-10T12:35:34.832" v="12476" actId="164"/>
          <ac:grpSpMkLst>
            <pc:docMk/>
            <pc:sldMk cId="794965798" sldId="434"/>
            <ac:grpSpMk id="20" creationId="{0F5F25D8-9FB5-42E7-AFBF-99645ED323DB}"/>
          </ac:grpSpMkLst>
        </pc:grpChg>
        <pc:cxnChg chg="add mod">
          <ac:chgData name="Chris Alvin" userId="1477fe7d-12c1-4dcd-b708-f1331679ff1c" providerId="ADAL" clId="{4B165ABE-695E-4129-9679-619837F5F4D1}" dt="2022-10-10T12:35:34.832" v="12476" actId="164"/>
          <ac:cxnSpMkLst>
            <pc:docMk/>
            <pc:sldMk cId="794965798" sldId="434"/>
            <ac:cxnSpMk id="7" creationId="{957BADBE-0D9E-4FC7-8A7B-B779AA5A3D25}"/>
          </ac:cxnSpMkLst>
        </pc:cxnChg>
        <pc:cxnChg chg="del">
          <ac:chgData name="Chris Alvin" userId="1477fe7d-12c1-4dcd-b708-f1331679ff1c" providerId="ADAL" clId="{4B165ABE-695E-4129-9679-619837F5F4D1}" dt="2022-10-10T12:21:27.591" v="12107" actId="478"/>
          <ac:cxnSpMkLst>
            <pc:docMk/>
            <pc:sldMk cId="794965798" sldId="434"/>
            <ac:cxnSpMk id="11" creationId="{F09591D6-3B6C-49A6-A7E4-778AA44D092F}"/>
          </ac:cxnSpMkLst>
        </pc:cxnChg>
        <pc:cxnChg chg="add mod">
          <ac:chgData name="Chris Alvin" userId="1477fe7d-12c1-4dcd-b708-f1331679ff1c" providerId="ADAL" clId="{4B165ABE-695E-4129-9679-619837F5F4D1}" dt="2022-10-10T12:35:34.832" v="12476" actId="164"/>
          <ac:cxnSpMkLst>
            <pc:docMk/>
            <pc:sldMk cId="794965798" sldId="434"/>
            <ac:cxnSpMk id="17" creationId="{F8878D77-9107-4D8A-8EAA-F84EF0A3D905}"/>
          </ac:cxnSpMkLst>
        </pc:cxnChg>
      </pc:sldChg>
      <pc:sldChg chg="addSp delSp modSp add mod modAnim">
        <pc:chgData name="Chris Alvin" userId="1477fe7d-12c1-4dcd-b708-f1331679ff1c" providerId="ADAL" clId="{4B165ABE-695E-4129-9679-619837F5F4D1}" dt="2022-10-11T12:59:47.182" v="21241" actId="20577"/>
        <pc:sldMkLst>
          <pc:docMk/>
          <pc:sldMk cId="487976493" sldId="435"/>
        </pc:sldMkLst>
        <pc:spChg chg="mod">
          <ac:chgData name="Chris Alvin" userId="1477fe7d-12c1-4dcd-b708-f1331679ff1c" providerId="ADAL" clId="{4B165ABE-695E-4129-9679-619837F5F4D1}" dt="2022-10-11T12:58:42.684" v="21216" actId="2085"/>
          <ac:spMkLst>
            <pc:docMk/>
            <pc:sldMk cId="487976493" sldId="435"/>
            <ac:spMk id="4" creationId="{00000000-0000-0000-0000-000000000000}"/>
          </ac:spMkLst>
        </pc:spChg>
        <pc:spChg chg="del mod">
          <ac:chgData name="Chris Alvin" userId="1477fe7d-12c1-4dcd-b708-f1331679ff1c" providerId="ADAL" clId="{4B165ABE-695E-4129-9679-619837F5F4D1}" dt="2022-10-09T18:55:14.773" v="11705" actId="478"/>
          <ac:spMkLst>
            <pc:docMk/>
            <pc:sldMk cId="487976493" sldId="435"/>
            <ac:spMk id="5" creationId="{8690EB5C-7E88-410B-862E-E974A0686D5D}"/>
          </ac:spMkLst>
        </pc:spChg>
        <pc:spChg chg="add del mod">
          <ac:chgData name="Chris Alvin" userId="1477fe7d-12c1-4dcd-b708-f1331679ff1c" providerId="ADAL" clId="{4B165ABE-695E-4129-9679-619837F5F4D1}" dt="2022-10-09T19:01:24.563" v="11861" actId="21"/>
          <ac:spMkLst>
            <pc:docMk/>
            <pc:sldMk cId="487976493" sldId="435"/>
            <ac:spMk id="6" creationId="{F7F2ADBD-CFAA-4E18-AF88-ACA06D34DA49}"/>
          </ac:spMkLst>
        </pc:spChg>
        <pc:spChg chg="add mod">
          <ac:chgData name="Chris Alvin" userId="1477fe7d-12c1-4dcd-b708-f1331679ff1c" providerId="ADAL" clId="{4B165ABE-695E-4129-9679-619837F5F4D1}" dt="2022-10-11T12:59:47.182" v="21241" actId="20577"/>
          <ac:spMkLst>
            <pc:docMk/>
            <pc:sldMk cId="487976493" sldId="435"/>
            <ac:spMk id="7" creationId="{975A00D9-8007-49A1-9AAD-1C0AA93D4519}"/>
          </ac:spMkLst>
        </pc:spChg>
        <pc:spChg chg="add del mod">
          <ac:chgData name="Chris Alvin" userId="1477fe7d-12c1-4dcd-b708-f1331679ff1c" providerId="ADAL" clId="{4B165ABE-695E-4129-9679-619837F5F4D1}" dt="2022-10-09T19:11:10.734" v="12089" actId="478"/>
          <ac:spMkLst>
            <pc:docMk/>
            <pc:sldMk cId="487976493" sldId="435"/>
            <ac:spMk id="8" creationId="{FCDC3D29-FB11-448C-9D0A-B53E48990E95}"/>
          </ac:spMkLst>
        </pc:spChg>
        <pc:spChg chg="add mod">
          <ac:chgData name="Chris Alvin" userId="1477fe7d-12c1-4dcd-b708-f1331679ff1c" providerId="ADAL" clId="{4B165ABE-695E-4129-9679-619837F5F4D1}" dt="2022-10-11T12:58:42.684" v="21216" actId="2085"/>
          <ac:spMkLst>
            <pc:docMk/>
            <pc:sldMk cId="487976493" sldId="435"/>
            <ac:spMk id="9" creationId="{78DC2321-03BE-4077-AA73-595795BEEF33}"/>
          </ac:spMkLst>
        </pc:spChg>
        <pc:spChg chg="add mod">
          <ac:chgData name="Chris Alvin" userId="1477fe7d-12c1-4dcd-b708-f1331679ff1c" providerId="ADAL" clId="{4B165ABE-695E-4129-9679-619837F5F4D1}" dt="2022-10-11T12:58:42.684" v="21216" actId="2085"/>
          <ac:spMkLst>
            <pc:docMk/>
            <pc:sldMk cId="487976493" sldId="435"/>
            <ac:spMk id="10" creationId="{F8595F07-1485-4AFF-B374-5B4B811A97D5}"/>
          </ac:spMkLst>
        </pc:spChg>
        <pc:spChg chg="add mod">
          <ac:chgData name="Chris Alvin" userId="1477fe7d-12c1-4dcd-b708-f1331679ff1c" providerId="ADAL" clId="{4B165ABE-695E-4129-9679-619837F5F4D1}" dt="2022-10-11T12:58:42.684" v="21216" actId="2085"/>
          <ac:spMkLst>
            <pc:docMk/>
            <pc:sldMk cId="487976493" sldId="435"/>
            <ac:spMk id="11" creationId="{488881F8-D7CB-4403-8651-34E0D7E67A15}"/>
          </ac:spMkLst>
        </pc:spChg>
        <pc:spChg chg="mod">
          <ac:chgData name="Chris Alvin" userId="1477fe7d-12c1-4dcd-b708-f1331679ff1c" providerId="ADAL" clId="{4B165ABE-695E-4129-9679-619837F5F4D1}" dt="2022-10-11T12:58:42.684" v="21216" actId="2085"/>
          <ac:spMkLst>
            <pc:docMk/>
            <pc:sldMk cId="487976493" sldId="435"/>
            <ac:spMk id="12" creationId="{06D66447-657D-4E16-88EC-5838DBA3F455}"/>
          </ac:spMkLst>
        </pc:spChg>
        <pc:spChg chg="add mod">
          <ac:chgData name="Chris Alvin" userId="1477fe7d-12c1-4dcd-b708-f1331679ff1c" providerId="ADAL" clId="{4B165ABE-695E-4129-9679-619837F5F4D1}" dt="2022-10-11T12:58:42.684" v="21216" actId="2085"/>
          <ac:spMkLst>
            <pc:docMk/>
            <pc:sldMk cId="487976493" sldId="435"/>
            <ac:spMk id="13" creationId="{E019C4EA-384D-49AC-BDC7-E58C76ECF153}"/>
          </ac:spMkLst>
        </pc:spChg>
        <pc:spChg chg="add mod">
          <ac:chgData name="Chris Alvin" userId="1477fe7d-12c1-4dcd-b708-f1331679ff1c" providerId="ADAL" clId="{4B165ABE-695E-4129-9679-619837F5F4D1}" dt="2022-10-11T12:58:42.684" v="21216" actId="2085"/>
          <ac:spMkLst>
            <pc:docMk/>
            <pc:sldMk cId="487976493" sldId="435"/>
            <ac:spMk id="14" creationId="{BA22A6E0-8994-4FB4-8CA9-7A2965B2F14B}"/>
          </ac:spMkLst>
        </pc:spChg>
        <pc:spChg chg="add mod">
          <ac:chgData name="Chris Alvin" userId="1477fe7d-12c1-4dcd-b708-f1331679ff1c" providerId="ADAL" clId="{4B165ABE-695E-4129-9679-619837F5F4D1}" dt="2022-10-11T12:58:42.684" v="21216" actId="2085"/>
          <ac:spMkLst>
            <pc:docMk/>
            <pc:sldMk cId="487976493" sldId="435"/>
            <ac:spMk id="15" creationId="{35D0C0F2-498F-4F9D-8885-7FC62FBFDEB7}"/>
          </ac:spMkLst>
        </pc:spChg>
      </pc:sldChg>
      <pc:sldChg chg="addSp delSp modSp add mod modAnim">
        <pc:chgData name="Chris Alvin" userId="1477fe7d-12c1-4dcd-b708-f1331679ff1c" providerId="ADAL" clId="{4B165ABE-695E-4129-9679-619837F5F4D1}" dt="2022-10-14T15:19:43.997" v="21558" actId="20577"/>
        <pc:sldMkLst>
          <pc:docMk/>
          <pc:sldMk cId="1773151392" sldId="436"/>
        </pc:sldMkLst>
        <pc:spChg chg="mod">
          <ac:chgData name="Chris Alvin" userId="1477fe7d-12c1-4dcd-b708-f1331679ff1c" providerId="ADAL" clId="{4B165ABE-695E-4129-9679-619837F5F4D1}" dt="2022-10-10T12:38:49.899" v="12769" actId="20577"/>
          <ac:spMkLst>
            <pc:docMk/>
            <pc:sldMk cId="1773151392" sldId="436"/>
            <ac:spMk id="4" creationId="{00000000-0000-0000-0000-000000000000}"/>
          </ac:spMkLst>
        </pc:spChg>
        <pc:spChg chg="del">
          <ac:chgData name="Chris Alvin" userId="1477fe7d-12c1-4dcd-b708-f1331679ff1c" providerId="ADAL" clId="{4B165ABE-695E-4129-9679-619837F5F4D1}" dt="2022-10-10T12:38:54.935" v="12770" actId="478"/>
          <ac:spMkLst>
            <pc:docMk/>
            <pc:sldMk cId="1773151392" sldId="436"/>
            <ac:spMk id="7" creationId="{975A00D9-8007-49A1-9AAD-1C0AA93D4519}"/>
          </ac:spMkLst>
        </pc:spChg>
        <pc:spChg chg="mod">
          <ac:chgData name="Chris Alvin" userId="1477fe7d-12c1-4dcd-b708-f1331679ff1c" providerId="ADAL" clId="{4B165ABE-695E-4129-9679-619837F5F4D1}" dt="2022-10-14T15:18:54.505" v="21548" actId="1076"/>
          <ac:spMkLst>
            <pc:docMk/>
            <pc:sldMk cId="1773151392" sldId="436"/>
            <ac:spMk id="9" creationId="{78DC2321-03BE-4077-AA73-595795BEEF33}"/>
          </ac:spMkLst>
        </pc:spChg>
        <pc:spChg chg="del mod">
          <ac:chgData name="Chris Alvin" userId="1477fe7d-12c1-4dcd-b708-f1331679ff1c" providerId="ADAL" clId="{4B165ABE-695E-4129-9679-619837F5F4D1}" dt="2022-10-10T12:43:09.209" v="13058" actId="478"/>
          <ac:spMkLst>
            <pc:docMk/>
            <pc:sldMk cId="1773151392" sldId="436"/>
            <ac:spMk id="10" creationId="{F8595F07-1485-4AFF-B374-5B4B811A97D5}"/>
          </ac:spMkLst>
        </pc:spChg>
        <pc:spChg chg="mod">
          <ac:chgData name="Chris Alvin" userId="1477fe7d-12c1-4dcd-b708-f1331679ff1c" providerId="ADAL" clId="{4B165ABE-695E-4129-9679-619837F5F4D1}" dt="2022-10-11T13:01:35.592" v="21244" actId="2085"/>
          <ac:spMkLst>
            <pc:docMk/>
            <pc:sldMk cId="1773151392" sldId="436"/>
            <ac:spMk id="11" creationId="{488881F8-D7CB-4403-8651-34E0D7E67A15}"/>
          </ac:spMkLst>
        </pc:spChg>
        <pc:spChg chg="mod">
          <ac:chgData name="Chris Alvin" userId="1477fe7d-12c1-4dcd-b708-f1331679ff1c" providerId="ADAL" clId="{4B165ABE-695E-4129-9679-619837F5F4D1}" dt="2022-10-10T12:38:58.930" v="12771" actId="1076"/>
          <ac:spMkLst>
            <pc:docMk/>
            <pc:sldMk cId="1773151392" sldId="436"/>
            <ac:spMk id="12" creationId="{06D66447-657D-4E16-88EC-5838DBA3F455}"/>
          </ac:spMkLst>
        </pc:spChg>
        <pc:spChg chg="del">
          <ac:chgData name="Chris Alvin" userId="1477fe7d-12c1-4dcd-b708-f1331679ff1c" providerId="ADAL" clId="{4B165ABE-695E-4129-9679-619837F5F4D1}" dt="2022-10-10T12:44:03.654" v="13124" actId="478"/>
          <ac:spMkLst>
            <pc:docMk/>
            <pc:sldMk cId="1773151392" sldId="436"/>
            <ac:spMk id="13" creationId="{E019C4EA-384D-49AC-BDC7-E58C76ECF153}"/>
          </ac:spMkLst>
        </pc:spChg>
        <pc:spChg chg="mod">
          <ac:chgData name="Chris Alvin" userId="1477fe7d-12c1-4dcd-b708-f1331679ff1c" providerId="ADAL" clId="{4B165ABE-695E-4129-9679-619837F5F4D1}" dt="2022-10-14T15:18:20.305" v="21547" actId="20577"/>
          <ac:spMkLst>
            <pc:docMk/>
            <pc:sldMk cId="1773151392" sldId="436"/>
            <ac:spMk id="14" creationId="{BA22A6E0-8994-4FB4-8CA9-7A2965B2F14B}"/>
          </ac:spMkLst>
        </pc:spChg>
        <pc:spChg chg="mod">
          <ac:chgData name="Chris Alvin" userId="1477fe7d-12c1-4dcd-b708-f1331679ff1c" providerId="ADAL" clId="{4B165ABE-695E-4129-9679-619837F5F4D1}" dt="2022-10-14T15:19:43.997" v="21558" actId="20577"/>
          <ac:spMkLst>
            <pc:docMk/>
            <pc:sldMk cId="1773151392" sldId="436"/>
            <ac:spMk id="15" creationId="{35D0C0F2-498F-4F9D-8885-7FC62FBFDEB7}"/>
          </ac:spMkLst>
        </pc:spChg>
        <pc:spChg chg="add mod">
          <ac:chgData name="Chris Alvin" userId="1477fe7d-12c1-4dcd-b708-f1331679ff1c" providerId="ADAL" clId="{4B165ABE-695E-4129-9679-619837F5F4D1}" dt="2022-10-10T12:48:49.006" v="13216" actId="1076"/>
          <ac:spMkLst>
            <pc:docMk/>
            <pc:sldMk cId="1773151392" sldId="436"/>
            <ac:spMk id="16" creationId="{3711DF36-67EE-49D0-8602-351C493072F9}"/>
          </ac:spMkLst>
        </pc:spChg>
        <pc:spChg chg="add mod">
          <ac:chgData name="Chris Alvin" userId="1477fe7d-12c1-4dcd-b708-f1331679ff1c" providerId="ADAL" clId="{4B165ABE-695E-4129-9679-619837F5F4D1}" dt="2022-10-11T13:01:38.416" v="21245" actId="2085"/>
          <ac:spMkLst>
            <pc:docMk/>
            <pc:sldMk cId="1773151392" sldId="436"/>
            <ac:spMk id="17" creationId="{BC6D96A8-BE26-41CB-9F98-26C72B405FD3}"/>
          </ac:spMkLst>
        </pc:spChg>
        <pc:spChg chg="add mod">
          <ac:chgData name="Chris Alvin" userId="1477fe7d-12c1-4dcd-b708-f1331679ff1c" providerId="ADAL" clId="{4B165ABE-695E-4129-9679-619837F5F4D1}" dt="2022-10-11T13:01:43.216" v="21246" actId="2085"/>
          <ac:spMkLst>
            <pc:docMk/>
            <pc:sldMk cId="1773151392" sldId="436"/>
            <ac:spMk id="18" creationId="{B7E9E737-2BDC-44D7-85EC-26FD3923FFA8}"/>
          </ac:spMkLst>
        </pc:spChg>
        <pc:spChg chg="add mod">
          <ac:chgData name="Chris Alvin" userId="1477fe7d-12c1-4dcd-b708-f1331679ff1c" providerId="ADAL" clId="{4B165ABE-695E-4129-9679-619837F5F4D1}" dt="2022-10-11T13:01:35.592" v="21244" actId="2085"/>
          <ac:spMkLst>
            <pc:docMk/>
            <pc:sldMk cId="1773151392" sldId="436"/>
            <ac:spMk id="19" creationId="{E6744B93-0F4A-4EC7-AFAE-F45A5783BD8F}"/>
          </ac:spMkLst>
        </pc:spChg>
        <pc:spChg chg="add mod">
          <ac:chgData name="Chris Alvin" userId="1477fe7d-12c1-4dcd-b708-f1331679ff1c" providerId="ADAL" clId="{4B165ABE-695E-4129-9679-619837F5F4D1}" dt="2022-10-11T13:01:43.216" v="21246" actId="2085"/>
          <ac:spMkLst>
            <pc:docMk/>
            <pc:sldMk cId="1773151392" sldId="436"/>
            <ac:spMk id="20" creationId="{BE0149D5-4E3F-4093-9C6E-77913E8EB3B7}"/>
          </ac:spMkLst>
        </pc:spChg>
      </pc:sldChg>
      <pc:sldChg chg="addSp delSp modSp add mod modAnim">
        <pc:chgData name="Chris Alvin" userId="1477fe7d-12c1-4dcd-b708-f1331679ff1c" providerId="ADAL" clId="{4B165ABE-695E-4129-9679-619837F5F4D1}" dt="2022-10-11T13:08:08.525" v="21340" actId="20577"/>
        <pc:sldMkLst>
          <pc:docMk/>
          <pc:sldMk cId="337613871" sldId="437"/>
        </pc:sldMkLst>
        <pc:spChg chg="add del mod topLvl">
          <ac:chgData name="Chris Alvin" userId="1477fe7d-12c1-4dcd-b708-f1331679ff1c" providerId="ADAL" clId="{4B165ABE-695E-4129-9679-619837F5F4D1}" dt="2022-10-10T12:57:37.675" v="13393" actId="478"/>
          <ac:spMkLst>
            <pc:docMk/>
            <pc:sldMk cId="337613871" sldId="437"/>
            <ac:spMk id="2" creationId="{2822FB7D-43E1-4FA4-B8A1-35AB5ADBBD4B}"/>
          </ac:spMkLst>
        </pc:spChg>
        <pc:spChg chg="add del mod topLvl">
          <ac:chgData name="Chris Alvin" userId="1477fe7d-12c1-4dcd-b708-f1331679ff1c" providerId="ADAL" clId="{4B165ABE-695E-4129-9679-619837F5F4D1}" dt="2022-10-10T12:57:37.675" v="13393" actId="478"/>
          <ac:spMkLst>
            <pc:docMk/>
            <pc:sldMk cId="337613871" sldId="437"/>
            <ac:spMk id="3" creationId="{58368994-851A-40A8-908E-B0BAD3C00B67}"/>
          </ac:spMkLst>
        </pc:spChg>
        <pc:spChg chg="mod">
          <ac:chgData name="Chris Alvin" userId="1477fe7d-12c1-4dcd-b708-f1331679ff1c" providerId="ADAL" clId="{4B165ABE-695E-4129-9679-619837F5F4D1}" dt="2022-10-10T12:54:39.772" v="13294" actId="14100"/>
          <ac:spMkLst>
            <pc:docMk/>
            <pc:sldMk cId="337613871" sldId="437"/>
            <ac:spMk id="4" creationId="{00000000-0000-0000-0000-000000000000}"/>
          </ac:spMkLst>
        </pc:spChg>
        <pc:spChg chg="add del mod topLvl">
          <ac:chgData name="Chris Alvin" userId="1477fe7d-12c1-4dcd-b708-f1331679ff1c" providerId="ADAL" clId="{4B165ABE-695E-4129-9679-619837F5F4D1}" dt="2022-10-10T12:57:37.675" v="13393" actId="478"/>
          <ac:spMkLst>
            <pc:docMk/>
            <pc:sldMk cId="337613871" sldId="437"/>
            <ac:spMk id="5" creationId="{05456B59-E425-4F97-89C2-AFF335121ECC}"/>
          </ac:spMkLst>
        </pc:spChg>
        <pc:spChg chg="add del mod ord">
          <ac:chgData name="Chris Alvin" userId="1477fe7d-12c1-4dcd-b708-f1331679ff1c" providerId="ADAL" clId="{4B165ABE-695E-4129-9679-619837F5F4D1}" dt="2022-10-10T12:57:37.675" v="13393" actId="478"/>
          <ac:spMkLst>
            <pc:docMk/>
            <pc:sldMk cId="337613871" sldId="437"/>
            <ac:spMk id="6" creationId="{D219065A-7673-4729-9FAA-4DBC626C3C9A}"/>
          </ac:spMkLst>
        </pc:spChg>
        <pc:spChg chg="add mod">
          <ac:chgData name="Chris Alvin" userId="1477fe7d-12c1-4dcd-b708-f1331679ff1c" providerId="ADAL" clId="{4B165ABE-695E-4129-9679-619837F5F4D1}" dt="2022-10-10T15:47:49.019" v="18318" actId="1076"/>
          <ac:spMkLst>
            <pc:docMk/>
            <pc:sldMk cId="337613871" sldId="437"/>
            <ac:spMk id="8" creationId="{ADBBA2CA-2404-447B-9DB3-F8B359671F18}"/>
          </ac:spMkLst>
        </pc:spChg>
        <pc:spChg chg="add del mod topLvl">
          <ac:chgData name="Chris Alvin" userId="1477fe7d-12c1-4dcd-b708-f1331679ff1c" providerId="ADAL" clId="{4B165ABE-695E-4129-9679-619837F5F4D1}" dt="2022-10-10T12:57:37.675" v="13393" actId="478"/>
          <ac:spMkLst>
            <pc:docMk/>
            <pc:sldMk cId="337613871" sldId="437"/>
            <ac:spMk id="9" creationId="{BA8A20B0-A192-4104-8FB1-5BF20258CFA8}"/>
          </ac:spMkLst>
        </pc:spChg>
        <pc:spChg chg="add del mod topLvl">
          <ac:chgData name="Chris Alvin" userId="1477fe7d-12c1-4dcd-b708-f1331679ff1c" providerId="ADAL" clId="{4B165ABE-695E-4129-9679-619837F5F4D1}" dt="2022-10-10T12:57:37.675" v="13393" actId="478"/>
          <ac:spMkLst>
            <pc:docMk/>
            <pc:sldMk cId="337613871" sldId="437"/>
            <ac:spMk id="11" creationId="{3ACAAA51-626C-4B72-8106-6027ACEA05BE}"/>
          </ac:spMkLst>
        </pc:spChg>
        <pc:spChg chg="add mod">
          <ac:chgData name="Chris Alvin" userId="1477fe7d-12c1-4dcd-b708-f1331679ff1c" providerId="ADAL" clId="{4B165ABE-695E-4129-9679-619837F5F4D1}" dt="2022-10-10T12:56:25.161" v="13373" actId="571"/>
          <ac:spMkLst>
            <pc:docMk/>
            <pc:sldMk cId="337613871" sldId="437"/>
            <ac:spMk id="13" creationId="{D0BDD19C-AADA-4860-A145-99D6439F0806}"/>
          </ac:spMkLst>
        </pc:spChg>
        <pc:spChg chg="add mod">
          <ac:chgData name="Chris Alvin" userId="1477fe7d-12c1-4dcd-b708-f1331679ff1c" providerId="ADAL" clId="{4B165ABE-695E-4129-9679-619837F5F4D1}" dt="2022-10-11T13:04:25.105" v="21303" actId="164"/>
          <ac:spMkLst>
            <pc:docMk/>
            <pc:sldMk cId="337613871" sldId="437"/>
            <ac:spMk id="14" creationId="{D51B0A5D-CD37-4A56-B00D-0F62AB40642D}"/>
          </ac:spMkLst>
        </pc:spChg>
        <pc:spChg chg="add del mod topLvl">
          <ac:chgData name="Chris Alvin" userId="1477fe7d-12c1-4dcd-b708-f1331679ff1c" providerId="ADAL" clId="{4B165ABE-695E-4129-9679-619837F5F4D1}" dt="2022-10-10T12:57:37.675" v="13393" actId="478"/>
          <ac:spMkLst>
            <pc:docMk/>
            <pc:sldMk cId="337613871" sldId="437"/>
            <ac:spMk id="14" creationId="{E1103953-09EC-41A0-BB74-8C9382C19465}"/>
          </ac:spMkLst>
        </pc:spChg>
        <pc:spChg chg="add mod">
          <ac:chgData name="Chris Alvin" userId="1477fe7d-12c1-4dcd-b708-f1331679ff1c" providerId="ADAL" clId="{4B165ABE-695E-4129-9679-619837F5F4D1}" dt="2022-10-11T13:04:25.105" v="21303" actId="164"/>
          <ac:spMkLst>
            <pc:docMk/>
            <pc:sldMk cId="337613871" sldId="437"/>
            <ac:spMk id="15" creationId="{FE3AB8C9-B8B1-4E75-AD7D-0B4E155502B9}"/>
          </ac:spMkLst>
        </pc:spChg>
        <pc:spChg chg="add mod">
          <ac:chgData name="Chris Alvin" userId="1477fe7d-12c1-4dcd-b708-f1331679ff1c" providerId="ADAL" clId="{4B165ABE-695E-4129-9679-619837F5F4D1}" dt="2022-10-10T15:47:37.625" v="18314" actId="1076"/>
          <ac:spMkLst>
            <pc:docMk/>
            <pc:sldMk cId="337613871" sldId="437"/>
            <ac:spMk id="16" creationId="{02BB16BC-1276-404F-AFA8-D734F3D95E62}"/>
          </ac:spMkLst>
        </pc:spChg>
        <pc:spChg chg="add mod">
          <ac:chgData name="Chris Alvin" userId="1477fe7d-12c1-4dcd-b708-f1331679ff1c" providerId="ADAL" clId="{4B165ABE-695E-4129-9679-619837F5F4D1}" dt="2022-10-10T13:02:05.432" v="13526" actId="1076"/>
          <ac:spMkLst>
            <pc:docMk/>
            <pc:sldMk cId="337613871" sldId="437"/>
            <ac:spMk id="18" creationId="{EBFD046E-1CD0-4B88-83B8-7777CB70436C}"/>
          </ac:spMkLst>
        </pc:spChg>
        <pc:spChg chg="add mod">
          <ac:chgData name="Chris Alvin" userId="1477fe7d-12c1-4dcd-b708-f1331679ff1c" providerId="ADAL" clId="{4B165ABE-695E-4129-9679-619837F5F4D1}" dt="2022-10-10T13:01:37.356" v="13515" actId="1076"/>
          <ac:spMkLst>
            <pc:docMk/>
            <pc:sldMk cId="337613871" sldId="437"/>
            <ac:spMk id="19" creationId="{6C0522FF-0747-4AE2-A392-6874D6FBDC2B}"/>
          </ac:spMkLst>
        </pc:spChg>
        <pc:spChg chg="mod">
          <ac:chgData name="Chris Alvin" userId="1477fe7d-12c1-4dcd-b708-f1331679ff1c" providerId="ADAL" clId="{4B165ABE-695E-4129-9679-619837F5F4D1}" dt="2022-10-11T13:08:08.525" v="21340" actId="20577"/>
          <ac:spMkLst>
            <pc:docMk/>
            <pc:sldMk cId="337613871" sldId="437"/>
            <ac:spMk id="21" creationId="{81A3C086-9C30-45A5-A155-FD5EADC4FD91}"/>
          </ac:spMkLst>
        </pc:spChg>
        <pc:spChg chg="add mod">
          <ac:chgData name="Chris Alvin" userId="1477fe7d-12c1-4dcd-b708-f1331679ff1c" providerId="ADAL" clId="{4B165ABE-695E-4129-9679-619837F5F4D1}" dt="2022-10-10T15:48:38.017" v="18329" actId="403"/>
          <ac:spMkLst>
            <pc:docMk/>
            <pc:sldMk cId="337613871" sldId="437"/>
            <ac:spMk id="22" creationId="{DE21E155-B6EB-49FD-A46D-BD8F5D04BDAB}"/>
          </ac:spMkLst>
        </pc:spChg>
        <pc:spChg chg="add mod">
          <ac:chgData name="Chris Alvin" userId="1477fe7d-12c1-4dcd-b708-f1331679ff1c" providerId="ADAL" clId="{4B165ABE-695E-4129-9679-619837F5F4D1}" dt="2022-10-10T15:48:38.017" v="18329" actId="403"/>
          <ac:spMkLst>
            <pc:docMk/>
            <pc:sldMk cId="337613871" sldId="437"/>
            <ac:spMk id="23" creationId="{E78E885F-4781-4DE5-A993-88732AB9269D}"/>
          </ac:spMkLst>
        </pc:spChg>
        <pc:spChg chg="add mod">
          <ac:chgData name="Chris Alvin" userId="1477fe7d-12c1-4dcd-b708-f1331679ff1c" providerId="ADAL" clId="{4B165ABE-695E-4129-9679-619837F5F4D1}" dt="2022-10-10T15:48:38.017" v="18329" actId="403"/>
          <ac:spMkLst>
            <pc:docMk/>
            <pc:sldMk cId="337613871" sldId="437"/>
            <ac:spMk id="24" creationId="{66588457-0823-4224-B642-0661A5C412AE}"/>
          </ac:spMkLst>
        </pc:spChg>
        <pc:spChg chg="add mod">
          <ac:chgData name="Chris Alvin" userId="1477fe7d-12c1-4dcd-b708-f1331679ff1c" providerId="ADAL" clId="{4B165ABE-695E-4129-9679-619837F5F4D1}" dt="2022-10-10T13:00:14.492" v="13455" actId="571"/>
          <ac:spMkLst>
            <pc:docMk/>
            <pc:sldMk cId="337613871" sldId="437"/>
            <ac:spMk id="25" creationId="{37040E83-D6C1-4E25-9DE5-F1F292B71A8A}"/>
          </ac:spMkLst>
        </pc:spChg>
        <pc:spChg chg="add mod">
          <ac:chgData name="Chris Alvin" userId="1477fe7d-12c1-4dcd-b708-f1331679ff1c" providerId="ADAL" clId="{4B165ABE-695E-4129-9679-619837F5F4D1}" dt="2022-10-10T13:00:47.473" v="13487" actId="1076"/>
          <ac:spMkLst>
            <pc:docMk/>
            <pc:sldMk cId="337613871" sldId="437"/>
            <ac:spMk id="26" creationId="{58FC91F3-7EE1-40E5-956B-69B143D7DF76}"/>
          </ac:spMkLst>
        </pc:spChg>
        <pc:spChg chg="add del mod">
          <ac:chgData name="Chris Alvin" userId="1477fe7d-12c1-4dcd-b708-f1331679ff1c" providerId="ADAL" clId="{4B165ABE-695E-4129-9679-619837F5F4D1}" dt="2022-10-10T13:02:21.342" v="13528" actId="478"/>
          <ac:spMkLst>
            <pc:docMk/>
            <pc:sldMk cId="337613871" sldId="437"/>
            <ac:spMk id="27" creationId="{638DFA82-2C7C-48B0-85DE-7D88F4F91E8C}"/>
          </ac:spMkLst>
        </pc:spChg>
        <pc:spChg chg="add mod">
          <ac:chgData name="Chris Alvin" userId="1477fe7d-12c1-4dcd-b708-f1331679ff1c" providerId="ADAL" clId="{4B165ABE-695E-4129-9679-619837F5F4D1}" dt="2022-10-10T13:01:41.046" v="13516" actId="1076"/>
          <ac:spMkLst>
            <pc:docMk/>
            <pc:sldMk cId="337613871" sldId="437"/>
            <ac:spMk id="28" creationId="{6FD4B225-1A08-4E33-9BD5-DDDD373BBF7A}"/>
          </ac:spMkLst>
        </pc:spChg>
        <pc:spChg chg="add mod">
          <ac:chgData name="Chris Alvin" userId="1477fe7d-12c1-4dcd-b708-f1331679ff1c" providerId="ADAL" clId="{4B165ABE-695E-4129-9679-619837F5F4D1}" dt="2022-10-10T13:01:45.456" v="13520" actId="571"/>
          <ac:spMkLst>
            <pc:docMk/>
            <pc:sldMk cId="337613871" sldId="437"/>
            <ac:spMk id="29" creationId="{7D6B6377-1BBB-4BC9-8D3F-09C92C5F183A}"/>
          </ac:spMkLst>
        </pc:spChg>
        <pc:spChg chg="add mod">
          <ac:chgData name="Chris Alvin" userId="1477fe7d-12c1-4dcd-b708-f1331679ff1c" providerId="ADAL" clId="{4B165ABE-695E-4129-9679-619837F5F4D1}" dt="2022-10-10T13:01:58.646" v="13524" actId="20577"/>
          <ac:spMkLst>
            <pc:docMk/>
            <pc:sldMk cId="337613871" sldId="437"/>
            <ac:spMk id="30" creationId="{57DE25D4-FF2E-4CBB-9D46-B3A612ACB831}"/>
          </ac:spMkLst>
        </pc:spChg>
        <pc:grpChg chg="add mod">
          <ac:chgData name="Chris Alvin" userId="1477fe7d-12c1-4dcd-b708-f1331679ff1c" providerId="ADAL" clId="{4B165ABE-695E-4129-9679-619837F5F4D1}" dt="2022-10-11T13:04:25.105" v="21303" actId="164"/>
          <ac:grpSpMkLst>
            <pc:docMk/>
            <pc:sldMk cId="337613871" sldId="437"/>
            <ac:grpSpMk id="5" creationId="{1DE01CFE-1691-436C-A11F-9B06C9F05205}"/>
          </ac:grpSpMkLst>
        </pc:grpChg>
        <pc:grpChg chg="del mod">
          <ac:chgData name="Chris Alvin" userId="1477fe7d-12c1-4dcd-b708-f1331679ff1c" providerId="ADAL" clId="{4B165ABE-695E-4129-9679-619837F5F4D1}" dt="2022-10-10T12:57:06.477" v="13388" actId="165"/>
          <ac:grpSpMkLst>
            <pc:docMk/>
            <pc:sldMk cId="337613871" sldId="437"/>
            <ac:grpSpMk id="20" creationId="{0F5F25D8-9FB5-42E7-AFBF-99645ED323DB}"/>
          </ac:grpSpMkLst>
        </pc:grpChg>
        <pc:cxnChg chg="add mod">
          <ac:chgData name="Chris Alvin" userId="1477fe7d-12c1-4dcd-b708-f1331679ff1c" providerId="ADAL" clId="{4B165ABE-695E-4129-9679-619837F5F4D1}" dt="2022-10-11T13:04:25.105" v="21303" actId="164"/>
          <ac:cxnSpMkLst>
            <pc:docMk/>
            <pc:sldMk cId="337613871" sldId="437"/>
            <ac:cxnSpMk id="3" creationId="{0325450C-6F2C-4760-851B-D8A54988517D}"/>
          </ac:cxnSpMkLst>
        </pc:cxnChg>
        <pc:cxnChg chg="add del mod topLvl">
          <ac:chgData name="Chris Alvin" userId="1477fe7d-12c1-4dcd-b708-f1331679ff1c" providerId="ADAL" clId="{4B165ABE-695E-4129-9679-619837F5F4D1}" dt="2022-10-10T12:57:37.675" v="13393" actId="478"/>
          <ac:cxnSpMkLst>
            <pc:docMk/>
            <pc:sldMk cId="337613871" sldId="437"/>
            <ac:cxnSpMk id="7" creationId="{957BADBE-0D9E-4FC7-8A7B-B779AA5A3D25}"/>
          </ac:cxnSpMkLst>
        </pc:cxnChg>
        <pc:cxnChg chg="add del mod topLvl">
          <ac:chgData name="Chris Alvin" userId="1477fe7d-12c1-4dcd-b708-f1331679ff1c" providerId="ADAL" clId="{4B165ABE-695E-4129-9679-619837F5F4D1}" dt="2022-10-10T12:57:37.675" v="13393" actId="478"/>
          <ac:cxnSpMkLst>
            <pc:docMk/>
            <pc:sldMk cId="337613871" sldId="437"/>
            <ac:cxnSpMk id="17" creationId="{F8878D77-9107-4D8A-8EAA-F84EF0A3D905}"/>
          </ac:cxnSpMkLst>
        </pc:cxnChg>
      </pc:sldChg>
      <pc:sldChg chg="addSp delSp modSp add mod modAnim">
        <pc:chgData name="Chris Alvin" userId="1477fe7d-12c1-4dcd-b708-f1331679ff1c" providerId="ADAL" clId="{4B165ABE-695E-4129-9679-619837F5F4D1}" dt="2022-10-11T13:07:47.007" v="21330"/>
        <pc:sldMkLst>
          <pc:docMk/>
          <pc:sldMk cId="805066083" sldId="438"/>
        </pc:sldMkLst>
        <pc:spChg chg="mod">
          <ac:chgData name="Chris Alvin" userId="1477fe7d-12c1-4dcd-b708-f1331679ff1c" providerId="ADAL" clId="{4B165ABE-695E-4129-9679-619837F5F4D1}" dt="2022-10-11T13:06:05.861" v="21319" actId="404"/>
          <ac:spMkLst>
            <pc:docMk/>
            <pc:sldMk cId="805066083" sldId="438"/>
            <ac:spMk id="9" creationId="{78DC2321-03BE-4077-AA73-595795BEEF33}"/>
          </ac:spMkLst>
        </pc:spChg>
        <pc:spChg chg="mod">
          <ac:chgData name="Chris Alvin" userId="1477fe7d-12c1-4dcd-b708-f1331679ff1c" providerId="ADAL" clId="{4B165ABE-695E-4129-9679-619837F5F4D1}" dt="2022-10-11T13:07:28.085" v="21328" actId="1076"/>
          <ac:spMkLst>
            <pc:docMk/>
            <pc:sldMk cId="805066083" sldId="438"/>
            <ac:spMk id="11" creationId="{488881F8-D7CB-4403-8651-34E0D7E67A15}"/>
          </ac:spMkLst>
        </pc:spChg>
        <pc:spChg chg="mod">
          <ac:chgData name="Chris Alvin" userId="1477fe7d-12c1-4dcd-b708-f1331679ff1c" providerId="ADAL" clId="{4B165ABE-695E-4129-9679-619837F5F4D1}" dt="2022-10-11T13:06:05.861" v="21319" actId="404"/>
          <ac:spMkLst>
            <pc:docMk/>
            <pc:sldMk cId="805066083" sldId="438"/>
            <ac:spMk id="12" creationId="{06D66447-657D-4E16-88EC-5838DBA3F455}"/>
          </ac:spMkLst>
        </pc:spChg>
        <pc:spChg chg="add mod">
          <ac:chgData name="Chris Alvin" userId="1477fe7d-12c1-4dcd-b708-f1331679ff1c" providerId="ADAL" clId="{4B165ABE-695E-4129-9679-619837F5F4D1}" dt="2022-10-11T13:07:05.125" v="21325" actId="404"/>
          <ac:spMkLst>
            <pc:docMk/>
            <pc:sldMk cId="805066083" sldId="438"/>
            <ac:spMk id="13" creationId="{A6ACCEDE-5346-46CD-AE84-292724C04806}"/>
          </ac:spMkLst>
        </pc:spChg>
        <pc:spChg chg="mod">
          <ac:chgData name="Chris Alvin" userId="1477fe7d-12c1-4dcd-b708-f1331679ff1c" providerId="ADAL" clId="{4B165ABE-695E-4129-9679-619837F5F4D1}" dt="2022-10-11T13:07:28.085" v="21328" actId="1076"/>
          <ac:spMkLst>
            <pc:docMk/>
            <pc:sldMk cId="805066083" sldId="438"/>
            <ac:spMk id="14" creationId="{BA22A6E0-8994-4FB4-8CA9-7A2965B2F14B}"/>
          </ac:spMkLst>
        </pc:spChg>
        <pc:spChg chg="mod">
          <ac:chgData name="Chris Alvin" userId="1477fe7d-12c1-4dcd-b708-f1331679ff1c" providerId="ADAL" clId="{4B165ABE-695E-4129-9679-619837F5F4D1}" dt="2022-10-11T13:07:13.443" v="21326" actId="1076"/>
          <ac:spMkLst>
            <pc:docMk/>
            <pc:sldMk cId="805066083" sldId="438"/>
            <ac:spMk id="15" creationId="{35D0C0F2-498F-4F9D-8885-7FC62FBFDEB7}"/>
          </ac:spMkLst>
        </pc:spChg>
        <pc:spChg chg="mod">
          <ac:chgData name="Chris Alvin" userId="1477fe7d-12c1-4dcd-b708-f1331679ff1c" providerId="ADAL" clId="{4B165ABE-695E-4129-9679-619837F5F4D1}" dt="2022-10-11T13:05:50.611" v="21316" actId="14100"/>
          <ac:spMkLst>
            <pc:docMk/>
            <pc:sldMk cId="805066083" sldId="438"/>
            <ac:spMk id="16" creationId="{3711DF36-67EE-49D0-8602-351C493072F9}"/>
          </ac:spMkLst>
        </pc:spChg>
        <pc:spChg chg="del">
          <ac:chgData name="Chris Alvin" userId="1477fe7d-12c1-4dcd-b708-f1331679ff1c" providerId="ADAL" clId="{4B165ABE-695E-4129-9679-619837F5F4D1}" dt="2022-10-10T13:09:39.971" v="14178" actId="478"/>
          <ac:spMkLst>
            <pc:docMk/>
            <pc:sldMk cId="805066083" sldId="438"/>
            <ac:spMk id="17" creationId="{BC6D96A8-BE26-41CB-9F98-26C72B405FD3}"/>
          </ac:spMkLst>
        </pc:spChg>
        <pc:spChg chg="mod">
          <ac:chgData name="Chris Alvin" userId="1477fe7d-12c1-4dcd-b708-f1331679ff1c" providerId="ADAL" clId="{4B165ABE-695E-4129-9679-619837F5F4D1}" dt="2022-10-11T13:07:28.085" v="21328" actId="1076"/>
          <ac:spMkLst>
            <pc:docMk/>
            <pc:sldMk cId="805066083" sldId="438"/>
            <ac:spMk id="18" creationId="{B7E9E737-2BDC-44D7-85EC-26FD3923FFA8}"/>
          </ac:spMkLst>
        </pc:spChg>
        <pc:spChg chg="mod">
          <ac:chgData name="Chris Alvin" userId="1477fe7d-12c1-4dcd-b708-f1331679ff1c" providerId="ADAL" clId="{4B165ABE-695E-4129-9679-619837F5F4D1}" dt="2022-10-11T13:07:28.085" v="21328" actId="1076"/>
          <ac:spMkLst>
            <pc:docMk/>
            <pc:sldMk cId="805066083" sldId="438"/>
            <ac:spMk id="19" creationId="{E6744B93-0F4A-4EC7-AFAE-F45A5783BD8F}"/>
          </ac:spMkLst>
        </pc:spChg>
        <pc:spChg chg="mod">
          <ac:chgData name="Chris Alvin" userId="1477fe7d-12c1-4dcd-b708-f1331679ff1c" providerId="ADAL" clId="{4B165ABE-695E-4129-9679-619837F5F4D1}" dt="2022-10-11T13:07:13.443" v="21326" actId="1076"/>
          <ac:spMkLst>
            <pc:docMk/>
            <pc:sldMk cId="805066083" sldId="438"/>
            <ac:spMk id="20" creationId="{BE0149D5-4E3F-4093-9C6E-77913E8EB3B7}"/>
          </ac:spMkLst>
        </pc:spChg>
        <pc:spChg chg="add mod">
          <ac:chgData name="Chris Alvin" userId="1477fe7d-12c1-4dcd-b708-f1331679ff1c" providerId="ADAL" clId="{4B165ABE-695E-4129-9679-619837F5F4D1}" dt="2022-10-10T13:11:13.434" v="14213" actId="571"/>
          <ac:spMkLst>
            <pc:docMk/>
            <pc:sldMk cId="805066083" sldId="438"/>
            <ac:spMk id="21" creationId="{30BC5BA6-BEEC-4114-B21B-92C9BB8B9180}"/>
          </ac:spMkLst>
        </pc:spChg>
        <pc:spChg chg="add mod">
          <ac:chgData name="Chris Alvin" userId="1477fe7d-12c1-4dcd-b708-f1331679ff1c" providerId="ADAL" clId="{4B165ABE-695E-4129-9679-619837F5F4D1}" dt="2022-10-11T13:07:28.085" v="21328" actId="1076"/>
          <ac:spMkLst>
            <pc:docMk/>
            <pc:sldMk cId="805066083" sldId="438"/>
            <ac:spMk id="22" creationId="{053721C5-4C04-405C-A3B9-2A3B34C8B9A8}"/>
          </ac:spMkLst>
        </pc:spChg>
        <pc:spChg chg="add mod">
          <ac:chgData name="Chris Alvin" userId="1477fe7d-12c1-4dcd-b708-f1331679ff1c" providerId="ADAL" clId="{4B165ABE-695E-4129-9679-619837F5F4D1}" dt="2022-10-11T13:07:28.085" v="21328" actId="1076"/>
          <ac:spMkLst>
            <pc:docMk/>
            <pc:sldMk cId="805066083" sldId="438"/>
            <ac:spMk id="23" creationId="{18C893D4-B884-4116-8C46-7C557CB830A5}"/>
          </ac:spMkLst>
        </pc:spChg>
        <pc:spChg chg="add mod">
          <ac:chgData name="Chris Alvin" userId="1477fe7d-12c1-4dcd-b708-f1331679ff1c" providerId="ADAL" clId="{4B165ABE-695E-4129-9679-619837F5F4D1}" dt="2022-10-11T13:07:28.085" v="21328" actId="1076"/>
          <ac:spMkLst>
            <pc:docMk/>
            <pc:sldMk cId="805066083" sldId="438"/>
            <ac:spMk id="24" creationId="{CECA661B-F425-41FB-B946-402A5F1A39B2}"/>
          </ac:spMkLst>
        </pc:spChg>
      </pc:sldChg>
      <pc:sldChg chg="delSp modSp add del mod">
        <pc:chgData name="Chris Alvin" userId="1477fe7d-12c1-4dcd-b708-f1331679ff1c" providerId="ADAL" clId="{4B165ABE-695E-4129-9679-619837F5F4D1}" dt="2022-10-17T12:38:42.384" v="21890" actId="47"/>
        <pc:sldMkLst>
          <pc:docMk/>
          <pc:sldMk cId="949772552" sldId="439"/>
        </pc:sldMkLst>
        <pc:spChg chg="del">
          <ac:chgData name="Chris Alvin" userId="1477fe7d-12c1-4dcd-b708-f1331679ff1c" providerId="ADAL" clId="{4B165ABE-695E-4129-9679-619837F5F4D1}" dt="2022-10-10T14:04:35.343" v="14323" actId="478"/>
          <ac:spMkLst>
            <pc:docMk/>
            <pc:sldMk cId="949772552" sldId="439"/>
            <ac:spMk id="2" creationId="{F04D5FB1-968C-4475-BF82-732997B47371}"/>
          </ac:spMkLst>
        </pc:spChg>
        <pc:spChg chg="del">
          <ac:chgData name="Chris Alvin" userId="1477fe7d-12c1-4dcd-b708-f1331679ff1c" providerId="ADAL" clId="{4B165ABE-695E-4129-9679-619837F5F4D1}" dt="2022-10-10T14:04:36.857" v="14324" actId="478"/>
          <ac:spMkLst>
            <pc:docMk/>
            <pc:sldMk cId="949772552" sldId="439"/>
            <ac:spMk id="3" creationId="{3D0048C8-641B-4A5E-997F-5C05FBAF9E26}"/>
          </ac:spMkLst>
        </pc:spChg>
        <pc:spChg chg="mod">
          <ac:chgData name="Chris Alvin" userId="1477fe7d-12c1-4dcd-b708-f1331679ff1c" providerId="ADAL" clId="{4B165ABE-695E-4129-9679-619837F5F4D1}" dt="2022-10-10T13:48:54.083" v="14299" actId="20577"/>
          <ac:spMkLst>
            <pc:docMk/>
            <pc:sldMk cId="949772552" sldId="439"/>
            <ac:spMk id="4" creationId="{00000000-0000-0000-0000-000000000000}"/>
          </ac:spMkLst>
        </pc:spChg>
        <pc:spChg chg="mod">
          <ac:chgData name="Chris Alvin" userId="1477fe7d-12c1-4dcd-b708-f1331679ff1c" providerId="ADAL" clId="{4B165ABE-695E-4129-9679-619837F5F4D1}" dt="2022-10-10T14:08:16.224" v="14527" actId="113"/>
          <ac:spMkLst>
            <pc:docMk/>
            <pc:sldMk cId="949772552" sldId="439"/>
            <ac:spMk id="5" creationId="{50ED936F-9A35-450E-818E-12896C6DCA2B}"/>
          </ac:spMkLst>
        </pc:spChg>
        <pc:spChg chg="del">
          <ac:chgData name="Chris Alvin" userId="1477fe7d-12c1-4dcd-b708-f1331679ff1c" providerId="ADAL" clId="{4B165ABE-695E-4129-9679-619837F5F4D1}" dt="2022-10-10T14:04:33.749" v="14322" actId="478"/>
          <ac:spMkLst>
            <pc:docMk/>
            <pc:sldMk cId="949772552" sldId="439"/>
            <ac:spMk id="7" creationId="{5B593F6A-4A9B-4C02-9EF1-41F7E4CBBB64}"/>
          </ac:spMkLst>
        </pc:spChg>
      </pc:sldChg>
      <pc:sldChg chg="new del">
        <pc:chgData name="Chris Alvin" userId="1477fe7d-12c1-4dcd-b708-f1331679ff1c" providerId="ADAL" clId="{4B165ABE-695E-4129-9679-619837F5F4D1}" dt="2022-10-10T13:48:20.964" v="14276" actId="680"/>
        <pc:sldMkLst>
          <pc:docMk/>
          <pc:sldMk cId="1814837129" sldId="439"/>
        </pc:sldMkLst>
      </pc:sldChg>
      <pc:sldChg chg="addSp delSp modSp add mod modAnim">
        <pc:chgData name="Chris Alvin" userId="1477fe7d-12c1-4dcd-b708-f1331679ff1c" providerId="ADAL" clId="{4B165ABE-695E-4129-9679-619837F5F4D1}" dt="2022-10-17T12:23:38.158" v="21632" actId="20577"/>
        <pc:sldMkLst>
          <pc:docMk/>
          <pc:sldMk cId="1735955495" sldId="440"/>
        </pc:sldMkLst>
        <pc:spChg chg="mod">
          <ac:chgData name="Chris Alvin" userId="1477fe7d-12c1-4dcd-b708-f1331679ff1c" providerId="ADAL" clId="{4B165ABE-695E-4129-9679-619837F5F4D1}" dt="2022-10-10T14:08:35.358" v="14533" actId="20577"/>
          <ac:spMkLst>
            <pc:docMk/>
            <pc:sldMk cId="1735955495" sldId="440"/>
            <ac:spMk id="4" creationId="{00000000-0000-0000-0000-000000000000}"/>
          </ac:spMkLst>
        </pc:spChg>
        <pc:spChg chg="mod">
          <ac:chgData name="Chris Alvin" userId="1477fe7d-12c1-4dcd-b708-f1331679ff1c" providerId="ADAL" clId="{4B165ABE-695E-4129-9679-619837F5F4D1}" dt="2022-10-17T12:22:49.558" v="21624" actId="114"/>
          <ac:spMkLst>
            <pc:docMk/>
            <pc:sldMk cId="1735955495" sldId="440"/>
            <ac:spMk id="5" creationId="{50ED936F-9A35-450E-818E-12896C6DCA2B}"/>
          </ac:spMkLst>
        </pc:spChg>
        <pc:spChg chg="add mod">
          <ac:chgData name="Chris Alvin" userId="1477fe7d-12c1-4dcd-b708-f1331679ff1c" providerId="ADAL" clId="{4B165ABE-695E-4129-9679-619837F5F4D1}" dt="2022-10-17T12:23:38.158" v="21632" actId="20577"/>
          <ac:spMkLst>
            <pc:docMk/>
            <pc:sldMk cId="1735955495" sldId="440"/>
            <ac:spMk id="6" creationId="{FD25070C-91FE-48AD-B2BC-341A8E9298A0}"/>
          </ac:spMkLst>
        </pc:spChg>
        <pc:spChg chg="add mod">
          <ac:chgData name="Chris Alvin" userId="1477fe7d-12c1-4dcd-b708-f1331679ff1c" providerId="ADAL" clId="{4B165ABE-695E-4129-9679-619837F5F4D1}" dt="2022-10-11T13:13:31.565" v="21347" actId="1076"/>
          <ac:spMkLst>
            <pc:docMk/>
            <pc:sldMk cId="1735955495" sldId="440"/>
            <ac:spMk id="7" creationId="{9E1F441C-693D-4593-9F1A-41FC1B75B0ED}"/>
          </ac:spMkLst>
        </pc:spChg>
        <pc:spChg chg="add del mod">
          <ac:chgData name="Chris Alvin" userId="1477fe7d-12c1-4dcd-b708-f1331679ff1c" providerId="ADAL" clId="{4B165ABE-695E-4129-9679-619837F5F4D1}" dt="2022-10-10T14:14:22.155" v="15215"/>
          <ac:spMkLst>
            <pc:docMk/>
            <pc:sldMk cId="1735955495" sldId="440"/>
            <ac:spMk id="8" creationId="{E77F89FE-0B11-430F-861A-1F920B2F3F0F}"/>
          </ac:spMkLst>
        </pc:spChg>
        <pc:spChg chg="add mod">
          <ac:chgData name="Chris Alvin" userId="1477fe7d-12c1-4dcd-b708-f1331679ff1c" providerId="ADAL" clId="{4B165ABE-695E-4129-9679-619837F5F4D1}" dt="2022-10-11T13:13:55.313" v="21357" actId="14100"/>
          <ac:spMkLst>
            <pc:docMk/>
            <pc:sldMk cId="1735955495" sldId="440"/>
            <ac:spMk id="9" creationId="{747818ED-3333-411C-A74B-D1441AB86D75}"/>
          </ac:spMkLst>
        </pc:spChg>
        <pc:spChg chg="add mod">
          <ac:chgData name="Chris Alvin" userId="1477fe7d-12c1-4dcd-b708-f1331679ff1c" providerId="ADAL" clId="{4B165ABE-695E-4129-9679-619837F5F4D1}" dt="2022-10-11T13:14:04.433" v="21359" actId="2085"/>
          <ac:spMkLst>
            <pc:docMk/>
            <pc:sldMk cId="1735955495" sldId="440"/>
            <ac:spMk id="10" creationId="{2D3D0880-8A46-4CF5-9FBD-941B8845EF6F}"/>
          </ac:spMkLst>
        </pc:spChg>
      </pc:sldChg>
      <pc:sldChg chg="addSp delSp modSp add mod modAnim">
        <pc:chgData name="Chris Alvin" userId="1477fe7d-12c1-4dcd-b708-f1331679ff1c" providerId="ADAL" clId="{4B165ABE-695E-4129-9679-619837F5F4D1}" dt="2022-10-11T13:16:54.057" v="21389"/>
        <pc:sldMkLst>
          <pc:docMk/>
          <pc:sldMk cId="3695902764" sldId="441"/>
        </pc:sldMkLst>
        <pc:spChg chg="add mod topLvl">
          <ac:chgData name="Chris Alvin" userId="1477fe7d-12c1-4dcd-b708-f1331679ff1c" providerId="ADAL" clId="{4B165ABE-695E-4129-9679-619837F5F4D1}" dt="2022-10-11T13:16:42.253" v="21386" actId="164"/>
          <ac:spMkLst>
            <pc:docMk/>
            <pc:sldMk cId="3695902764" sldId="441"/>
            <ac:spMk id="2" creationId="{EC857445-247F-4064-85C6-C6D1AE827B8D}"/>
          </ac:spMkLst>
        </pc:spChg>
        <pc:spChg chg="add mod topLvl">
          <ac:chgData name="Chris Alvin" userId="1477fe7d-12c1-4dcd-b708-f1331679ff1c" providerId="ADAL" clId="{4B165ABE-695E-4129-9679-619837F5F4D1}" dt="2022-10-11T13:16:42.253" v="21386" actId="164"/>
          <ac:spMkLst>
            <pc:docMk/>
            <pc:sldMk cId="3695902764" sldId="441"/>
            <ac:spMk id="3" creationId="{56B21C01-89EC-4B8E-800B-4079E15B7133}"/>
          </ac:spMkLst>
        </pc:spChg>
        <pc:spChg chg="add mod topLvl">
          <ac:chgData name="Chris Alvin" userId="1477fe7d-12c1-4dcd-b708-f1331679ff1c" providerId="ADAL" clId="{4B165ABE-695E-4129-9679-619837F5F4D1}" dt="2022-10-11T13:16:42.253" v="21386" actId="164"/>
          <ac:spMkLst>
            <pc:docMk/>
            <pc:sldMk cId="3695902764" sldId="441"/>
            <ac:spMk id="5" creationId="{CE9D111A-B0C4-41C1-84FB-F0678FDFA03A}"/>
          </ac:spMkLst>
        </pc:spChg>
        <pc:spChg chg="mod">
          <ac:chgData name="Chris Alvin" userId="1477fe7d-12c1-4dcd-b708-f1331679ff1c" providerId="ADAL" clId="{4B165ABE-695E-4129-9679-619837F5F4D1}" dt="2022-10-11T13:14:55.075" v="21362" actId="404"/>
          <ac:spMkLst>
            <pc:docMk/>
            <pc:sldMk cId="3695902764" sldId="441"/>
            <ac:spMk id="9" creationId="{78DC2321-03BE-4077-AA73-595795BEEF33}"/>
          </ac:spMkLst>
        </pc:spChg>
        <pc:spChg chg="del">
          <ac:chgData name="Chris Alvin" userId="1477fe7d-12c1-4dcd-b708-f1331679ff1c" providerId="ADAL" clId="{4B165ABE-695E-4129-9679-619837F5F4D1}" dt="2022-10-10T14:18:16.285" v="15541" actId="478"/>
          <ac:spMkLst>
            <pc:docMk/>
            <pc:sldMk cId="3695902764" sldId="441"/>
            <ac:spMk id="11" creationId="{488881F8-D7CB-4403-8651-34E0D7E67A15}"/>
          </ac:spMkLst>
        </pc:spChg>
        <pc:spChg chg="mod">
          <ac:chgData name="Chris Alvin" userId="1477fe7d-12c1-4dcd-b708-f1331679ff1c" providerId="ADAL" clId="{4B165ABE-695E-4129-9679-619837F5F4D1}" dt="2022-10-11T13:14:38.398" v="21360" actId="2085"/>
          <ac:spMkLst>
            <pc:docMk/>
            <pc:sldMk cId="3695902764" sldId="441"/>
            <ac:spMk id="12" creationId="{06D66447-657D-4E16-88EC-5838DBA3F455}"/>
          </ac:spMkLst>
        </pc:spChg>
        <pc:spChg chg="del">
          <ac:chgData name="Chris Alvin" userId="1477fe7d-12c1-4dcd-b708-f1331679ff1c" providerId="ADAL" clId="{4B165ABE-695E-4129-9679-619837F5F4D1}" dt="2022-10-10T14:18:16.285" v="15541" actId="478"/>
          <ac:spMkLst>
            <pc:docMk/>
            <pc:sldMk cId="3695902764" sldId="441"/>
            <ac:spMk id="13" creationId="{A6ACCEDE-5346-46CD-AE84-292724C04806}"/>
          </ac:spMkLst>
        </pc:spChg>
        <pc:spChg chg="del">
          <ac:chgData name="Chris Alvin" userId="1477fe7d-12c1-4dcd-b708-f1331679ff1c" providerId="ADAL" clId="{4B165ABE-695E-4129-9679-619837F5F4D1}" dt="2022-10-10T14:18:16.285" v="15541" actId="478"/>
          <ac:spMkLst>
            <pc:docMk/>
            <pc:sldMk cId="3695902764" sldId="441"/>
            <ac:spMk id="14" creationId="{BA22A6E0-8994-4FB4-8CA9-7A2965B2F14B}"/>
          </ac:spMkLst>
        </pc:spChg>
        <pc:spChg chg="del">
          <ac:chgData name="Chris Alvin" userId="1477fe7d-12c1-4dcd-b708-f1331679ff1c" providerId="ADAL" clId="{4B165ABE-695E-4129-9679-619837F5F4D1}" dt="2022-10-10T14:18:16.285" v="15541" actId="478"/>
          <ac:spMkLst>
            <pc:docMk/>
            <pc:sldMk cId="3695902764" sldId="441"/>
            <ac:spMk id="15" creationId="{35D0C0F2-498F-4F9D-8885-7FC62FBFDEB7}"/>
          </ac:spMkLst>
        </pc:spChg>
        <pc:spChg chg="add mod topLvl">
          <ac:chgData name="Chris Alvin" userId="1477fe7d-12c1-4dcd-b708-f1331679ff1c" providerId="ADAL" clId="{4B165ABE-695E-4129-9679-619837F5F4D1}" dt="2022-10-11T13:16:42.253" v="21386" actId="164"/>
          <ac:spMkLst>
            <pc:docMk/>
            <pc:sldMk cId="3695902764" sldId="441"/>
            <ac:spMk id="15" creationId="{AA1C653D-DFB1-4EA0-A651-70D0851BF20E}"/>
          </ac:spMkLst>
        </pc:spChg>
        <pc:spChg chg="mod">
          <ac:chgData name="Chris Alvin" userId="1477fe7d-12c1-4dcd-b708-f1331679ff1c" providerId="ADAL" clId="{4B165ABE-695E-4129-9679-619837F5F4D1}" dt="2022-10-11T13:14:38.398" v="21360" actId="2085"/>
          <ac:spMkLst>
            <pc:docMk/>
            <pc:sldMk cId="3695902764" sldId="441"/>
            <ac:spMk id="16" creationId="{3711DF36-67EE-49D0-8602-351C493072F9}"/>
          </ac:spMkLst>
        </pc:spChg>
        <pc:spChg chg="add mod topLvl">
          <ac:chgData name="Chris Alvin" userId="1477fe7d-12c1-4dcd-b708-f1331679ff1c" providerId="ADAL" clId="{4B165ABE-695E-4129-9679-619837F5F4D1}" dt="2022-10-11T13:16:42.253" v="21386" actId="164"/>
          <ac:spMkLst>
            <pc:docMk/>
            <pc:sldMk cId="3695902764" sldId="441"/>
            <ac:spMk id="17" creationId="{0A032AD6-8FFD-4993-9CA7-AD26EE398B46}"/>
          </ac:spMkLst>
        </pc:spChg>
        <pc:spChg chg="add del mod">
          <ac:chgData name="Chris Alvin" userId="1477fe7d-12c1-4dcd-b708-f1331679ff1c" providerId="ADAL" clId="{4B165ABE-695E-4129-9679-619837F5F4D1}" dt="2022-10-10T14:19:39.795" v="15557" actId="478"/>
          <ac:spMkLst>
            <pc:docMk/>
            <pc:sldMk cId="3695902764" sldId="441"/>
            <ac:spMk id="17" creationId="{8B2392B6-622B-4CC4-99DA-4BEF899DA28E}"/>
          </ac:spMkLst>
        </pc:spChg>
        <pc:spChg chg="del">
          <ac:chgData name="Chris Alvin" userId="1477fe7d-12c1-4dcd-b708-f1331679ff1c" providerId="ADAL" clId="{4B165ABE-695E-4129-9679-619837F5F4D1}" dt="2022-10-10T14:18:16.285" v="15541" actId="478"/>
          <ac:spMkLst>
            <pc:docMk/>
            <pc:sldMk cId="3695902764" sldId="441"/>
            <ac:spMk id="18" creationId="{B7E9E737-2BDC-44D7-85EC-26FD3923FFA8}"/>
          </ac:spMkLst>
        </pc:spChg>
        <pc:spChg chg="del">
          <ac:chgData name="Chris Alvin" userId="1477fe7d-12c1-4dcd-b708-f1331679ff1c" providerId="ADAL" clId="{4B165ABE-695E-4129-9679-619837F5F4D1}" dt="2022-10-10T14:18:16.285" v="15541" actId="478"/>
          <ac:spMkLst>
            <pc:docMk/>
            <pc:sldMk cId="3695902764" sldId="441"/>
            <ac:spMk id="19" creationId="{E6744B93-0F4A-4EC7-AFAE-F45A5783BD8F}"/>
          </ac:spMkLst>
        </pc:spChg>
        <pc:spChg chg="del">
          <ac:chgData name="Chris Alvin" userId="1477fe7d-12c1-4dcd-b708-f1331679ff1c" providerId="ADAL" clId="{4B165ABE-695E-4129-9679-619837F5F4D1}" dt="2022-10-10T14:18:16.285" v="15541" actId="478"/>
          <ac:spMkLst>
            <pc:docMk/>
            <pc:sldMk cId="3695902764" sldId="441"/>
            <ac:spMk id="20" creationId="{BE0149D5-4E3F-4093-9C6E-77913E8EB3B7}"/>
          </ac:spMkLst>
        </pc:spChg>
        <pc:spChg chg="add mod topLvl">
          <ac:chgData name="Chris Alvin" userId="1477fe7d-12c1-4dcd-b708-f1331679ff1c" providerId="ADAL" clId="{4B165ABE-695E-4129-9679-619837F5F4D1}" dt="2022-10-11T13:16:42.253" v="21386" actId="164"/>
          <ac:spMkLst>
            <pc:docMk/>
            <pc:sldMk cId="3695902764" sldId="441"/>
            <ac:spMk id="21" creationId="{ED9F7FDD-C915-4CA2-9BEF-051378C8F84D}"/>
          </ac:spMkLst>
        </pc:spChg>
        <pc:spChg chg="del">
          <ac:chgData name="Chris Alvin" userId="1477fe7d-12c1-4dcd-b708-f1331679ff1c" providerId="ADAL" clId="{4B165ABE-695E-4129-9679-619837F5F4D1}" dt="2022-10-10T14:18:16.285" v="15541" actId="478"/>
          <ac:spMkLst>
            <pc:docMk/>
            <pc:sldMk cId="3695902764" sldId="441"/>
            <ac:spMk id="22" creationId="{053721C5-4C04-405C-A3B9-2A3B34C8B9A8}"/>
          </ac:spMkLst>
        </pc:spChg>
        <pc:spChg chg="del">
          <ac:chgData name="Chris Alvin" userId="1477fe7d-12c1-4dcd-b708-f1331679ff1c" providerId="ADAL" clId="{4B165ABE-695E-4129-9679-619837F5F4D1}" dt="2022-10-10T14:18:16.285" v="15541" actId="478"/>
          <ac:spMkLst>
            <pc:docMk/>
            <pc:sldMk cId="3695902764" sldId="441"/>
            <ac:spMk id="23" creationId="{18C893D4-B884-4116-8C46-7C557CB830A5}"/>
          </ac:spMkLst>
        </pc:spChg>
        <pc:spChg chg="del">
          <ac:chgData name="Chris Alvin" userId="1477fe7d-12c1-4dcd-b708-f1331679ff1c" providerId="ADAL" clId="{4B165ABE-695E-4129-9679-619837F5F4D1}" dt="2022-10-10T14:18:19.668" v="15542" actId="478"/>
          <ac:spMkLst>
            <pc:docMk/>
            <pc:sldMk cId="3695902764" sldId="441"/>
            <ac:spMk id="24" creationId="{CECA661B-F425-41FB-B946-402A5F1A39B2}"/>
          </ac:spMkLst>
        </pc:spChg>
        <pc:spChg chg="add del mod">
          <ac:chgData name="Chris Alvin" userId="1477fe7d-12c1-4dcd-b708-f1331679ff1c" providerId="ADAL" clId="{4B165ABE-695E-4129-9679-619837F5F4D1}" dt="2022-10-10T14:20:11.631" v="15562" actId="478"/>
          <ac:spMkLst>
            <pc:docMk/>
            <pc:sldMk cId="3695902764" sldId="441"/>
            <ac:spMk id="25" creationId="{3DCA720D-E776-4865-9633-CC24CF37C4FD}"/>
          </ac:spMkLst>
        </pc:spChg>
        <pc:spChg chg="add mod topLvl">
          <ac:chgData name="Chris Alvin" userId="1477fe7d-12c1-4dcd-b708-f1331679ff1c" providerId="ADAL" clId="{4B165ABE-695E-4129-9679-619837F5F4D1}" dt="2022-10-11T13:16:42.253" v="21386" actId="164"/>
          <ac:spMkLst>
            <pc:docMk/>
            <pc:sldMk cId="3695902764" sldId="441"/>
            <ac:spMk id="26" creationId="{3A02FEF5-5C2D-41C9-9B19-D077BC0174B2}"/>
          </ac:spMkLst>
        </pc:spChg>
        <pc:spChg chg="add mod topLvl">
          <ac:chgData name="Chris Alvin" userId="1477fe7d-12c1-4dcd-b708-f1331679ff1c" providerId="ADAL" clId="{4B165ABE-695E-4129-9679-619837F5F4D1}" dt="2022-10-11T13:16:42.253" v="21386" actId="164"/>
          <ac:spMkLst>
            <pc:docMk/>
            <pc:sldMk cId="3695902764" sldId="441"/>
            <ac:spMk id="27" creationId="{E74F9500-3EDE-47E4-8466-521463AF6F31}"/>
          </ac:spMkLst>
        </pc:spChg>
        <pc:spChg chg="add mod">
          <ac:chgData name="Chris Alvin" userId="1477fe7d-12c1-4dcd-b708-f1331679ff1c" providerId="ADAL" clId="{4B165ABE-695E-4129-9679-619837F5F4D1}" dt="2022-10-11T13:15:19.878" v="21365" actId="20577"/>
          <ac:spMkLst>
            <pc:docMk/>
            <pc:sldMk cId="3695902764" sldId="441"/>
            <ac:spMk id="28" creationId="{C30A5651-92CC-4D78-9FA4-6A8413B9E2D7}"/>
          </ac:spMkLst>
        </pc:spChg>
        <pc:spChg chg="add mod">
          <ac:chgData name="Chris Alvin" userId="1477fe7d-12c1-4dcd-b708-f1331679ff1c" providerId="ADAL" clId="{4B165ABE-695E-4129-9679-619837F5F4D1}" dt="2022-10-10T14:24:27.580" v="15849" actId="1076"/>
          <ac:spMkLst>
            <pc:docMk/>
            <pc:sldMk cId="3695902764" sldId="441"/>
            <ac:spMk id="29" creationId="{4175DA9E-F5EE-4A1E-A3BC-AC7A6085D4C2}"/>
          </ac:spMkLst>
        </pc:spChg>
        <pc:grpChg chg="add del mod">
          <ac:chgData name="Chris Alvin" userId="1477fe7d-12c1-4dcd-b708-f1331679ff1c" providerId="ADAL" clId="{4B165ABE-695E-4129-9679-619837F5F4D1}" dt="2022-10-11T13:16:38.013" v="21385" actId="165"/>
          <ac:grpSpMkLst>
            <pc:docMk/>
            <pc:sldMk cId="3695902764" sldId="441"/>
            <ac:grpSpMk id="6" creationId="{654C8FFF-E754-4EAA-A558-C2D6EE9B40A0}"/>
          </ac:grpSpMkLst>
        </pc:grpChg>
        <pc:grpChg chg="add mod">
          <ac:chgData name="Chris Alvin" userId="1477fe7d-12c1-4dcd-b708-f1331679ff1c" providerId="ADAL" clId="{4B165ABE-695E-4129-9679-619837F5F4D1}" dt="2022-10-11T13:16:42.253" v="21386" actId="164"/>
          <ac:grpSpMkLst>
            <pc:docMk/>
            <pc:sldMk cId="3695902764" sldId="441"/>
            <ac:grpSpMk id="7" creationId="{6C2C47FA-6917-46EB-A0AF-3CE015DCF2C7}"/>
          </ac:grpSpMkLst>
        </pc:grpChg>
      </pc:sldChg>
      <pc:sldChg chg="addSp delSp modSp add mod ord addAnim delAnim modAnim">
        <pc:chgData name="Chris Alvin" userId="1477fe7d-12c1-4dcd-b708-f1331679ff1c" providerId="ADAL" clId="{4B165ABE-695E-4129-9679-619837F5F4D1}" dt="2022-10-11T13:20:39.629" v="21480" actId="20577"/>
        <pc:sldMkLst>
          <pc:docMk/>
          <pc:sldMk cId="1630114591" sldId="442"/>
        </pc:sldMkLst>
        <pc:spChg chg="mod">
          <ac:chgData name="Chris Alvin" userId="1477fe7d-12c1-4dcd-b708-f1331679ff1c" providerId="ADAL" clId="{4B165ABE-695E-4129-9679-619837F5F4D1}" dt="2022-10-11T13:20:39.629" v="21480" actId="20577"/>
          <ac:spMkLst>
            <pc:docMk/>
            <pc:sldMk cId="1630114591" sldId="442"/>
            <ac:spMk id="4" creationId="{00000000-0000-0000-0000-000000000000}"/>
          </ac:spMkLst>
        </pc:spChg>
        <pc:spChg chg="mod">
          <ac:chgData name="Chris Alvin" userId="1477fe7d-12c1-4dcd-b708-f1331679ff1c" providerId="ADAL" clId="{4B165ABE-695E-4129-9679-619837F5F4D1}" dt="2022-10-11T13:19:04.719" v="21395" actId="1076"/>
          <ac:spMkLst>
            <pc:docMk/>
            <pc:sldMk cId="1630114591" sldId="442"/>
            <ac:spMk id="9" creationId="{78DC2321-03BE-4077-AA73-595795BEEF33}"/>
          </ac:spMkLst>
        </pc:spChg>
        <pc:spChg chg="mod">
          <ac:chgData name="Chris Alvin" userId="1477fe7d-12c1-4dcd-b708-f1331679ff1c" providerId="ADAL" clId="{4B165ABE-695E-4129-9679-619837F5F4D1}" dt="2022-10-11T13:19:02.647" v="21394" actId="1076"/>
          <ac:spMkLst>
            <pc:docMk/>
            <pc:sldMk cId="1630114591" sldId="442"/>
            <ac:spMk id="12" creationId="{06D66447-657D-4E16-88EC-5838DBA3F455}"/>
          </ac:spMkLst>
        </pc:spChg>
        <pc:spChg chg="add del mod">
          <ac:chgData name="Chris Alvin" userId="1477fe7d-12c1-4dcd-b708-f1331679ff1c" providerId="ADAL" clId="{4B165ABE-695E-4129-9679-619837F5F4D1}" dt="2022-10-10T14:43:38.236" v="16742" actId="1076"/>
          <ac:spMkLst>
            <pc:docMk/>
            <pc:sldMk cId="1630114591" sldId="442"/>
            <ac:spMk id="15" creationId="{4A7462B8-6EA8-4BA8-849E-B35CAE3881E5}"/>
          </ac:spMkLst>
        </pc:spChg>
        <pc:spChg chg="mod">
          <ac:chgData name="Chris Alvin" userId="1477fe7d-12c1-4dcd-b708-f1331679ff1c" providerId="ADAL" clId="{4B165ABE-695E-4129-9679-619837F5F4D1}" dt="2022-10-11T13:20:00.979" v="21422" actId="1076"/>
          <ac:spMkLst>
            <pc:docMk/>
            <pc:sldMk cId="1630114591" sldId="442"/>
            <ac:spMk id="16" creationId="{3711DF36-67EE-49D0-8602-351C493072F9}"/>
          </ac:spMkLst>
        </pc:spChg>
        <pc:spChg chg="del">
          <ac:chgData name="Chris Alvin" userId="1477fe7d-12c1-4dcd-b708-f1331679ff1c" providerId="ADAL" clId="{4B165ABE-695E-4129-9679-619837F5F4D1}" dt="2022-10-10T14:40:43.449" v="16478" actId="478"/>
          <ac:spMkLst>
            <pc:docMk/>
            <pc:sldMk cId="1630114591" sldId="442"/>
            <ac:spMk id="28" creationId="{C30A5651-92CC-4D78-9FA4-6A8413B9E2D7}"/>
          </ac:spMkLst>
        </pc:spChg>
        <pc:spChg chg="mod">
          <ac:chgData name="Chris Alvin" userId="1477fe7d-12c1-4dcd-b708-f1331679ff1c" providerId="ADAL" clId="{4B165ABE-695E-4129-9679-619837F5F4D1}" dt="2022-10-11T13:20:22.493" v="21453" actId="20577"/>
          <ac:spMkLst>
            <pc:docMk/>
            <pc:sldMk cId="1630114591" sldId="442"/>
            <ac:spMk id="29" creationId="{4175DA9E-F5EE-4A1E-A3BC-AC7A6085D4C2}"/>
          </ac:spMkLst>
        </pc:spChg>
        <pc:grpChg chg="del">
          <ac:chgData name="Chris Alvin" userId="1477fe7d-12c1-4dcd-b708-f1331679ff1c" providerId="ADAL" clId="{4B165ABE-695E-4129-9679-619837F5F4D1}" dt="2022-10-10T14:40:43.449" v="16478" actId="478"/>
          <ac:grpSpMkLst>
            <pc:docMk/>
            <pc:sldMk cId="1630114591" sldId="442"/>
            <ac:grpSpMk id="6" creationId="{654C8FFF-E754-4EAA-A558-C2D6EE9B40A0}"/>
          </ac:grpSpMkLst>
        </pc:grpChg>
      </pc:sldChg>
      <pc:sldChg chg="addSp delSp modSp add mod modAnim">
        <pc:chgData name="Chris Alvin" userId="1477fe7d-12c1-4dcd-b708-f1331679ff1c" providerId="ADAL" clId="{4B165ABE-695E-4129-9679-619837F5F4D1}" dt="2022-10-14T14:05:47.910" v="21542" actId="14100"/>
        <pc:sldMkLst>
          <pc:docMk/>
          <pc:sldMk cId="509980055" sldId="443"/>
        </pc:sldMkLst>
        <pc:spChg chg="add mod">
          <ac:chgData name="Chris Alvin" userId="1477fe7d-12c1-4dcd-b708-f1331679ff1c" providerId="ADAL" clId="{4B165ABE-695E-4129-9679-619837F5F4D1}" dt="2022-10-10T15:03:06.434" v="17670" actId="1076"/>
          <ac:spMkLst>
            <pc:docMk/>
            <pc:sldMk cId="509980055" sldId="443"/>
            <ac:spMk id="2" creationId="{16DAA063-CDBB-4823-82C3-97F1D6713F65}"/>
          </ac:spMkLst>
        </pc:spChg>
        <pc:spChg chg="add mod">
          <ac:chgData name="Chris Alvin" userId="1477fe7d-12c1-4dcd-b708-f1331679ff1c" providerId="ADAL" clId="{4B165ABE-695E-4129-9679-619837F5F4D1}" dt="2022-10-10T15:03:06.434" v="17670" actId="1076"/>
          <ac:spMkLst>
            <pc:docMk/>
            <pc:sldMk cId="509980055" sldId="443"/>
            <ac:spMk id="8" creationId="{223A92BC-C0B4-423E-97B9-C8F9FFFB18BF}"/>
          </ac:spMkLst>
        </pc:spChg>
        <pc:spChg chg="add mod">
          <ac:chgData name="Chris Alvin" userId="1477fe7d-12c1-4dcd-b708-f1331679ff1c" providerId="ADAL" clId="{4B165ABE-695E-4129-9679-619837F5F4D1}" dt="2022-10-14T14:05:47.910" v="21542" actId="14100"/>
          <ac:spMkLst>
            <pc:docMk/>
            <pc:sldMk cId="509980055" sldId="443"/>
            <ac:spMk id="9" creationId="{1787D8CE-188C-40D4-969F-BA8E7B0BCA32}"/>
          </ac:spMkLst>
        </pc:spChg>
        <pc:spChg chg="add mod">
          <ac:chgData name="Chris Alvin" userId="1477fe7d-12c1-4dcd-b708-f1331679ff1c" providerId="ADAL" clId="{4B165ABE-695E-4129-9679-619837F5F4D1}" dt="2022-10-10T15:03:06.434" v="17670" actId="1076"/>
          <ac:spMkLst>
            <pc:docMk/>
            <pc:sldMk cId="509980055" sldId="443"/>
            <ac:spMk id="10" creationId="{6AAC9B77-D81E-42E2-AD73-39D69FB6BB6C}"/>
          </ac:spMkLst>
        </pc:spChg>
        <pc:spChg chg="add mod">
          <ac:chgData name="Chris Alvin" userId="1477fe7d-12c1-4dcd-b708-f1331679ff1c" providerId="ADAL" clId="{4B165ABE-695E-4129-9679-619837F5F4D1}" dt="2022-10-10T15:03:06.434" v="17670" actId="1076"/>
          <ac:spMkLst>
            <pc:docMk/>
            <pc:sldMk cId="509980055" sldId="443"/>
            <ac:spMk id="11" creationId="{09ED43D3-97F6-4586-BD45-7F05B9AA89E1}"/>
          </ac:spMkLst>
        </pc:spChg>
        <pc:spChg chg="add mod">
          <ac:chgData name="Chris Alvin" userId="1477fe7d-12c1-4dcd-b708-f1331679ff1c" providerId="ADAL" clId="{4B165ABE-695E-4129-9679-619837F5F4D1}" dt="2022-10-10T15:03:06.434" v="17670" actId="1076"/>
          <ac:spMkLst>
            <pc:docMk/>
            <pc:sldMk cId="509980055" sldId="443"/>
            <ac:spMk id="12" creationId="{AFBA6C79-50B5-4768-A197-B25DBFE756C0}"/>
          </ac:spMkLst>
        </pc:spChg>
        <pc:spChg chg="add mod">
          <ac:chgData name="Chris Alvin" userId="1477fe7d-12c1-4dcd-b708-f1331679ff1c" providerId="ADAL" clId="{4B165ABE-695E-4129-9679-619837F5F4D1}" dt="2022-10-10T15:03:10.023" v="17671" actId="1076"/>
          <ac:spMkLst>
            <pc:docMk/>
            <pc:sldMk cId="509980055" sldId="443"/>
            <ac:spMk id="13" creationId="{1656F534-E1D4-4E65-A1BA-34323D3A5229}"/>
          </ac:spMkLst>
        </pc:spChg>
        <pc:spChg chg="add mod">
          <ac:chgData name="Chris Alvin" userId="1477fe7d-12c1-4dcd-b708-f1331679ff1c" providerId="ADAL" clId="{4B165ABE-695E-4129-9679-619837F5F4D1}" dt="2022-10-11T13:30:04.459" v="21483" actId="2085"/>
          <ac:spMkLst>
            <pc:docMk/>
            <pc:sldMk cId="509980055" sldId="443"/>
            <ac:spMk id="15" creationId="{529AC8E8-BE55-4CD1-9CBC-F260DA577BED}"/>
          </ac:spMkLst>
        </pc:spChg>
        <pc:spChg chg="add mod">
          <ac:chgData name="Chris Alvin" userId="1477fe7d-12c1-4dcd-b708-f1331679ff1c" providerId="ADAL" clId="{4B165ABE-695E-4129-9679-619837F5F4D1}" dt="2022-10-11T13:30:04.459" v="21483" actId="2085"/>
          <ac:spMkLst>
            <pc:docMk/>
            <pc:sldMk cId="509980055" sldId="443"/>
            <ac:spMk id="16" creationId="{097EC22A-8572-47C8-93DC-F8A5E5A56123}"/>
          </ac:spMkLst>
        </pc:spChg>
        <pc:spChg chg="del">
          <ac:chgData name="Chris Alvin" userId="1477fe7d-12c1-4dcd-b708-f1331679ff1c" providerId="ADAL" clId="{4B165ABE-695E-4129-9679-619837F5F4D1}" dt="2022-10-10T14:45:38.125" v="16777" actId="478"/>
          <ac:spMkLst>
            <pc:docMk/>
            <pc:sldMk cId="509980055" sldId="443"/>
            <ac:spMk id="17" creationId="{C6877F40-DCDE-4449-B07B-7871691B0AEA}"/>
          </ac:spMkLst>
        </pc:spChg>
        <pc:spChg chg="mod">
          <ac:chgData name="Chris Alvin" userId="1477fe7d-12c1-4dcd-b708-f1331679ff1c" providerId="ADAL" clId="{4B165ABE-695E-4129-9679-619837F5F4D1}" dt="2022-10-11T13:29:37.863" v="21482" actId="1076"/>
          <ac:spMkLst>
            <pc:docMk/>
            <pc:sldMk cId="509980055" sldId="443"/>
            <ac:spMk id="18" creationId="{308D2641-1111-4B52-8775-E1BA88C862D9}"/>
          </ac:spMkLst>
        </pc:spChg>
        <pc:spChg chg="del">
          <ac:chgData name="Chris Alvin" userId="1477fe7d-12c1-4dcd-b708-f1331679ff1c" providerId="ADAL" clId="{4B165ABE-695E-4129-9679-619837F5F4D1}" dt="2022-10-10T14:45:38.125" v="16777" actId="478"/>
          <ac:spMkLst>
            <pc:docMk/>
            <pc:sldMk cId="509980055" sldId="443"/>
            <ac:spMk id="19" creationId="{6F397EC7-654E-4890-B3FA-C40E7440D889}"/>
          </ac:spMkLst>
        </pc:spChg>
        <pc:spChg chg="del">
          <ac:chgData name="Chris Alvin" userId="1477fe7d-12c1-4dcd-b708-f1331679ff1c" providerId="ADAL" clId="{4B165ABE-695E-4129-9679-619837F5F4D1}" dt="2022-10-10T14:45:38.125" v="16777" actId="478"/>
          <ac:spMkLst>
            <pc:docMk/>
            <pc:sldMk cId="509980055" sldId="443"/>
            <ac:spMk id="20" creationId="{37F62986-FF30-43A3-94FE-E33D51E02337}"/>
          </ac:spMkLst>
        </pc:spChg>
        <pc:spChg chg="add mod">
          <ac:chgData name="Chris Alvin" userId="1477fe7d-12c1-4dcd-b708-f1331679ff1c" providerId="ADAL" clId="{4B165ABE-695E-4129-9679-619837F5F4D1}" dt="2022-10-11T13:30:04.459" v="21483" actId="2085"/>
          <ac:spMkLst>
            <pc:docMk/>
            <pc:sldMk cId="509980055" sldId="443"/>
            <ac:spMk id="21" creationId="{F4E780F5-7F00-43B0-B3D2-5B7094D6CCD0}"/>
          </ac:spMkLst>
        </pc:spChg>
        <pc:spChg chg="add mod">
          <ac:chgData name="Chris Alvin" userId="1477fe7d-12c1-4dcd-b708-f1331679ff1c" providerId="ADAL" clId="{4B165ABE-695E-4129-9679-619837F5F4D1}" dt="2022-10-11T13:30:04.459" v="21483" actId="2085"/>
          <ac:spMkLst>
            <pc:docMk/>
            <pc:sldMk cId="509980055" sldId="443"/>
            <ac:spMk id="22" creationId="{4D016D0E-C636-4C68-9828-03B508B6465E}"/>
          </ac:spMkLst>
        </pc:spChg>
        <pc:spChg chg="add mod">
          <ac:chgData name="Chris Alvin" userId="1477fe7d-12c1-4dcd-b708-f1331679ff1c" providerId="ADAL" clId="{4B165ABE-695E-4129-9679-619837F5F4D1}" dt="2022-10-11T13:30:04.459" v="21483" actId="2085"/>
          <ac:spMkLst>
            <pc:docMk/>
            <pc:sldMk cId="509980055" sldId="443"/>
            <ac:spMk id="23" creationId="{D00BA501-1FEB-46D1-AE7A-653F3BDEE6AE}"/>
          </ac:spMkLst>
        </pc:spChg>
        <pc:spChg chg="add mod">
          <ac:chgData name="Chris Alvin" userId="1477fe7d-12c1-4dcd-b708-f1331679ff1c" providerId="ADAL" clId="{4B165ABE-695E-4129-9679-619837F5F4D1}" dt="2022-10-11T13:30:04.459" v="21483" actId="2085"/>
          <ac:spMkLst>
            <pc:docMk/>
            <pc:sldMk cId="509980055" sldId="443"/>
            <ac:spMk id="24" creationId="{C614BA98-6673-4DBD-8159-CBF5146EB117}"/>
          </ac:spMkLst>
        </pc:spChg>
      </pc:sldChg>
      <pc:sldChg chg="add del">
        <pc:chgData name="Chris Alvin" userId="1477fe7d-12c1-4dcd-b708-f1331679ff1c" providerId="ADAL" clId="{4B165ABE-695E-4129-9679-619837F5F4D1}" dt="2022-10-10T14:44:50.691" v="16751" actId="47"/>
        <pc:sldMkLst>
          <pc:docMk/>
          <pc:sldMk cId="3913906008" sldId="443"/>
        </pc:sldMkLst>
      </pc:sldChg>
      <pc:sldChg chg="addSp delSp modSp add mod delAnim modAnim">
        <pc:chgData name="Chris Alvin" userId="1477fe7d-12c1-4dcd-b708-f1331679ff1c" providerId="ADAL" clId="{4B165ABE-695E-4129-9679-619837F5F4D1}" dt="2022-10-17T12:33:06.128" v="21888" actId="20577"/>
        <pc:sldMkLst>
          <pc:docMk/>
          <pc:sldMk cId="510134461" sldId="444"/>
        </pc:sldMkLst>
        <pc:spChg chg="del">
          <ac:chgData name="Chris Alvin" userId="1477fe7d-12c1-4dcd-b708-f1331679ff1c" providerId="ADAL" clId="{4B165ABE-695E-4129-9679-619837F5F4D1}" dt="2022-10-10T14:55:49.407" v="17302" actId="478"/>
          <ac:spMkLst>
            <pc:docMk/>
            <pc:sldMk cId="510134461" sldId="444"/>
            <ac:spMk id="2" creationId="{16DAA063-CDBB-4823-82C3-97F1D6713F65}"/>
          </ac:spMkLst>
        </pc:spChg>
        <pc:spChg chg="mod">
          <ac:chgData name="Chris Alvin" userId="1477fe7d-12c1-4dcd-b708-f1331679ff1c" providerId="ADAL" clId="{4B165ABE-695E-4129-9679-619837F5F4D1}" dt="2022-10-10T14:56:49.158" v="17320" actId="20577"/>
          <ac:spMkLst>
            <pc:docMk/>
            <pc:sldMk cId="510134461" sldId="444"/>
            <ac:spMk id="4" creationId="{00000000-0000-0000-0000-000000000000}"/>
          </ac:spMkLst>
        </pc:spChg>
        <pc:spChg chg="del">
          <ac:chgData name="Chris Alvin" userId="1477fe7d-12c1-4dcd-b708-f1331679ff1c" providerId="ADAL" clId="{4B165ABE-695E-4129-9679-619837F5F4D1}" dt="2022-10-10T14:55:49.407" v="17302" actId="478"/>
          <ac:spMkLst>
            <pc:docMk/>
            <pc:sldMk cId="510134461" sldId="444"/>
            <ac:spMk id="8" creationId="{223A92BC-C0B4-423E-97B9-C8F9FFFB18BF}"/>
          </ac:spMkLst>
        </pc:spChg>
        <pc:spChg chg="del">
          <ac:chgData name="Chris Alvin" userId="1477fe7d-12c1-4dcd-b708-f1331679ff1c" providerId="ADAL" clId="{4B165ABE-695E-4129-9679-619837F5F4D1}" dt="2022-10-10T14:55:49.407" v="17302" actId="478"/>
          <ac:spMkLst>
            <pc:docMk/>
            <pc:sldMk cId="510134461" sldId="444"/>
            <ac:spMk id="9" creationId="{1787D8CE-188C-40D4-969F-BA8E7B0BCA32}"/>
          </ac:spMkLst>
        </pc:spChg>
        <pc:spChg chg="del">
          <ac:chgData name="Chris Alvin" userId="1477fe7d-12c1-4dcd-b708-f1331679ff1c" providerId="ADAL" clId="{4B165ABE-695E-4129-9679-619837F5F4D1}" dt="2022-10-10T14:55:49.407" v="17302" actId="478"/>
          <ac:spMkLst>
            <pc:docMk/>
            <pc:sldMk cId="510134461" sldId="444"/>
            <ac:spMk id="10" creationId="{6AAC9B77-D81E-42E2-AD73-39D69FB6BB6C}"/>
          </ac:spMkLst>
        </pc:spChg>
        <pc:spChg chg="del">
          <ac:chgData name="Chris Alvin" userId="1477fe7d-12c1-4dcd-b708-f1331679ff1c" providerId="ADAL" clId="{4B165ABE-695E-4129-9679-619837F5F4D1}" dt="2022-10-10T14:55:49.407" v="17302" actId="478"/>
          <ac:spMkLst>
            <pc:docMk/>
            <pc:sldMk cId="510134461" sldId="444"/>
            <ac:spMk id="11" creationId="{09ED43D3-97F6-4586-BD45-7F05B9AA89E1}"/>
          </ac:spMkLst>
        </pc:spChg>
        <pc:spChg chg="del">
          <ac:chgData name="Chris Alvin" userId="1477fe7d-12c1-4dcd-b708-f1331679ff1c" providerId="ADAL" clId="{4B165ABE-695E-4129-9679-619837F5F4D1}" dt="2022-10-10T14:55:49.407" v="17302" actId="478"/>
          <ac:spMkLst>
            <pc:docMk/>
            <pc:sldMk cId="510134461" sldId="444"/>
            <ac:spMk id="12" creationId="{AFBA6C79-50B5-4768-A197-B25DBFE756C0}"/>
          </ac:spMkLst>
        </pc:spChg>
        <pc:spChg chg="mod">
          <ac:chgData name="Chris Alvin" userId="1477fe7d-12c1-4dcd-b708-f1331679ff1c" providerId="ADAL" clId="{4B165ABE-695E-4129-9679-619837F5F4D1}" dt="2022-10-17T12:33:06.128" v="21888" actId="20577"/>
          <ac:spMkLst>
            <pc:docMk/>
            <pc:sldMk cId="510134461" sldId="444"/>
            <ac:spMk id="13" creationId="{1656F534-E1D4-4E65-A1BA-34323D3A5229}"/>
          </ac:spMkLst>
        </pc:spChg>
        <pc:spChg chg="add mod">
          <ac:chgData name="Chris Alvin" userId="1477fe7d-12c1-4dcd-b708-f1331679ff1c" providerId="ADAL" clId="{4B165ABE-695E-4129-9679-619837F5F4D1}" dt="2022-10-11T13:36:23.688" v="21493" actId="14100"/>
          <ac:spMkLst>
            <pc:docMk/>
            <pc:sldMk cId="510134461" sldId="444"/>
            <ac:spMk id="14" creationId="{76136EAE-48DD-4855-A5F1-9E59135B73A1}"/>
          </ac:spMkLst>
        </pc:spChg>
        <pc:spChg chg="mod">
          <ac:chgData name="Chris Alvin" userId="1477fe7d-12c1-4dcd-b708-f1331679ff1c" providerId="ADAL" clId="{4B165ABE-695E-4129-9679-619837F5F4D1}" dt="2022-10-10T14:58:06.602" v="17443" actId="1076"/>
          <ac:spMkLst>
            <pc:docMk/>
            <pc:sldMk cId="510134461" sldId="444"/>
            <ac:spMk id="15" creationId="{529AC8E8-BE55-4CD1-9CBC-F260DA577BED}"/>
          </ac:spMkLst>
        </pc:spChg>
        <pc:spChg chg="add mod">
          <ac:chgData name="Chris Alvin" userId="1477fe7d-12c1-4dcd-b708-f1331679ff1c" providerId="ADAL" clId="{4B165ABE-695E-4129-9679-619837F5F4D1}" dt="2022-10-11T13:36:32.092" v="21494" actId="20577"/>
          <ac:spMkLst>
            <pc:docMk/>
            <pc:sldMk cId="510134461" sldId="444"/>
            <ac:spMk id="16" creationId="{795387F8-6F18-4306-BEA9-3CD7A7C99B2F}"/>
          </ac:spMkLst>
        </pc:spChg>
        <pc:spChg chg="add mod">
          <ac:chgData name="Chris Alvin" userId="1477fe7d-12c1-4dcd-b708-f1331679ff1c" providerId="ADAL" clId="{4B165ABE-695E-4129-9679-619837F5F4D1}" dt="2022-10-17T12:30:52.421" v="21780" actId="1076"/>
          <ac:spMkLst>
            <pc:docMk/>
            <pc:sldMk cId="510134461" sldId="444"/>
            <ac:spMk id="17" creationId="{E0BF5C8C-2C77-4DBA-84B7-EC8063C9F992}"/>
          </ac:spMkLst>
        </pc:spChg>
        <pc:spChg chg="del">
          <ac:chgData name="Chris Alvin" userId="1477fe7d-12c1-4dcd-b708-f1331679ff1c" providerId="ADAL" clId="{4B165ABE-695E-4129-9679-619837F5F4D1}" dt="2022-10-10T14:55:49.407" v="17302" actId="478"/>
          <ac:spMkLst>
            <pc:docMk/>
            <pc:sldMk cId="510134461" sldId="444"/>
            <ac:spMk id="18" creationId="{308D2641-1111-4B52-8775-E1BA88C862D9}"/>
          </ac:spMkLst>
        </pc:spChg>
        <pc:spChg chg="add mod">
          <ac:chgData name="Chris Alvin" userId="1477fe7d-12c1-4dcd-b708-f1331679ff1c" providerId="ADAL" clId="{4B165ABE-695E-4129-9679-619837F5F4D1}" dt="2022-10-17T12:30:58.463" v="21783" actId="1076"/>
          <ac:spMkLst>
            <pc:docMk/>
            <pc:sldMk cId="510134461" sldId="444"/>
            <ac:spMk id="19" creationId="{5E1DF2E6-D073-4B80-8237-31C4A65F9699}"/>
          </ac:spMkLst>
        </pc:spChg>
        <pc:spChg chg="add mod">
          <ac:chgData name="Chris Alvin" userId="1477fe7d-12c1-4dcd-b708-f1331679ff1c" providerId="ADAL" clId="{4B165ABE-695E-4129-9679-619837F5F4D1}" dt="2022-10-17T12:32:13.545" v="21834" actId="6549"/>
          <ac:spMkLst>
            <pc:docMk/>
            <pc:sldMk cId="510134461" sldId="444"/>
            <ac:spMk id="20" creationId="{4571F5D3-6A70-4FDB-9952-599EE5949525}"/>
          </ac:spMkLst>
        </pc:spChg>
        <pc:cxnChg chg="add mod">
          <ac:chgData name="Chris Alvin" userId="1477fe7d-12c1-4dcd-b708-f1331679ff1c" providerId="ADAL" clId="{4B165ABE-695E-4129-9679-619837F5F4D1}" dt="2022-10-10T15:06:36.084" v="17723" actId="1076"/>
          <ac:cxnSpMkLst>
            <pc:docMk/>
            <pc:sldMk cId="510134461" sldId="444"/>
            <ac:cxnSpMk id="21" creationId="{E0724BFD-1F3F-496B-AFF2-6E68C17E9827}"/>
          </ac:cxnSpMkLst>
        </pc:cxnChg>
      </pc:sldChg>
      <pc:sldChg chg="addSp delSp modSp add mod delAnim modAnim">
        <pc:chgData name="Chris Alvin" userId="1477fe7d-12c1-4dcd-b708-f1331679ff1c" providerId="ADAL" clId="{4B165ABE-695E-4129-9679-619837F5F4D1}" dt="2022-10-11T13:38:41.797" v="21499" actId="20577"/>
        <pc:sldMkLst>
          <pc:docMk/>
          <pc:sldMk cId="3412279252" sldId="445"/>
        </pc:sldMkLst>
        <pc:spChg chg="add mod">
          <ac:chgData name="Chris Alvin" userId="1477fe7d-12c1-4dcd-b708-f1331679ff1c" providerId="ADAL" clId="{4B165ABE-695E-4129-9679-619837F5F4D1}" dt="2022-10-10T15:21:26.249" v="17920" actId="14861"/>
          <ac:spMkLst>
            <pc:docMk/>
            <pc:sldMk cId="3412279252" sldId="445"/>
            <ac:spMk id="2" creationId="{034881B0-E52A-4D25-A4B3-E0521481C267}"/>
          </ac:spMkLst>
        </pc:spChg>
        <pc:spChg chg="add mod">
          <ac:chgData name="Chris Alvin" userId="1477fe7d-12c1-4dcd-b708-f1331679ff1c" providerId="ADAL" clId="{4B165ABE-695E-4129-9679-619837F5F4D1}" dt="2022-10-10T15:21:26.249" v="17920" actId="14861"/>
          <ac:spMkLst>
            <pc:docMk/>
            <pc:sldMk cId="3412279252" sldId="445"/>
            <ac:spMk id="3" creationId="{51A8A15E-07CE-466D-B0EB-25CFD6592111}"/>
          </ac:spMkLst>
        </pc:spChg>
        <pc:spChg chg="mod">
          <ac:chgData name="Chris Alvin" userId="1477fe7d-12c1-4dcd-b708-f1331679ff1c" providerId="ADAL" clId="{4B165ABE-695E-4129-9679-619837F5F4D1}" dt="2022-10-11T13:38:41.797" v="21499" actId="20577"/>
          <ac:spMkLst>
            <pc:docMk/>
            <pc:sldMk cId="3412279252" sldId="445"/>
            <ac:spMk id="4" creationId="{00000000-0000-0000-0000-000000000000}"/>
          </ac:spMkLst>
        </pc:spChg>
        <pc:spChg chg="add mod">
          <ac:chgData name="Chris Alvin" userId="1477fe7d-12c1-4dcd-b708-f1331679ff1c" providerId="ADAL" clId="{4B165ABE-695E-4129-9679-619837F5F4D1}" dt="2022-10-10T15:21:26.249" v="17920" actId="14861"/>
          <ac:spMkLst>
            <pc:docMk/>
            <pc:sldMk cId="3412279252" sldId="445"/>
            <ac:spMk id="5" creationId="{DD2DF0D1-06B7-4D8D-99CF-5551CEF81AC2}"/>
          </ac:spMkLst>
        </pc:spChg>
        <pc:spChg chg="add mod">
          <ac:chgData name="Chris Alvin" userId="1477fe7d-12c1-4dcd-b708-f1331679ff1c" providerId="ADAL" clId="{4B165ABE-695E-4129-9679-619837F5F4D1}" dt="2022-10-10T15:21:26.249" v="17920" actId="14861"/>
          <ac:spMkLst>
            <pc:docMk/>
            <pc:sldMk cId="3412279252" sldId="445"/>
            <ac:spMk id="6" creationId="{7D9FB69E-7E31-4EC5-AA19-8E991CDBE321}"/>
          </ac:spMkLst>
        </pc:spChg>
        <pc:spChg chg="add del mod">
          <ac:chgData name="Chris Alvin" userId="1477fe7d-12c1-4dcd-b708-f1331679ff1c" providerId="ADAL" clId="{4B165ABE-695E-4129-9679-619837F5F4D1}" dt="2022-10-10T15:20:15.655" v="17900"/>
          <ac:spMkLst>
            <pc:docMk/>
            <pc:sldMk cId="3412279252" sldId="445"/>
            <ac:spMk id="11" creationId="{9F6B91C4-745F-4F88-9B46-738DAF447132}"/>
          </ac:spMkLst>
        </pc:spChg>
        <pc:spChg chg="del">
          <ac:chgData name="Chris Alvin" userId="1477fe7d-12c1-4dcd-b708-f1331679ff1c" providerId="ADAL" clId="{4B165ABE-695E-4129-9679-619837F5F4D1}" dt="2022-10-10T15:17:55.278" v="17818" actId="478"/>
          <ac:spMkLst>
            <pc:docMk/>
            <pc:sldMk cId="3412279252" sldId="445"/>
            <ac:spMk id="13" creationId="{1656F534-E1D4-4E65-A1BA-34323D3A5229}"/>
          </ac:spMkLst>
        </pc:spChg>
        <pc:spChg chg="del">
          <ac:chgData name="Chris Alvin" userId="1477fe7d-12c1-4dcd-b708-f1331679ff1c" providerId="ADAL" clId="{4B165ABE-695E-4129-9679-619837F5F4D1}" dt="2022-10-10T15:17:55.278" v="17818" actId="478"/>
          <ac:spMkLst>
            <pc:docMk/>
            <pc:sldMk cId="3412279252" sldId="445"/>
            <ac:spMk id="14" creationId="{76136EAE-48DD-4855-A5F1-9E59135B73A1}"/>
          </ac:spMkLst>
        </pc:spChg>
        <pc:spChg chg="del">
          <ac:chgData name="Chris Alvin" userId="1477fe7d-12c1-4dcd-b708-f1331679ff1c" providerId="ADAL" clId="{4B165ABE-695E-4129-9679-619837F5F4D1}" dt="2022-10-10T15:17:55.278" v="17818" actId="478"/>
          <ac:spMkLst>
            <pc:docMk/>
            <pc:sldMk cId="3412279252" sldId="445"/>
            <ac:spMk id="15" creationId="{529AC8E8-BE55-4CD1-9CBC-F260DA577BED}"/>
          </ac:spMkLst>
        </pc:spChg>
        <pc:spChg chg="del">
          <ac:chgData name="Chris Alvin" userId="1477fe7d-12c1-4dcd-b708-f1331679ff1c" providerId="ADAL" clId="{4B165ABE-695E-4129-9679-619837F5F4D1}" dt="2022-10-10T15:17:55.278" v="17818" actId="478"/>
          <ac:spMkLst>
            <pc:docMk/>
            <pc:sldMk cId="3412279252" sldId="445"/>
            <ac:spMk id="16" creationId="{795387F8-6F18-4306-BEA9-3CD7A7C99B2F}"/>
          </ac:spMkLst>
        </pc:spChg>
        <pc:spChg chg="mod">
          <ac:chgData name="Chris Alvin" userId="1477fe7d-12c1-4dcd-b708-f1331679ff1c" providerId="ADAL" clId="{4B165ABE-695E-4129-9679-619837F5F4D1}" dt="2022-10-10T15:19:58.557" v="17896" actId="20577"/>
          <ac:spMkLst>
            <pc:docMk/>
            <pc:sldMk cId="3412279252" sldId="445"/>
            <ac:spMk id="17" creationId="{E0BF5C8C-2C77-4DBA-84B7-EC8063C9F992}"/>
          </ac:spMkLst>
        </pc:spChg>
        <pc:spChg chg="add mod">
          <ac:chgData name="Chris Alvin" userId="1477fe7d-12c1-4dcd-b708-f1331679ff1c" providerId="ADAL" clId="{4B165ABE-695E-4129-9679-619837F5F4D1}" dt="2022-10-11T13:36:56.868" v="21495" actId="2085"/>
          <ac:spMkLst>
            <pc:docMk/>
            <pc:sldMk cId="3412279252" sldId="445"/>
            <ac:spMk id="18" creationId="{FDA647B4-CA54-4E57-93C2-93CC5828E1E7}"/>
          </ac:spMkLst>
        </pc:spChg>
        <pc:spChg chg="mod">
          <ac:chgData name="Chris Alvin" userId="1477fe7d-12c1-4dcd-b708-f1331679ff1c" providerId="ADAL" clId="{4B165ABE-695E-4129-9679-619837F5F4D1}" dt="2022-10-10T15:18:11.845" v="17837" actId="1076"/>
          <ac:spMkLst>
            <pc:docMk/>
            <pc:sldMk cId="3412279252" sldId="445"/>
            <ac:spMk id="19" creationId="{5E1DF2E6-D073-4B80-8237-31C4A65F9699}"/>
          </ac:spMkLst>
        </pc:spChg>
        <pc:spChg chg="del">
          <ac:chgData name="Chris Alvin" userId="1477fe7d-12c1-4dcd-b708-f1331679ff1c" providerId="ADAL" clId="{4B165ABE-695E-4129-9679-619837F5F4D1}" dt="2022-10-10T15:17:50.802" v="17817" actId="478"/>
          <ac:spMkLst>
            <pc:docMk/>
            <pc:sldMk cId="3412279252" sldId="445"/>
            <ac:spMk id="20" creationId="{4571F5D3-6A70-4FDB-9952-599EE5949525}"/>
          </ac:spMkLst>
        </pc:spChg>
        <pc:spChg chg="add mod">
          <ac:chgData name="Chris Alvin" userId="1477fe7d-12c1-4dcd-b708-f1331679ff1c" providerId="ADAL" clId="{4B165ABE-695E-4129-9679-619837F5F4D1}" dt="2022-10-11T13:36:56.868" v="21495" actId="2085"/>
          <ac:spMkLst>
            <pc:docMk/>
            <pc:sldMk cId="3412279252" sldId="445"/>
            <ac:spMk id="22" creationId="{66B19460-A892-430B-BCEC-D69ED8DC5BA8}"/>
          </ac:spMkLst>
        </pc:spChg>
        <pc:spChg chg="add mod">
          <ac:chgData name="Chris Alvin" userId="1477fe7d-12c1-4dcd-b708-f1331679ff1c" providerId="ADAL" clId="{4B165ABE-695E-4129-9679-619837F5F4D1}" dt="2022-10-11T13:36:56.868" v="21495" actId="2085"/>
          <ac:spMkLst>
            <pc:docMk/>
            <pc:sldMk cId="3412279252" sldId="445"/>
            <ac:spMk id="23" creationId="{89DA1DE5-1B7C-4975-B768-89F7C273308C}"/>
          </ac:spMkLst>
        </pc:spChg>
        <pc:spChg chg="add mod">
          <ac:chgData name="Chris Alvin" userId="1477fe7d-12c1-4dcd-b708-f1331679ff1c" providerId="ADAL" clId="{4B165ABE-695E-4129-9679-619837F5F4D1}" dt="2022-10-11T13:36:56.868" v="21495" actId="2085"/>
          <ac:spMkLst>
            <pc:docMk/>
            <pc:sldMk cId="3412279252" sldId="445"/>
            <ac:spMk id="24" creationId="{E39D0A9E-27F0-4908-873A-EFF98B119B0B}"/>
          </ac:spMkLst>
        </pc:spChg>
        <pc:spChg chg="add mod">
          <ac:chgData name="Chris Alvin" userId="1477fe7d-12c1-4dcd-b708-f1331679ff1c" providerId="ADAL" clId="{4B165ABE-695E-4129-9679-619837F5F4D1}" dt="2022-10-11T13:38:08.379" v="21496" actId="2085"/>
          <ac:spMkLst>
            <pc:docMk/>
            <pc:sldMk cId="3412279252" sldId="445"/>
            <ac:spMk id="25" creationId="{160FCD01-8C9E-4FD3-9733-B4AD2EACA988}"/>
          </ac:spMkLst>
        </pc:spChg>
        <pc:cxnChg chg="del">
          <ac:chgData name="Chris Alvin" userId="1477fe7d-12c1-4dcd-b708-f1331679ff1c" providerId="ADAL" clId="{4B165ABE-695E-4129-9679-619837F5F4D1}" dt="2022-10-10T15:17:55.278" v="17818" actId="478"/>
          <ac:cxnSpMkLst>
            <pc:docMk/>
            <pc:sldMk cId="3412279252" sldId="445"/>
            <ac:cxnSpMk id="21" creationId="{E0724BFD-1F3F-496B-AFF2-6E68C17E9827}"/>
          </ac:cxnSpMkLst>
        </pc:cxnChg>
      </pc:sldChg>
      <pc:sldChg chg="addSp delSp modSp add mod delAnim modAnim">
        <pc:chgData name="Chris Alvin" userId="1477fe7d-12c1-4dcd-b708-f1331679ff1c" providerId="ADAL" clId="{4B165ABE-695E-4129-9679-619837F5F4D1}" dt="2022-10-19T13:32:52.058" v="21898" actId="20577"/>
        <pc:sldMkLst>
          <pc:docMk/>
          <pc:sldMk cId="2975604400" sldId="446"/>
        </pc:sldMkLst>
        <pc:spChg chg="del">
          <ac:chgData name="Chris Alvin" userId="1477fe7d-12c1-4dcd-b708-f1331679ff1c" providerId="ADAL" clId="{4B165ABE-695E-4129-9679-619837F5F4D1}" dt="2022-10-10T15:30:47.333" v="18102" actId="478"/>
          <ac:spMkLst>
            <pc:docMk/>
            <pc:sldMk cId="2975604400" sldId="446"/>
            <ac:spMk id="2" creationId="{034881B0-E52A-4D25-A4B3-E0521481C267}"/>
          </ac:spMkLst>
        </pc:spChg>
        <pc:spChg chg="del">
          <ac:chgData name="Chris Alvin" userId="1477fe7d-12c1-4dcd-b708-f1331679ff1c" providerId="ADAL" clId="{4B165ABE-695E-4129-9679-619837F5F4D1}" dt="2022-10-10T15:30:47.333" v="18102" actId="478"/>
          <ac:spMkLst>
            <pc:docMk/>
            <pc:sldMk cId="2975604400" sldId="446"/>
            <ac:spMk id="3" creationId="{51A8A15E-07CE-466D-B0EB-25CFD6592111}"/>
          </ac:spMkLst>
        </pc:spChg>
        <pc:spChg chg="mod">
          <ac:chgData name="Chris Alvin" userId="1477fe7d-12c1-4dcd-b708-f1331679ff1c" providerId="ADAL" clId="{4B165ABE-695E-4129-9679-619837F5F4D1}" dt="2022-10-11T13:38:46.204" v="21503" actId="20577"/>
          <ac:spMkLst>
            <pc:docMk/>
            <pc:sldMk cId="2975604400" sldId="446"/>
            <ac:spMk id="4" creationId="{00000000-0000-0000-0000-000000000000}"/>
          </ac:spMkLst>
        </pc:spChg>
        <pc:spChg chg="del">
          <ac:chgData name="Chris Alvin" userId="1477fe7d-12c1-4dcd-b708-f1331679ff1c" providerId="ADAL" clId="{4B165ABE-695E-4129-9679-619837F5F4D1}" dt="2022-10-10T15:30:47.333" v="18102" actId="478"/>
          <ac:spMkLst>
            <pc:docMk/>
            <pc:sldMk cId="2975604400" sldId="446"/>
            <ac:spMk id="5" creationId="{DD2DF0D1-06B7-4D8D-99CF-5551CEF81AC2}"/>
          </ac:spMkLst>
        </pc:spChg>
        <pc:spChg chg="del">
          <ac:chgData name="Chris Alvin" userId="1477fe7d-12c1-4dcd-b708-f1331679ff1c" providerId="ADAL" clId="{4B165ABE-695E-4129-9679-619837F5F4D1}" dt="2022-10-10T15:30:47.333" v="18102" actId="478"/>
          <ac:spMkLst>
            <pc:docMk/>
            <pc:sldMk cId="2975604400" sldId="446"/>
            <ac:spMk id="6" creationId="{7D9FB69E-7E31-4EC5-AA19-8E991CDBE321}"/>
          </ac:spMkLst>
        </pc:spChg>
        <pc:spChg chg="add mod">
          <ac:chgData name="Chris Alvin" userId="1477fe7d-12c1-4dcd-b708-f1331679ff1c" providerId="ADAL" clId="{4B165ABE-695E-4129-9679-619837F5F4D1}" dt="2022-10-10T15:38:53.170" v="18273" actId="1076"/>
          <ac:spMkLst>
            <pc:docMk/>
            <pc:sldMk cId="2975604400" sldId="446"/>
            <ac:spMk id="14" creationId="{D4F86EB9-763F-433D-B4DC-B5A81AED4528}"/>
          </ac:spMkLst>
        </pc:spChg>
        <pc:spChg chg="add mod">
          <ac:chgData name="Chris Alvin" userId="1477fe7d-12c1-4dcd-b708-f1331679ff1c" providerId="ADAL" clId="{4B165ABE-695E-4129-9679-619837F5F4D1}" dt="2022-10-10T15:38:53.170" v="18273" actId="1076"/>
          <ac:spMkLst>
            <pc:docMk/>
            <pc:sldMk cId="2975604400" sldId="446"/>
            <ac:spMk id="15" creationId="{89550A31-52D4-4464-AFDA-7F4BF209051A}"/>
          </ac:spMkLst>
        </pc:spChg>
        <pc:spChg chg="add mod">
          <ac:chgData name="Chris Alvin" userId="1477fe7d-12c1-4dcd-b708-f1331679ff1c" providerId="ADAL" clId="{4B165ABE-695E-4129-9679-619837F5F4D1}" dt="2022-10-10T15:38:53.170" v="18273" actId="1076"/>
          <ac:spMkLst>
            <pc:docMk/>
            <pc:sldMk cId="2975604400" sldId="446"/>
            <ac:spMk id="16" creationId="{A509B8BC-8AF3-4940-A9A1-182FDCB4E28A}"/>
          </ac:spMkLst>
        </pc:spChg>
        <pc:spChg chg="mod">
          <ac:chgData name="Chris Alvin" userId="1477fe7d-12c1-4dcd-b708-f1331679ff1c" providerId="ADAL" clId="{4B165ABE-695E-4129-9679-619837F5F4D1}" dt="2022-10-10T15:30:42.037" v="18101" actId="20577"/>
          <ac:spMkLst>
            <pc:docMk/>
            <pc:sldMk cId="2975604400" sldId="446"/>
            <ac:spMk id="17" creationId="{E0BF5C8C-2C77-4DBA-84B7-EC8063C9F992}"/>
          </ac:spMkLst>
        </pc:spChg>
        <pc:spChg chg="del">
          <ac:chgData name="Chris Alvin" userId="1477fe7d-12c1-4dcd-b708-f1331679ff1c" providerId="ADAL" clId="{4B165ABE-695E-4129-9679-619837F5F4D1}" dt="2022-10-10T15:30:47.333" v="18102" actId="478"/>
          <ac:spMkLst>
            <pc:docMk/>
            <pc:sldMk cId="2975604400" sldId="446"/>
            <ac:spMk id="18" creationId="{FDA647B4-CA54-4E57-93C2-93CC5828E1E7}"/>
          </ac:spMkLst>
        </pc:spChg>
        <pc:spChg chg="mod">
          <ac:chgData name="Chris Alvin" userId="1477fe7d-12c1-4dcd-b708-f1331679ff1c" providerId="ADAL" clId="{4B165ABE-695E-4129-9679-619837F5F4D1}" dt="2022-10-19T13:32:52.058" v="21898" actId="20577"/>
          <ac:spMkLst>
            <pc:docMk/>
            <pc:sldMk cId="2975604400" sldId="446"/>
            <ac:spMk id="19" creationId="{5E1DF2E6-D073-4B80-8237-31C4A65F9699}"/>
          </ac:spMkLst>
        </pc:spChg>
        <pc:spChg chg="add mod">
          <ac:chgData name="Chris Alvin" userId="1477fe7d-12c1-4dcd-b708-f1331679ff1c" providerId="ADAL" clId="{4B165ABE-695E-4129-9679-619837F5F4D1}" dt="2022-10-10T15:38:53.170" v="18273" actId="1076"/>
          <ac:spMkLst>
            <pc:docMk/>
            <pc:sldMk cId="2975604400" sldId="446"/>
            <ac:spMk id="20" creationId="{70A1CCFE-5284-42C7-A786-9B9BBCDB6A4A}"/>
          </ac:spMkLst>
        </pc:spChg>
        <pc:spChg chg="add mod">
          <ac:chgData name="Chris Alvin" userId="1477fe7d-12c1-4dcd-b708-f1331679ff1c" providerId="ADAL" clId="{4B165ABE-695E-4129-9679-619837F5F4D1}" dt="2022-10-10T15:38:53.170" v="18273" actId="1076"/>
          <ac:spMkLst>
            <pc:docMk/>
            <pc:sldMk cId="2975604400" sldId="446"/>
            <ac:spMk id="21" creationId="{74E3A841-EB19-4DA9-A7A2-CE76BCE034FF}"/>
          </ac:spMkLst>
        </pc:spChg>
        <pc:spChg chg="del">
          <ac:chgData name="Chris Alvin" userId="1477fe7d-12c1-4dcd-b708-f1331679ff1c" providerId="ADAL" clId="{4B165ABE-695E-4129-9679-619837F5F4D1}" dt="2022-10-10T15:30:47.333" v="18102" actId="478"/>
          <ac:spMkLst>
            <pc:docMk/>
            <pc:sldMk cId="2975604400" sldId="446"/>
            <ac:spMk id="22" creationId="{66B19460-A892-430B-BCEC-D69ED8DC5BA8}"/>
          </ac:spMkLst>
        </pc:spChg>
        <pc:spChg chg="del">
          <ac:chgData name="Chris Alvin" userId="1477fe7d-12c1-4dcd-b708-f1331679ff1c" providerId="ADAL" clId="{4B165ABE-695E-4129-9679-619837F5F4D1}" dt="2022-10-10T15:30:47.333" v="18102" actId="478"/>
          <ac:spMkLst>
            <pc:docMk/>
            <pc:sldMk cId="2975604400" sldId="446"/>
            <ac:spMk id="23" creationId="{89DA1DE5-1B7C-4975-B768-89F7C273308C}"/>
          </ac:spMkLst>
        </pc:spChg>
        <pc:spChg chg="del">
          <ac:chgData name="Chris Alvin" userId="1477fe7d-12c1-4dcd-b708-f1331679ff1c" providerId="ADAL" clId="{4B165ABE-695E-4129-9679-619837F5F4D1}" dt="2022-10-10T15:30:47.333" v="18102" actId="478"/>
          <ac:spMkLst>
            <pc:docMk/>
            <pc:sldMk cId="2975604400" sldId="446"/>
            <ac:spMk id="24" creationId="{E39D0A9E-27F0-4908-873A-EFF98B119B0B}"/>
          </ac:spMkLst>
        </pc:spChg>
        <pc:spChg chg="del mod">
          <ac:chgData name="Chris Alvin" userId="1477fe7d-12c1-4dcd-b708-f1331679ff1c" providerId="ADAL" clId="{4B165ABE-695E-4129-9679-619837F5F4D1}" dt="2022-10-10T15:35:40.115" v="18195" actId="478"/>
          <ac:spMkLst>
            <pc:docMk/>
            <pc:sldMk cId="2975604400" sldId="446"/>
            <ac:spMk id="25" creationId="{160FCD01-8C9E-4FD3-9733-B4AD2EACA988}"/>
          </ac:spMkLst>
        </pc:spChg>
      </pc:sldChg>
      <pc:sldChg chg="addSp delSp modSp add mod">
        <pc:chgData name="Chris Alvin" userId="1477fe7d-12c1-4dcd-b708-f1331679ff1c" providerId="ADAL" clId="{4B165ABE-695E-4129-9679-619837F5F4D1}" dt="2022-10-11T13:39:55.825" v="21510" actId="1076"/>
        <pc:sldMkLst>
          <pc:docMk/>
          <pc:sldMk cId="2695040735" sldId="447"/>
        </pc:sldMkLst>
        <pc:spChg chg="mod">
          <ac:chgData name="Chris Alvin" userId="1477fe7d-12c1-4dcd-b708-f1331679ff1c" providerId="ADAL" clId="{4B165ABE-695E-4129-9679-619837F5F4D1}" dt="2022-10-10T16:12:55.433" v="18928" actId="20577"/>
          <ac:spMkLst>
            <pc:docMk/>
            <pc:sldMk cId="2695040735" sldId="447"/>
            <ac:spMk id="4" creationId="{00000000-0000-0000-0000-000000000000}"/>
          </ac:spMkLst>
        </pc:spChg>
        <pc:spChg chg="add del mod">
          <ac:chgData name="Chris Alvin" userId="1477fe7d-12c1-4dcd-b708-f1331679ff1c" providerId="ADAL" clId="{4B165ABE-695E-4129-9679-619837F5F4D1}" dt="2022-10-10T16:01:42.765" v="18496" actId="478"/>
          <ac:spMkLst>
            <pc:docMk/>
            <pc:sldMk cId="2695040735" sldId="447"/>
            <ac:spMk id="6" creationId="{B593D334-E579-4825-BD02-733EF774ED61}"/>
          </ac:spMkLst>
        </pc:spChg>
        <pc:spChg chg="mod">
          <ac:chgData name="Chris Alvin" userId="1477fe7d-12c1-4dcd-b708-f1331679ff1c" providerId="ADAL" clId="{4B165ABE-695E-4129-9679-619837F5F4D1}" dt="2022-10-11T13:39:37.479" v="21505" actId="1076"/>
          <ac:spMkLst>
            <pc:docMk/>
            <pc:sldMk cId="2695040735" sldId="447"/>
            <ac:spMk id="8" creationId="{B5E34F7D-F8EB-4D1F-A7A4-6B17FE7510D3}"/>
          </ac:spMkLst>
        </pc:spChg>
        <pc:spChg chg="add del mod">
          <ac:chgData name="Chris Alvin" userId="1477fe7d-12c1-4dcd-b708-f1331679ff1c" providerId="ADAL" clId="{4B165ABE-695E-4129-9679-619837F5F4D1}" dt="2022-10-10T16:11:22.104" v="18848" actId="478"/>
          <ac:spMkLst>
            <pc:docMk/>
            <pc:sldMk cId="2695040735" sldId="447"/>
            <ac:spMk id="10" creationId="{C8245F84-C359-4164-904B-13CF481A8D0A}"/>
          </ac:spMkLst>
        </pc:spChg>
        <pc:spChg chg="add del mod">
          <ac:chgData name="Chris Alvin" userId="1477fe7d-12c1-4dcd-b708-f1331679ff1c" providerId="ADAL" clId="{4B165ABE-695E-4129-9679-619837F5F4D1}" dt="2022-10-10T16:11:22.104" v="18848" actId="478"/>
          <ac:spMkLst>
            <pc:docMk/>
            <pc:sldMk cId="2695040735" sldId="447"/>
            <ac:spMk id="11" creationId="{74885DBC-EF2B-4CEF-AA4F-E8664A167868}"/>
          </ac:spMkLst>
        </pc:spChg>
        <pc:spChg chg="del">
          <ac:chgData name="Chris Alvin" userId="1477fe7d-12c1-4dcd-b708-f1331679ff1c" providerId="ADAL" clId="{4B165ABE-695E-4129-9679-619837F5F4D1}" dt="2022-10-10T15:44:33.277" v="18305" actId="478"/>
          <ac:spMkLst>
            <pc:docMk/>
            <pc:sldMk cId="2695040735" sldId="447"/>
            <ac:spMk id="12" creationId="{84B79CF4-BCFD-4F5E-B05C-8E7D8265B08A}"/>
          </ac:spMkLst>
        </pc:spChg>
        <pc:spChg chg="add del mod">
          <ac:chgData name="Chris Alvin" userId="1477fe7d-12c1-4dcd-b708-f1331679ff1c" providerId="ADAL" clId="{4B165ABE-695E-4129-9679-619837F5F4D1}" dt="2022-10-10T16:11:22.104" v="18848" actId="478"/>
          <ac:spMkLst>
            <pc:docMk/>
            <pc:sldMk cId="2695040735" sldId="447"/>
            <ac:spMk id="13" creationId="{F257052F-AC0C-412C-BB8A-1A683D56C07F}"/>
          </ac:spMkLst>
        </pc:spChg>
        <pc:spChg chg="add del mod">
          <ac:chgData name="Chris Alvin" userId="1477fe7d-12c1-4dcd-b708-f1331679ff1c" providerId="ADAL" clId="{4B165ABE-695E-4129-9679-619837F5F4D1}" dt="2022-10-10T16:11:22.104" v="18848" actId="478"/>
          <ac:spMkLst>
            <pc:docMk/>
            <pc:sldMk cId="2695040735" sldId="447"/>
            <ac:spMk id="14" creationId="{37CA20EB-C995-4570-8BD2-371CBD17A04F}"/>
          </ac:spMkLst>
        </pc:spChg>
        <pc:spChg chg="add mod">
          <ac:chgData name="Chris Alvin" userId="1477fe7d-12c1-4dcd-b708-f1331679ff1c" providerId="ADAL" clId="{4B165ABE-695E-4129-9679-619837F5F4D1}" dt="2022-10-10T16:03:48.067" v="18532" actId="571"/>
          <ac:spMkLst>
            <pc:docMk/>
            <pc:sldMk cId="2695040735" sldId="447"/>
            <ac:spMk id="15" creationId="{10E4C1DA-3A63-4AD4-AE0A-ACCE85E86013}"/>
          </ac:spMkLst>
        </pc:spChg>
        <pc:spChg chg="add del mod">
          <ac:chgData name="Chris Alvin" userId="1477fe7d-12c1-4dcd-b708-f1331679ff1c" providerId="ADAL" clId="{4B165ABE-695E-4129-9679-619837F5F4D1}" dt="2022-10-10T16:11:22.104" v="18848" actId="478"/>
          <ac:spMkLst>
            <pc:docMk/>
            <pc:sldMk cId="2695040735" sldId="447"/>
            <ac:spMk id="16" creationId="{073ED9D8-28E8-4EFB-A1E5-DE88733D7CCE}"/>
          </ac:spMkLst>
        </pc:spChg>
        <pc:spChg chg="del">
          <ac:chgData name="Chris Alvin" userId="1477fe7d-12c1-4dcd-b708-f1331679ff1c" providerId="ADAL" clId="{4B165ABE-695E-4129-9679-619837F5F4D1}" dt="2022-10-10T16:02:54.328" v="18499" actId="478"/>
          <ac:spMkLst>
            <pc:docMk/>
            <pc:sldMk cId="2695040735" sldId="447"/>
            <ac:spMk id="17" creationId="{6199601C-FC1D-4488-9F26-0913B1430930}"/>
          </ac:spMkLst>
        </pc:spChg>
        <pc:spChg chg="add del mod">
          <ac:chgData name="Chris Alvin" userId="1477fe7d-12c1-4dcd-b708-f1331679ff1c" providerId="ADAL" clId="{4B165ABE-695E-4129-9679-619837F5F4D1}" dt="2022-10-10T16:11:22.104" v="18848" actId="478"/>
          <ac:spMkLst>
            <pc:docMk/>
            <pc:sldMk cId="2695040735" sldId="447"/>
            <ac:spMk id="18" creationId="{1EA5AE23-A001-43F4-97FB-29C8A48BE442}"/>
          </ac:spMkLst>
        </pc:spChg>
        <pc:spChg chg="add del mod">
          <ac:chgData name="Chris Alvin" userId="1477fe7d-12c1-4dcd-b708-f1331679ff1c" providerId="ADAL" clId="{4B165ABE-695E-4129-9679-619837F5F4D1}" dt="2022-10-10T16:11:22.104" v="18848" actId="478"/>
          <ac:spMkLst>
            <pc:docMk/>
            <pc:sldMk cId="2695040735" sldId="447"/>
            <ac:spMk id="19" creationId="{DB8B0074-A99F-476C-BA9A-5B6461E7E5DF}"/>
          </ac:spMkLst>
        </pc:spChg>
        <pc:spChg chg="add del mod">
          <ac:chgData name="Chris Alvin" userId="1477fe7d-12c1-4dcd-b708-f1331679ff1c" providerId="ADAL" clId="{4B165ABE-695E-4129-9679-619837F5F4D1}" dt="2022-10-10T16:11:22.104" v="18848" actId="478"/>
          <ac:spMkLst>
            <pc:docMk/>
            <pc:sldMk cId="2695040735" sldId="447"/>
            <ac:spMk id="20" creationId="{60D91F2A-6AA4-4F02-B225-BF891C12DD7B}"/>
          </ac:spMkLst>
        </pc:spChg>
        <pc:spChg chg="add del mod">
          <ac:chgData name="Chris Alvin" userId="1477fe7d-12c1-4dcd-b708-f1331679ff1c" providerId="ADAL" clId="{4B165ABE-695E-4129-9679-619837F5F4D1}" dt="2022-10-10T16:11:22.104" v="18848" actId="478"/>
          <ac:spMkLst>
            <pc:docMk/>
            <pc:sldMk cId="2695040735" sldId="447"/>
            <ac:spMk id="21" creationId="{FE1E0494-84D1-44FD-9C2C-7D350CAA69ED}"/>
          </ac:spMkLst>
        </pc:spChg>
        <pc:spChg chg="add del mod">
          <ac:chgData name="Chris Alvin" userId="1477fe7d-12c1-4dcd-b708-f1331679ff1c" providerId="ADAL" clId="{4B165ABE-695E-4129-9679-619837F5F4D1}" dt="2022-10-10T16:09:25.051" v="18715" actId="478"/>
          <ac:spMkLst>
            <pc:docMk/>
            <pc:sldMk cId="2695040735" sldId="447"/>
            <ac:spMk id="22" creationId="{E64F6E8A-DE0A-4A7D-939B-E103935935B9}"/>
          </ac:spMkLst>
        </pc:spChg>
        <pc:spChg chg="add del mod">
          <ac:chgData name="Chris Alvin" userId="1477fe7d-12c1-4dcd-b708-f1331679ff1c" providerId="ADAL" clId="{4B165ABE-695E-4129-9679-619837F5F4D1}" dt="2022-10-10T16:12:33.889" v="18892" actId="478"/>
          <ac:spMkLst>
            <pc:docMk/>
            <pc:sldMk cId="2695040735" sldId="447"/>
            <ac:spMk id="23" creationId="{5B40DBAC-C361-4787-8CA5-DD5FFF21F782}"/>
          </ac:spMkLst>
        </pc:spChg>
        <pc:spChg chg="add mod">
          <ac:chgData name="Chris Alvin" userId="1477fe7d-12c1-4dcd-b708-f1331679ff1c" providerId="ADAL" clId="{4B165ABE-695E-4129-9679-619837F5F4D1}" dt="2022-10-11T13:39:55.825" v="21510" actId="1076"/>
          <ac:spMkLst>
            <pc:docMk/>
            <pc:sldMk cId="2695040735" sldId="447"/>
            <ac:spMk id="24" creationId="{6A0186FC-E21A-4A24-9A2E-7ECF9E4D2FB8}"/>
          </ac:spMkLst>
        </pc:spChg>
        <pc:spChg chg="add mod">
          <ac:chgData name="Chris Alvin" userId="1477fe7d-12c1-4dcd-b708-f1331679ff1c" providerId="ADAL" clId="{4B165ABE-695E-4129-9679-619837F5F4D1}" dt="2022-10-11T13:39:51.698" v="21509" actId="1076"/>
          <ac:spMkLst>
            <pc:docMk/>
            <pc:sldMk cId="2695040735" sldId="447"/>
            <ac:spMk id="25" creationId="{3ED7D508-6F34-46D4-9472-C9305BAC2F61}"/>
          </ac:spMkLst>
        </pc:spChg>
        <pc:spChg chg="add mod">
          <ac:chgData name="Chris Alvin" userId="1477fe7d-12c1-4dcd-b708-f1331679ff1c" providerId="ADAL" clId="{4B165ABE-695E-4129-9679-619837F5F4D1}" dt="2022-10-11T13:39:49.433" v="21508" actId="1076"/>
          <ac:spMkLst>
            <pc:docMk/>
            <pc:sldMk cId="2695040735" sldId="447"/>
            <ac:spMk id="26" creationId="{74E7D568-7E5E-471A-82D0-515236248211}"/>
          </ac:spMkLst>
        </pc:spChg>
        <pc:cxnChg chg="add del mod">
          <ac:chgData name="Chris Alvin" userId="1477fe7d-12c1-4dcd-b708-f1331679ff1c" providerId="ADAL" clId="{4B165ABE-695E-4129-9679-619837F5F4D1}" dt="2022-10-10T16:11:22.104" v="18848" actId="478"/>
          <ac:cxnSpMkLst>
            <pc:docMk/>
            <pc:sldMk cId="2695040735" sldId="447"/>
            <ac:cxnSpMk id="7" creationId="{1E7EF459-2882-40AF-A509-FA5DD4360F2A}"/>
          </ac:cxnSpMkLst>
        </pc:cxnChg>
        <pc:cxnChg chg="add del mod">
          <ac:chgData name="Chris Alvin" userId="1477fe7d-12c1-4dcd-b708-f1331679ff1c" providerId="ADAL" clId="{4B165ABE-695E-4129-9679-619837F5F4D1}" dt="2022-10-10T16:11:22.104" v="18848" actId="478"/>
          <ac:cxnSpMkLst>
            <pc:docMk/>
            <pc:sldMk cId="2695040735" sldId="447"/>
            <ac:cxnSpMk id="9" creationId="{1B71B2B2-EF15-4AD8-960C-ADDF43F7BED9}"/>
          </ac:cxnSpMkLst>
        </pc:cxnChg>
      </pc:sldChg>
      <pc:sldChg chg="addSp delSp modSp add mod delAnim modAnim">
        <pc:chgData name="Chris Alvin" userId="1477fe7d-12c1-4dcd-b708-f1331679ff1c" providerId="ADAL" clId="{4B165ABE-695E-4129-9679-619837F5F4D1}" dt="2022-10-11T15:15:56.088" v="21534" actId="692"/>
        <pc:sldMkLst>
          <pc:docMk/>
          <pc:sldMk cId="697557206" sldId="448"/>
        </pc:sldMkLst>
        <pc:spChg chg="add mod">
          <ac:chgData name="Chris Alvin" userId="1477fe7d-12c1-4dcd-b708-f1331679ff1c" providerId="ADAL" clId="{4B165ABE-695E-4129-9679-619837F5F4D1}" dt="2022-10-10T16:51:04.710" v="20209" actId="1076"/>
          <ac:spMkLst>
            <pc:docMk/>
            <pc:sldMk cId="697557206" sldId="448"/>
            <ac:spMk id="6" creationId="{DAC9F334-8198-42A4-8593-0857B75A87E8}"/>
          </ac:spMkLst>
        </pc:spChg>
        <pc:spChg chg="del mod">
          <ac:chgData name="Chris Alvin" userId="1477fe7d-12c1-4dcd-b708-f1331679ff1c" providerId="ADAL" clId="{4B165ABE-695E-4129-9679-619837F5F4D1}" dt="2022-10-10T16:37:45.453" v="19783" actId="478"/>
          <ac:spMkLst>
            <pc:docMk/>
            <pc:sldMk cId="697557206" sldId="448"/>
            <ac:spMk id="8" creationId="{B5E34F7D-F8EB-4D1F-A7A4-6B17FE7510D3}"/>
          </ac:spMkLst>
        </pc:spChg>
        <pc:spChg chg="add mod">
          <ac:chgData name="Chris Alvin" userId="1477fe7d-12c1-4dcd-b708-f1331679ff1c" providerId="ADAL" clId="{4B165ABE-695E-4129-9679-619837F5F4D1}" dt="2022-10-10T16:51:04.710" v="20209" actId="1076"/>
          <ac:spMkLst>
            <pc:docMk/>
            <pc:sldMk cId="697557206" sldId="448"/>
            <ac:spMk id="9" creationId="{B929423A-F159-4605-B9B5-52258EE855D0}"/>
          </ac:spMkLst>
        </pc:spChg>
        <pc:spChg chg="add mod">
          <ac:chgData name="Chris Alvin" userId="1477fe7d-12c1-4dcd-b708-f1331679ff1c" providerId="ADAL" clId="{4B165ABE-695E-4129-9679-619837F5F4D1}" dt="2022-10-10T16:51:04.710" v="20209" actId="1076"/>
          <ac:spMkLst>
            <pc:docMk/>
            <pc:sldMk cId="697557206" sldId="448"/>
            <ac:spMk id="10" creationId="{0E102EE8-90B7-4886-973C-34B4F9268BDF}"/>
          </ac:spMkLst>
        </pc:spChg>
        <pc:spChg chg="add mod">
          <ac:chgData name="Chris Alvin" userId="1477fe7d-12c1-4dcd-b708-f1331679ff1c" providerId="ADAL" clId="{4B165ABE-695E-4129-9679-619837F5F4D1}" dt="2022-10-10T16:51:04.710" v="20209" actId="1076"/>
          <ac:spMkLst>
            <pc:docMk/>
            <pc:sldMk cId="697557206" sldId="448"/>
            <ac:spMk id="11" creationId="{47FD1812-F2B0-4BE6-81B5-9F80D3592E6F}"/>
          </ac:spMkLst>
        </pc:spChg>
        <pc:spChg chg="add mod">
          <ac:chgData name="Chris Alvin" userId="1477fe7d-12c1-4dcd-b708-f1331679ff1c" providerId="ADAL" clId="{4B165ABE-695E-4129-9679-619837F5F4D1}" dt="2022-10-10T16:51:04.710" v="20209" actId="1076"/>
          <ac:spMkLst>
            <pc:docMk/>
            <pc:sldMk cId="697557206" sldId="448"/>
            <ac:spMk id="12" creationId="{9FEBEB5C-F38E-40F0-8FCB-2FFFB7DEB6C0}"/>
          </ac:spMkLst>
        </pc:spChg>
        <pc:spChg chg="add mod">
          <ac:chgData name="Chris Alvin" userId="1477fe7d-12c1-4dcd-b708-f1331679ff1c" providerId="ADAL" clId="{4B165ABE-695E-4129-9679-619837F5F4D1}" dt="2022-10-10T16:51:04.710" v="20209" actId="1076"/>
          <ac:spMkLst>
            <pc:docMk/>
            <pc:sldMk cId="697557206" sldId="448"/>
            <ac:spMk id="13" creationId="{9E16643C-872A-4A5E-BF16-E5259EAD6DDC}"/>
          </ac:spMkLst>
        </pc:spChg>
        <pc:spChg chg="add del mod">
          <ac:chgData name="Chris Alvin" userId="1477fe7d-12c1-4dcd-b708-f1331679ff1c" providerId="ADAL" clId="{4B165ABE-695E-4129-9679-619837F5F4D1}" dt="2022-10-10T16:50:54.673" v="20208" actId="478"/>
          <ac:spMkLst>
            <pc:docMk/>
            <pc:sldMk cId="697557206" sldId="448"/>
            <ac:spMk id="14" creationId="{F0511DB0-E4E5-4083-87B7-9737C0E5856C}"/>
          </ac:spMkLst>
        </pc:spChg>
        <pc:spChg chg="mod">
          <ac:chgData name="Chris Alvin" userId="1477fe7d-12c1-4dcd-b708-f1331679ff1c" providerId="ADAL" clId="{4B165ABE-695E-4129-9679-619837F5F4D1}" dt="2022-10-11T15:15:56.088" v="21534" actId="692"/>
          <ac:spMkLst>
            <pc:docMk/>
            <pc:sldMk cId="697557206" sldId="448"/>
            <ac:spMk id="17" creationId="{6199601C-FC1D-4488-9F26-0913B1430930}"/>
          </ac:spMkLst>
        </pc:spChg>
        <pc:cxnChg chg="del">
          <ac:chgData name="Chris Alvin" userId="1477fe7d-12c1-4dcd-b708-f1331679ff1c" providerId="ADAL" clId="{4B165ABE-695E-4129-9679-619837F5F4D1}" dt="2022-10-10T16:37:43.268" v="19782" actId="478"/>
          <ac:cxnSpMkLst>
            <pc:docMk/>
            <pc:sldMk cId="697557206" sldId="448"/>
            <ac:cxnSpMk id="7" creationId="{1E7EF459-2882-40AF-A509-FA5DD4360F2A}"/>
          </ac:cxnSpMkLst>
        </pc:cxnChg>
        <pc:cxnChg chg="add del mod">
          <ac:chgData name="Chris Alvin" userId="1477fe7d-12c1-4dcd-b708-f1331679ff1c" providerId="ADAL" clId="{4B165ABE-695E-4129-9679-619837F5F4D1}" dt="2022-10-10T16:50:54.673" v="20208" actId="478"/>
          <ac:cxnSpMkLst>
            <pc:docMk/>
            <pc:sldMk cId="697557206" sldId="448"/>
            <ac:cxnSpMk id="15" creationId="{2F2025E8-0012-4097-B22E-9E303B1E2D88}"/>
          </ac:cxnSpMkLst>
        </pc:cxnChg>
      </pc:sldChg>
      <pc:sldChg chg="addSp delSp modSp add mod modAnim">
        <pc:chgData name="Chris Alvin" userId="1477fe7d-12c1-4dcd-b708-f1331679ff1c" providerId="ADAL" clId="{4B165ABE-695E-4129-9679-619837F5F4D1}" dt="2022-10-11T13:41:29.726" v="21520" actId="1076"/>
        <pc:sldMkLst>
          <pc:docMk/>
          <pc:sldMk cId="1927457586" sldId="449"/>
        </pc:sldMkLst>
        <pc:spChg chg="mod">
          <ac:chgData name="Chris Alvin" userId="1477fe7d-12c1-4dcd-b708-f1331679ff1c" providerId="ADAL" clId="{4B165ABE-695E-4129-9679-619837F5F4D1}" dt="2022-10-10T16:17:27.596" v="18985" actId="20577"/>
          <ac:spMkLst>
            <pc:docMk/>
            <pc:sldMk cId="1927457586" sldId="449"/>
            <ac:spMk id="4" creationId="{00000000-0000-0000-0000-000000000000}"/>
          </ac:spMkLst>
        </pc:spChg>
        <pc:spChg chg="del mod">
          <ac:chgData name="Chris Alvin" userId="1477fe7d-12c1-4dcd-b708-f1331679ff1c" providerId="ADAL" clId="{4B165ABE-695E-4129-9679-619837F5F4D1}" dt="2022-10-10T16:17:44.565" v="18988" actId="478"/>
          <ac:spMkLst>
            <pc:docMk/>
            <pc:sldMk cId="1927457586" sldId="449"/>
            <ac:spMk id="8" creationId="{B5E34F7D-F8EB-4D1F-A7A4-6B17FE7510D3}"/>
          </ac:spMkLst>
        </pc:spChg>
        <pc:spChg chg="del">
          <ac:chgData name="Chris Alvin" userId="1477fe7d-12c1-4dcd-b708-f1331679ff1c" providerId="ADAL" clId="{4B165ABE-695E-4129-9679-619837F5F4D1}" dt="2022-10-10T16:17:01.289" v="18948" actId="478"/>
          <ac:spMkLst>
            <pc:docMk/>
            <pc:sldMk cId="1927457586" sldId="449"/>
            <ac:spMk id="10" creationId="{C8245F84-C359-4164-904B-13CF481A8D0A}"/>
          </ac:spMkLst>
        </pc:spChg>
        <pc:spChg chg="del">
          <ac:chgData name="Chris Alvin" userId="1477fe7d-12c1-4dcd-b708-f1331679ff1c" providerId="ADAL" clId="{4B165ABE-695E-4129-9679-619837F5F4D1}" dt="2022-10-10T16:17:01.289" v="18948" actId="478"/>
          <ac:spMkLst>
            <pc:docMk/>
            <pc:sldMk cId="1927457586" sldId="449"/>
            <ac:spMk id="11" creationId="{74885DBC-EF2B-4CEF-AA4F-E8664A167868}"/>
          </ac:spMkLst>
        </pc:spChg>
        <pc:spChg chg="del">
          <ac:chgData name="Chris Alvin" userId="1477fe7d-12c1-4dcd-b708-f1331679ff1c" providerId="ADAL" clId="{4B165ABE-695E-4129-9679-619837F5F4D1}" dt="2022-10-10T16:17:01.289" v="18948" actId="478"/>
          <ac:spMkLst>
            <pc:docMk/>
            <pc:sldMk cId="1927457586" sldId="449"/>
            <ac:spMk id="13" creationId="{F257052F-AC0C-412C-BB8A-1A683D56C07F}"/>
          </ac:spMkLst>
        </pc:spChg>
        <pc:spChg chg="del">
          <ac:chgData name="Chris Alvin" userId="1477fe7d-12c1-4dcd-b708-f1331679ff1c" providerId="ADAL" clId="{4B165ABE-695E-4129-9679-619837F5F4D1}" dt="2022-10-10T16:17:01.289" v="18948" actId="478"/>
          <ac:spMkLst>
            <pc:docMk/>
            <pc:sldMk cId="1927457586" sldId="449"/>
            <ac:spMk id="14" creationId="{37CA20EB-C995-4570-8BD2-371CBD17A04F}"/>
          </ac:spMkLst>
        </pc:spChg>
        <pc:spChg chg="del">
          <ac:chgData name="Chris Alvin" userId="1477fe7d-12c1-4dcd-b708-f1331679ff1c" providerId="ADAL" clId="{4B165ABE-695E-4129-9679-619837F5F4D1}" dt="2022-10-10T16:17:01.289" v="18948" actId="478"/>
          <ac:spMkLst>
            <pc:docMk/>
            <pc:sldMk cId="1927457586" sldId="449"/>
            <ac:spMk id="16" creationId="{073ED9D8-28E8-4EFB-A1E5-DE88733D7CCE}"/>
          </ac:spMkLst>
        </pc:spChg>
        <pc:spChg chg="del">
          <ac:chgData name="Chris Alvin" userId="1477fe7d-12c1-4dcd-b708-f1331679ff1c" providerId="ADAL" clId="{4B165ABE-695E-4129-9679-619837F5F4D1}" dt="2022-10-10T16:17:01.289" v="18948" actId="478"/>
          <ac:spMkLst>
            <pc:docMk/>
            <pc:sldMk cId="1927457586" sldId="449"/>
            <ac:spMk id="18" creationId="{1EA5AE23-A001-43F4-97FB-29C8A48BE442}"/>
          </ac:spMkLst>
        </pc:spChg>
        <pc:spChg chg="del">
          <ac:chgData name="Chris Alvin" userId="1477fe7d-12c1-4dcd-b708-f1331679ff1c" providerId="ADAL" clId="{4B165ABE-695E-4129-9679-619837F5F4D1}" dt="2022-10-10T16:17:01.289" v="18948" actId="478"/>
          <ac:spMkLst>
            <pc:docMk/>
            <pc:sldMk cId="1927457586" sldId="449"/>
            <ac:spMk id="19" creationId="{DB8B0074-A99F-476C-BA9A-5B6461E7E5DF}"/>
          </ac:spMkLst>
        </pc:spChg>
        <pc:spChg chg="del">
          <ac:chgData name="Chris Alvin" userId="1477fe7d-12c1-4dcd-b708-f1331679ff1c" providerId="ADAL" clId="{4B165ABE-695E-4129-9679-619837F5F4D1}" dt="2022-10-10T16:17:01.289" v="18948" actId="478"/>
          <ac:spMkLst>
            <pc:docMk/>
            <pc:sldMk cId="1927457586" sldId="449"/>
            <ac:spMk id="20" creationId="{60D91F2A-6AA4-4F02-B225-BF891C12DD7B}"/>
          </ac:spMkLst>
        </pc:spChg>
        <pc:spChg chg="del">
          <ac:chgData name="Chris Alvin" userId="1477fe7d-12c1-4dcd-b708-f1331679ff1c" providerId="ADAL" clId="{4B165ABE-695E-4129-9679-619837F5F4D1}" dt="2022-10-10T16:17:01.289" v="18948" actId="478"/>
          <ac:spMkLst>
            <pc:docMk/>
            <pc:sldMk cId="1927457586" sldId="449"/>
            <ac:spMk id="21" creationId="{FE1E0494-84D1-44FD-9C2C-7D350CAA69ED}"/>
          </ac:spMkLst>
        </pc:spChg>
        <pc:spChg chg="add mod">
          <ac:chgData name="Chris Alvin" userId="1477fe7d-12c1-4dcd-b708-f1331679ff1c" providerId="ADAL" clId="{4B165ABE-695E-4129-9679-619837F5F4D1}" dt="2022-10-11T13:40:16.862" v="21511" actId="2711"/>
          <ac:spMkLst>
            <pc:docMk/>
            <pc:sldMk cId="1927457586" sldId="449"/>
            <ac:spMk id="22" creationId="{E5EB7893-EA70-4A68-80A4-4B4250A8E49B}"/>
          </ac:spMkLst>
        </pc:spChg>
        <pc:spChg chg="del">
          <ac:chgData name="Chris Alvin" userId="1477fe7d-12c1-4dcd-b708-f1331679ff1c" providerId="ADAL" clId="{4B165ABE-695E-4129-9679-619837F5F4D1}" dt="2022-10-10T16:17:01.289" v="18948" actId="478"/>
          <ac:spMkLst>
            <pc:docMk/>
            <pc:sldMk cId="1927457586" sldId="449"/>
            <ac:spMk id="23" creationId="{5B40DBAC-C361-4787-8CA5-DD5FFF21F782}"/>
          </ac:spMkLst>
        </pc:spChg>
        <pc:spChg chg="del mod">
          <ac:chgData name="Chris Alvin" userId="1477fe7d-12c1-4dcd-b708-f1331679ff1c" providerId="ADAL" clId="{4B165ABE-695E-4129-9679-619837F5F4D1}" dt="2022-10-10T16:17:32.130" v="18987" actId="478"/>
          <ac:spMkLst>
            <pc:docMk/>
            <pc:sldMk cId="1927457586" sldId="449"/>
            <ac:spMk id="24" creationId="{6A0186FC-E21A-4A24-9A2E-7ECF9E4D2FB8}"/>
          </ac:spMkLst>
        </pc:spChg>
        <pc:spChg chg="del">
          <ac:chgData name="Chris Alvin" userId="1477fe7d-12c1-4dcd-b708-f1331679ff1c" providerId="ADAL" clId="{4B165ABE-695E-4129-9679-619837F5F4D1}" dt="2022-10-10T16:17:01.289" v="18948" actId="478"/>
          <ac:spMkLst>
            <pc:docMk/>
            <pc:sldMk cId="1927457586" sldId="449"/>
            <ac:spMk id="25" creationId="{3ED7D508-6F34-46D4-9472-C9305BAC2F61}"/>
          </ac:spMkLst>
        </pc:spChg>
        <pc:spChg chg="add mod">
          <ac:chgData name="Chris Alvin" userId="1477fe7d-12c1-4dcd-b708-f1331679ff1c" providerId="ADAL" clId="{4B165ABE-695E-4129-9679-619837F5F4D1}" dt="2022-10-11T13:40:37.687" v="21513" actId="1076"/>
          <ac:spMkLst>
            <pc:docMk/>
            <pc:sldMk cId="1927457586" sldId="449"/>
            <ac:spMk id="26" creationId="{DEF856C9-153B-4122-8A3A-17989924E80C}"/>
          </ac:spMkLst>
        </pc:spChg>
        <pc:spChg chg="add mod">
          <ac:chgData name="Chris Alvin" userId="1477fe7d-12c1-4dcd-b708-f1331679ff1c" providerId="ADAL" clId="{4B165ABE-695E-4129-9679-619837F5F4D1}" dt="2022-10-11T13:40:35.583" v="21512" actId="1076"/>
          <ac:spMkLst>
            <pc:docMk/>
            <pc:sldMk cId="1927457586" sldId="449"/>
            <ac:spMk id="27" creationId="{90D7524C-D200-48BB-9A5B-1A9E828C78A0}"/>
          </ac:spMkLst>
        </pc:spChg>
        <pc:spChg chg="add mod">
          <ac:chgData name="Chris Alvin" userId="1477fe7d-12c1-4dcd-b708-f1331679ff1c" providerId="ADAL" clId="{4B165ABE-695E-4129-9679-619837F5F4D1}" dt="2022-10-11T13:40:47.992" v="21516" actId="1076"/>
          <ac:spMkLst>
            <pc:docMk/>
            <pc:sldMk cId="1927457586" sldId="449"/>
            <ac:spMk id="30" creationId="{E7FE69DD-558F-4CDC-9E7D-B6E82C346BED}"/>
          </ac:spMkLst>
        </pc:spChg>
        <pc:spChg chg="add mod">
          <ac:chgData name="Chris Alvin" userId="1477fe7d-12c1-4dcd-b708-f1331679ff1c" providerId="ADAL" clId="{4B165ABE-695E-4129-9679-619837F5F4D1}" dt="2022-10-11T13:40:47.992" v="21516" actId="1076"/>
          <ac:spMkLst>
            <pc:docMk/>
            <pc:sldMk cId="1927457586" sldId="449"/>
            <ac:spMk id="31" creationId="{0475B0B2-8890-4763-BB11-456F7DCBA819}"/>
          </ac:spMkLst>
        </pc:spChg>
        <pc:spChg chg="add mod">
          <ac:chgData name="Chris Alvin" userId="1477fe7d-12c1-4dcd-b708-f1331679ff1c" providerId="ADAL" clId="{4B165ABE-695E-4129-9679-619837F5F4D1}" dt="2022-10-11T13:40:47.992" v="21516" actId="1076"/>
          <ac:spMkLst>
            <pc:docMk/>
            <pc:sldMk cId="1927457586" sldId="449"/>
            <ac:spMk id="32" creationId="{7D65873A-B8C4-4A9B-A3FA-E523970C0F71}"/>
          </ac:spMkLst>
        </pc:spChg>
        <pc:spChg chg="add mod">
          <ac:chgData name="Chris Alvin" userId="1477fe7d-12c1-4dcd-b708-f1331679ff1c" providerId="ADAL" clId="{4B165ABE-695E-4129-9679-619837F5F4D1}" dt="2022-10-11T13:40:47.992" v="21516" actId="1076"/>
          <ac:spMkLst>
            <pc:docMk/>
            <pc:sldMk cId="1927457586" sldId="449"/>
            <ac:spMk id="33" creationId="{63F84FF3-59D8-44D8-99FA-C0A6B65EB32C}"/>
          </ac:spMkLst>
        </pc:spChg>
        <pc:spChg chg="add mod">
          <ac:chgData name="Chris Alvin" userId="1477fe7d-12c1-4dcd-b708-f1331679ff1c" providerId="ADAL" clId="{4B165ABE-695E-4129-9679-619837F5F4D1}" dt="2022-10-11T13:40:47.992" v="21516" actId="1076"/>
          <ac:spMkLst>
            <pc:docMk/>
            <pc:sldMk cId="1927457586" sldId="449"/>
            <ac:spMk id="34" creationId="{7830495E-7CE8-48B1-99B4-256D131CDEC9}"/>
          </ac:spMkLst>
        </pc:spChg>
        <pc:spChg chg="add mod">
          <ac:chgData name="Chris Alvin" userId="1477fe7d-12c1-4dcd-b708-f1331679ff1c" providerId="ADAL" clId="{4B165ABE-695E-4129-9679-619837F5F4D1}" dt="2022-10-11T13:40:47.992" v="21516" actId="1076"/>
          <ac:spMkLst>
            <pc:docMk/>
            <pc:sldMk cId="1927457586" sldId="449"/>
            <ac:spMk id="35" creationId="{34C2FA48-B941-46BC-900C-880914905470}"/>
          </ac:spMkLst>
        </pc:spChg>
        <pc:spChg chg="add mod">
          <ac:chgData name="Chris Alvin" userId="1477fe7d-12c1-4dcd-b708-f1331679ff1c" providerId="ADAL" clId="{4B165ABE-695E-4129-9679-619837F5F4D1}" dt="2022-10-11T13:40:47.992" v="21516" actId="1076"/>
          <ac:spMkLst>
            <pc:docMk/>
            <pc:sldMk cId="1927457586" sldId="449"/>
            <ac:spMk id="36" creationId="{48DE0150-7124-4297-A65F-06CE3DD9FAEC}"/>
          </ac:spMkLst>
        </pc:spChg>
        <pc:spChg chg="add mod">
          <ac:chgData name="Chris Alvin" userId="1477fe7d-12c1-4dcd-b708-f1331679ff1c" providerId="ADAL" clId="{4B165ABE-695E-4129-9679-619837F5F4D1}" dt="2022-10-11T13:40:47.992" v="21516" actId="1076"/>
          <ac:spMkLst>
            <pc:docMk/>
            <pc:sldMk cId="1927457586" sldId="449"/>
            <ac:spMk id="37" creationId="{F1698511-F619-4157-A0EF-B66D17927CB3}"/>
          </ac:spMkLst>
        </pc:spChg>
        <pc:spChg chg="add mod">
          <ac:chgData name="Chris Alvin" userId="1477fe7d-12c1-4dcd-b708-f1331679ff1c" providerId="ADAL" clId="{4B165ABE-695E-4129-9679-619837F5F4D1}" dt="2022-10-11T13:40:47.992" v="21516" actId="1076"/>
          <ac:spMkLst>
            <pc:docMk/>
            <pc:sldMk cId="1927457586" sldId="449"/>
            <ac:spMk id="38" creationId="{6E225764-AF99-4024-9F0A-7A3D7642EC33}"/>
          </ac:spMkLst>
        </pc:spChg>
        <pc:spChg chg="add del mod">
          <ac:chgData name="Chris Alvin" userId="1477fe7d-12c1-4dcd-b708-f1331679ff1c" providerId="ADAL" clId="{4B165ABE-695E-4129-9679-619837F5F4D1}" dt="2022-10-10T16:30:52.919" v="19568" actId="478"/>
          <ac:spMkLst>
            <pc:docMk/>
            <pc:sldMk cId="1927457586" sldId="449"/>
            <ac:spMk id="39" creationId="{CD05643E-1E5C-474D-B39C-A21819061727}"/>
          </ac:spMkLst>
        </pc:spChg>
        <pc:spChg chg="add del mod">
          <ac:chgData name="Chris Alvin" userId="1477fe7d-12c1-4dcd-b708-f1331679ff1c" providerId="ADAL" clId="{4B165ABE-695E-4129-9679-619837F5F4D1}" dt="2022-10-10T16:30:52.919" v="19568" actId="478"/>
          <ac:spMkLst>
            <pc:docMk/>
            <pc:sldMk cId="1927457586" sldId="449"/>
            <ac:spMk id="40" creationId="{8CF6D9E6-CB53-4774-A51F-B851F1FB8F8F}"/>
          </ac:spMkLst>
        </pc:spChg>
        <pc:cxnChg chg="del">
          <ac:chgData name="Chris Alvin" userId="1477fe7d-12c1-4dcd-b708-f1331679ff1c" providerId="ADAL" clId="{4B165ABE-695E-4129-9679-619837F5F4D1}" dt="2022-10-10T16:17:01.289" v="18948" actId="478"/>
          <ac:cxnSpMkLst>
            <pc:docMk/>
            <pc:sldMk cId="1927457586" sldId="449"/>
            <ac:cxnSpMk id="7" creationId="{1E7EF459-2882-40AF-A509-FA5DD4360F2A}"/>
          </ac:cxnSpMkLst>
        </pc:cxnChg>
        <pc:cxnChg chg="del">
          <ac:chgData name="Chris Alvin" userId="1477fe7d-12c1-4dcd-b708-f1331679ff1c" providerId="ADAL" clId="{4B165ABE-695E-4129-9679-619837F5F4D1}" dt="2022-10-10T16:17:01.289" v="18948" actId="478"/>
          <ac:cxnSpMkLst>
            <pc:docMk/>
            <pc:sldMk cId="1927457586" sldId="449"/>
            <ac:cxnSpMk id="9" creationId="{1B71B2B2-EF15-4AD8-960C-ADDF43F7BED9}"/>
          </ac:cxnSpMkLst>
        </pc:cxnChg>
        <pc:cxnChg chg="add mod">
          <ac:chgData name="Chris Alvin" userId="1477fe7d-12c1-4dcd-b708-f1331679ff1c" providerId="ADAL" clId="{4B165ABE-695E-4129-9679-619837F5F4D1}" dt="2022-10-11T13:41:29.726" v="21520" actId="1076"/>
          <ac:cxnSpMkLst>
            <pc:docMk/>
            <pc:sldMk cId="1927457586" sldId="449"/>
            <ac:cxnSpMk id="17" creationId="{C7A31D8C-E50F-4D33-89B2-19FE3D15A007}"/>
          </ac:cxnSpMkLst>
        </pc:cxnChg>
        <pc:cxnChg chg="add mod">
          <ac:chgData name="Chris Alvin" userId="1477fe7d-12c1-4dcd-b708-f1331679ff1c" providerId="ADAL" clId="{4B165ABE-695E-4129-9679-619837F5F4D1}" dt="2022-10-11T13:40:47.992" v="21516" actId="1076"/>
          <ac:cxnSpMkLst>
            <pc:docMk/>
            <pc:sldMk cId="1927457586" sldId="449"/>
            <ac:cxnSpMk id="28" creationId="{FADA7BE8-ACFB-46DC-873E-8531940F031A}"/>
          </ac:cxnSpMkLst>
        </pc:cxnChg>
        <pc:cxnChg chg="add mod">
          <ac:chgData name="Chris Alvin" userId="1477fe7d-12c1-4dcd-b708-f1331679ff1c" providerId="ADAL" clId="{4B165ABE-695E-4129-9679-619837F5F4D1}" dt="2022-10-11T13:40:47.992" v="21516" actId="1076"/>
          <ac:cxnSpMkLst>
            <pc:docMk/>
            <pc:sldMk cId="1927457586" sldId="449"/>
            <ac:cxnSpMk id="29" creationId="{553AFF5F-5DFD-4131-9CDE-339295C01783}"/>
          </ac:cxnSpMkLst>
        </pc:cxnChg>
      </pc:sldChg>
      <pc:sldChg chg="addSp delSp modSp add del mod">
        <pc:chgData name="Chris Alvin" userId="1477fe7d-12c1-4dcd-b708-f1331679ff1c" providerId="ADAL" clId="{4B165ABE-695E-4129-9679-619837F5F4D1}" dt="2022-10-10T16:37:28.479" v="19780" actId="47"/>
        <pc:sldMkLst>
          <pc:docMk/>
          <pc:sldMk cId="1449559243" sldId="450"/>
        </pc:sldMkLst>
        <pc:spChg chg="del">
          <ac:chgData name="Chris Alvin" userId="1477fe7d-12c1-4dcd-b708-f1331679ff1c" providerId="ADAL" clId="{4B165ABE-695E-4129-9679-619837F5F4D1}" dt="2022-10-10T16:15:30.720" v="18936" actId="478"/>
          <ac:spMkLst>
            <pc:docMk/>
            <pc:sldMk cId="1449559243" sldId="450"/>
            <ac:spMk id="8" creationId="{B5E34F7D-F8EB-4D1F-A7A4-6B17FE7510D3}"/>
          </ac:spMkLst>
        </pc:spChg>
        <pc:spChg chg="add mod">
          <ac:chgData name="Chris Alvin" userId="1477fe7d-12c1-4dcd-b708-f1331679ff1c" providerId="ADAL" clId="{4B165ABE-695E-4129-9679-619837F5F4D1}" dt="2022-10-10T16:15:33.376" v="18938"/>
          <ac:spMkLst>
            <pc:docMk/>
            <pc:sldMk cId="1449559243" sldId="450"/>
            <ac:spMk id="22" creationId="{45A80421-31E6-4E0C-8D23-16D917A90D1F}"/>
          </ac:spMkLst>
        </pc:spChg>
        <pc:spChg chg="del">
          <ac:chgData name="Chris Alvin" userId="1477fe7d-12c1-4dcd-b708-f1331679ff1c" providerId="ADAL" clId="{4B165ABE-695E-4129-9679-619837F5F4D1}" dt="2022-10-10T16:15:32.533" v="18937" actId="478"/>
          <ac:spMkLst>
            <pc:docMk/>
            <pc:sldMk cId="1449559243" sldId="450"/>
            <ac:spMk id="24" creationId="{6A0186FC-E21A-4A24-9A2E-7ECF9E4D2FB8}"/>
          </ac:spMkLst>
        </pc:spChg>
        <pc:spChg chg="del">
          <ac:chgData name="Chris Alvin" userId="1477fe7d-12c1-4dcd-b708-f1331679ff1c" providerId="ADAL" clId="{4B165ABE-695E-4129-9679-619837F5F4D1}" dt="2022-10-10T16:15:30.720" v="18936" actId="478"/>
          <ac:spMkLst>
            <pc:docMk/>
            <pc:sldMk cId="1449559243" sldId="450"/>
            <ac:spMk id="25" creationId="{3ED7D508-6F34-46D4-9472-C9305BAC2F61}"/>
          </ac:spMkLst>
        </pc:spChg>
      </pc:sldChg>
      <pc:sldChg chg="addSp delSp modSp add mod modAnim">
        <pc:chgData name="Chris Alvin" userId="1477fe7d-12c1-4dcd-b708-f1331679ff1c" providerId="ADAL" clId="{4B165ABE-695E-4129-9679-619837F5F4D1}" dt="2022-10-11T14:21:35.275" v="21524" actId="2085"/>
        <pc:sldMkLst>
          <pc:docMk/>
          <pc:sldMk cId="1978078960" sldId="451"/>
        </pc:sldMkLst>
        <pc:spChg chg="del">
          <ac:chgData name="Chris Alvin" userId="1477fe7d-12c1-4dcd-b708-f1331679ff1c" providerId="ADAL" clId="{4B165ABE-695E-4129-9679-619837F5F4D1}" dt="2022-10-10T16:25:16.143" v="19279" actId="478"/>
          <ac:spMkLst>
            <pc:docMk/>
            <pc:sldMk cId="1978078960" sldId="451"/>
            <ac:spMk id="4" creationId="{00000000-0000-0000-0000-000000000000}"/>
          </ac:spMkLst>
        </pc:spChg>
        <pc:spChg chg="add del mod">
          <ac:chgData name="Chris Alvin" userId="1477fe7d-12c1-4dcd-b708-f1331679ff1c" providerId="ADAL" clId="{4B165ABE-695E-4129-9679-619837F5F4D1}" dt="2022-10-10T16:28:29.657" v="19443" actId="478"/>
          <ac:spMkLst>
            <pc:docMk/>
            <pc:sldMk cId="1978078960" sldId="451"/>
            <ac:spMk id="19" creationId="{A5863702-4D13-4DF2-8886-64F1598BCFAA}"/>
          </ac:spMkLst>
        </pc:spChg>
        <pc:spChg chg="mod">
          <ac:chgData name="Chris Alvin" userId="1477fe7d-12c1-4dcd-b708-f1331679ff1c" providerId="ADAL" clId="{4B165ABE-695E-4129-9679-619837F5F4D1}" dt="2022-10-10T16:27:03.573" v="19437" actId="20577"/>
          <ac:spMkLst>
            <pc:docMk/>
            <pc:sldMk cId="1978078960" sldId="451"/>
            <ac:spMk id="22" creationId="{E5EB7893-EA70-4A68-80A4-4B4250A8E49B}"/>
          </ac:spMkLst>
        </pc:spChg>
        <pc:spChg chg="add del mod">
          <ac:chgData name="Chris Alvin" userId="1477fe7d-12c1-4dcd-b708-f1331679ff1c" providerId="ADAL" clId="{4B165ABE-695E-4129-9679-619837F5F4D1}" dt="2022-10-10T16:28:32.604" v="19445"/>
          <ac:spMkLst>
            <pc:docMk/>
            <pc:sldMk cId="1978078960" sldId="451"/>
            <ac:spMk id="23" creationId="{CF5DB643-1F23-477A-801E-7E01BCEA16B2}"/>
          </ac:spMkLst>
        </pc:spChg>
        <pc:spChg chg="add del mod">
          <ac:chgData name="Chris Alvin" userId="1477fe7d-12c1-4dcd-b708-f1331679ff1c" providerId="ADAL" clId="{4B165ABE-695E-4129-9679-619837F5F4D1}" dt="2022-10-10T16:28:32.604" v="19445"/>
          <ac:spMkLst>
            <pc:docMk/>
            <pc:sldMk cId="1978078960" sldId="451"/>
            <ac:spMk id="24" creationId="{D9248C90-7652-46D9-AA6A-1D221D981953}"/>
          </ac:spMkLst>
        </pc:spChg>
        <pc:spChg chg="add del mod">
          <ac:chgData name="Chris Alvin" userId="1477fe7d-12c1-4dcd-b708-f1331679ff1c" providerId="ADAL" clId="{4B165ABE-695E-4129-9679-619837F5F4D1}" dt="2022-10-10T16:28:32.604" v="19445"/>
          <ac:spMkLst>
            <pc:docMk/>
            <pc:sldMk cId="1978078960" sldId="451"/>
            <ac:spMk id="25" creationId="{959F0AB0-28AC-4994-95D6-F3651F037679}"/>
          </ac:spMkLst>
        </pc:spChg>
        <pc:spChg chg="del">
          <ac:chgData name="Chris Alvin" userId="1477fe7d-12c1-4dcd-b708-f1331679ff1c" providerId="ADAL" clId="{4B165ABE-695E-4129-9679-619837F5F4D1}" dt="2022-10-10T16:28:25.697" v="19442" actId="478"/>
          <ac:spMkLst>
            <pc:docMk/>
            <pc:sldMk cId="1978078960" sldId="451"/>
            <ac:spMk id="26" creationId="{DEF856C9-153B-4122-8A3A-17989924E80C}"/>
          </ac:spMkLst>
        </pc:spChg>
        <pc:spChg chg="mod">
          <ac:chgData name="Chris Alvin" userId="1477fe7d-12c1-4dcd-b708-f1331679ff1c" providerId="ADAL" clId="{4B165ABE-695E-4129-9679-619837F5F4D1}" dt="2022-10-10T16:29:25.292" v="19477" actId="1076"/>
          <ac:spMkLst>
            <pc:docMk/>
            <pc:sldMk cId="1978078960" sldId="451"/>
            <ac:spMk id="27" creationId="{90D7524C-D200-48BB-9A5B-1A9E828C78A0}"/>
          </ac:spMkLst>
        </pc:spChg>
        <pc:spChg chg="mod">
          <ac:chgData name="Chris Alvin" userId="1477fe7d-12c1-4dcd-b708-f1331679ff1c" providerId="ADAL" clId="{4B165ABE-695E-4129-9679-619837F5F4D1}" dt="2022-10-10T16:28:50.607" v="19450" actId="1076"/>
          <ac:spMkLst>
            <pc:docMk/>
            <pc:sldMk cId="1978078960" sldId="451"/>
            <ac:spMk id="30" creationId="{E7FE69DD-558F-4CDC-9E7D-B6E82C346BED}"/>
          </ac:spMkLst>
        </pc:spChg>
        <pc:spChg chg="mod">
          <ac:chgData name="Chris Alvin" userId="1477fe7d-12c1-4dcd-b708-f1331679ff1c" providerId="ADAL" clId="{4B165ABE-695E-4129-9679-619837F5F4D1}" dt="2022-10-10T16:28:50.607" v="19450" actId="1076"/>
          <ac:spMkLst>
            <pc:docMk/>
            <pc:sldMk cId="1978078960" sldId="451"/>
            <ac:spMk id="31" creationId="{0475B0B2-8890-4763-BB11-456F7DCBA819}"/>
          </ac:spMkLst>
        </pc:spChg>
        <pc:spChg chg="mod">
          <ac:chgData name="Chris Alvin" userId="1477fe7d-12c1-4dcd-b708-f1331679ff1c" providerId="ADAL" clId="{4B165ABE-695E-4129-9679-619837F5F4D1}" dt="2022-10-10T16:28:50.607" v="19450" actId="1076"/>
          <ac:spMkLst>
            <pc:docMk/>
            <pc:sldMk cId="1978078960" sldId="451"/>
            <ac:spMk id="32" creationId="{7D65873A-B8C4-4A9B-A3FA-E523970C0F71}"/>
          </ac:spMkLst>
        </pc:spChg>
        <pc:spChg chg="mod">
          <ac:chgData name="Chris Alvin" userId="1477fe7d-12c1-4dcd-b708-f1331679ff1c" providerId="ADAL" clId="{4B165ABE-695E-4129-9679-619837F5F4D1}" dt="2022-10-10T16:28:50.607" v="19450" actId="1076"/>
          <ac:spMkLst>
            <pc:docMk/>
            <pc:sldMk cId="1978078960" sldId="451"/>
            <ac:spMk id="33" creationId="{63F84FF3-59D8-44D8-99FA-C0A6B65EB32C}"/>
          </ac:spMkLst>
        </pc:spChg>
        <pc:spChg chg="mod">
          <ac:chgData name="Chris Alvin" userId="1477fe7d-12c1-4dcd-b708-f1331679ff1c" providerId="ADAL" clId="{4B165ABE-695E-4129-9679-619837F5F4D1}" dt="2022-10-10T16:28:50.607" v="19450" actId="1076"/>
          <ac:spMkLst>
            <pc:docMk/>
            <pc:sldMk cId="1978078960" sldId="451"/>
            <ac:spMk id="34" creationId="{7830495E-7CE8-48B1-99B4-256D131CDEC9}"/>
          </ac:spMkLst>
        </pc:spChg>
        <pc:spChg chg="mod">
          <ac:chgData name="Chris Alvin" userId="1477fe7d-12c1-4dcd-b708-f1331679ff1c" providerId="ADAL" clId="{4B165ABE-695E-4129-9679-619837F5F4D1}" dt="2022-10-10T16:28:50.607" v="19450" actId="1076"/>
          <ac:spMkLst>
            <pc:docMk/>
            <pc:sldMk cId="1978078960" sldId="451"/>
            <ac:spMk id="35" creationId="{34C2FA48-B941-46BC-900C-880914905470}"/>
          </ac:spMkLst>
        </pc:spChg>
        <pc:spChg chg="mod">
          <ac:chgData name="Chris Alvin" userId="1477fe7d-12c1-4dcd-b708-f1331679ff1c" providerId="ADAL" clId="{4B165ABE-695E-4129-9679-619837F5F4D1}" dt="2022-10-10T16:28:50.607" v="19450" actId="1076"/>
          <ac:spMkLst>
            <pc:docMk/>
            <pc:sldMk cId="1978078960" sldId="451"/>
            <ac:spMk id="36" creationId="{48DE0150-7124-4297-A65F-06CE3DD9FAEC}"/>
          </ac:spMkLst>
        </pc:spChg>
        <pc:spChg chg="mod">
          <ac:chgData name="Chris Alvin" userId="1477fe7d-12c1-4dcd-b708-f1331679ff1c" providerId="ADAL" clId="{4B165ABE-695E-4129-9679-619837F5F4D1}" dt="2022-10-10T16:28:50.607" v="19450" actId="1076"/>
          <ac:spMkLst>
            <pc:docMk/>
            <pc:sldMk cId="1978078960" sldId="451"/>
            <ac:spMk id="37" creationId="{F1698511-F619-4157-A0EF-B66D17927CB3}"/>
          </ac:spMkLst>
        </pc:spChg>
        <pc:spChg chg="mod">
          <ac:chgData name="Chris Alvin" userId="1477fe7d-12c1-4dcd-b708-f1331679ff1c" providerId="ADAL" clId="{4B165ABE-695E-4129-9679-619837F5F4D1}" dt="2022-10-10T16:28:50.607" v="19450" actId="1076"/>
          <ac:spMkLst>
            <pc:docMk/>
            <pc:sldMk cId="1978078960" sldId="451"/>
            <ac:spMk id="38" creationId="{6E225764-AF99-4024-9F0A-7A3D7642EC33}"/>
          </ac:spMkLst>
        </pc:spChg>
        <pc:spChg chg="del">
          <ac:chgData name="Chris Alvin" userId="1477fe7d-12c1-4dcd-b708-f1331679ff1c" providerId="ADAL" clId="{4B165ABE-695E-4129-9679-619837F5F4D1}" dt="2022-10-10T16:30:20.854" v="19523" actId="478"/>
          <ac:spMkLst>
            <pc:docMk/>
            <pc:sldMk cId="1978078960" sldId="451"/>
            <ac:spMk id="39" creationId="{CD05643E-1E5C-474D-B39C-A21819061727}"/>
          </ac:spMkLst>
        </pc:spChg>
        <pc:spChg chg="del">
          <ac:chgData name="Chris Alvin" userId="1477fe7d-12c1-4dcd-b708-f1331679ff1c" providerId="ADAL" clId="{4B165ABE-695E-4129-9679-619837F5F4D1}" dt="2022-10-10T16:30:20.854" v="19523" actId="478"/>
          <ac:spMkLst>
            <pc:docMk/>
            <pc:sldMk cId="1978078960" sldId="451"/>
            <ac:spMk id="40" creationId="{8CF6D9E6-CB53-4774-A51F-B851F1FB8F8F}"/>
          </ac:spMkLst>
        </pc:spChg>
        <pc:spChg chg="add del mod">
          <ac:chgData name="Chris Alvin" userId="1477fe7d-12c1-4dcd-b708-f1331679ff1c" providerId="ADAL" clId="{4B165ABE-695E-4129-9679-619837F5F4D1}" dt="2022-10-10T16:28:32.604" v="19445"/>
          <ac:spMkLst>
            <pc:docMk/>
            <pc:sldMk cId="1978078960" sldId="451"/>
            <ac:spMk id="41" creationId="{9932BD9F-34C8-451D-9185-2B058FB6DA60}"/>
          </ac:spMkLst>
        </pc:spChg>
        <pc:spChg chg="add del mod">
          <ac:chgData name="Chris Alvin" userId="1477fe7d-12c1-4dcd-b708-f1331679ff1c" providerId="ADAL" clId="{4B165ABE-695E-4129-9679-619837F5F4D1}" dt="2022-10-10T16:28:32.604" v="19445"/>
          <ac:spMkLst>
            <pc:docMk/>
            <pc:sldMk cId="1978078960" sldId="451"/>
            <ac:spMk id="42" creationId="{13D410F1-C52C-485B-B341-9F74EC03BFF9}"/>
          </ac:spMkLst>
        </pc:spChg>
        <pc:spChg chg="add del mod">
          <ac:chgData name="Chris Alvin" userId="1477fe7d-12c1-4dcd-b708-f1331679ff1c" providerId="ADAL" clId="{4B165ABE-695E-4129-9679-619837F5F4D1}" dt="2022-10-10T16:28:32.604" v="19445"/>
          <ac:spMkLst>
            <pc:docMk/>
            <pc:sldMk cId="1978078960" sldId="451"/>
            <ac:spMk id="43" creationId="{17955F38-F754-47EA-A048-15284B3E3DC9}"/>
          </ac:spMkLst>
        </pc:spChg>
        <pc:spChg chg="add del mod">
          <ac:chgData name="Chris Alvin" userId="1477fe7d-12c1-4dcd-b708-f1331679ff1c" providerId="ADAL" clId="{4B165ABE-695E-4129-9679-619837F5F4D1}" dt="2022-10-10T16:28:32.604" v="19445"/>
          <ac:spMkLst>
            <pc:docMk/>
            <pc:sldMk cId="1978078960" sldId="451"/>
            <ac:spMk id="44" creationId="{1CB6E9A1-1B6F-45FB-9B43-1A17FE5613A1}"/>
          </ac:spMkLst>
        </pc:spChg>
        <pc:spChg chg="add del mod">
          <ac:chgData name="Chris Alvin" userId="1477fe7d-12c1-4dcd-b708-f1331679ff1c" providerId="ADAL" clId="{4B165ABE-695E-4129-9679-619837F5F4D1}" dt="2022-10-10T16:28:32.604" v="19445"/>
          <ac:spMkLst>
            <pc:docMk/>
            <pc:sldMk cId="1978078960" sldId="451"/>
            <ac:spMk id="45" creationId="{8DBC2D04-23E9-4363-B1CC-9E8F6C7CA405}"/>
          </ac:spMkLst>
        </pc:spChg>
        <pc:spChg chg="add del mod">
          <ac:chgData name="Chris Alvin" userId="1477fe7d-12c1-4dcd-b708-f1331679ff1c" providerId="ADAL" clId="{4B165ABE-695E-4129-9679-619837F5F4D1}" dt="2022-10-10T16:28:32.604" v="19445"/>
          <ac:spMkLst>
            <pc:docMk/>
            <pc:sldMk cId="1978078960" sldId="451"/>
            <ac:spMk id="46" creationId="{139BEF67-4DA4-4A63-90EF-5EFD56E41E5B}"/>
          </ac:spMkLst>
        </pc:spChg>
        <pc:spChg chg="add del mod">
          <ac:chgData name="Chris Alvin" userId="1477fe7d-12c1-4dcd-b708-f1331679ff1c" providerId="ADAL" clId="{4B165ABE-695E-4129-9679-619837F5F4D1}" dt="2022-10-10T16:28:39.588" v="19449"/>
          <ac:spMkLst>
            <pc:docMk/>
            <pc:sldMk cId="1978078960" sldId="451"/>
            <ac:spMk id="49" creationId="{C310A610-C070-4532-BBE2-BD7D8F345D10}"/>
          </ac:spMkLst>
        </pc:spChg>
        <pc:spChg chg="add del mod">
          <ac:chgData name="Chris Alvin" userId="1477fe7d-12c1-4dcd-b708-f1331679ff1c" providerId="ADAL" clId="{4B165ABE-695E-4129-9679-619837F5F4D1}" dt="2022-10-10T16:28:39.588" v="19449"/>
          <ac:spMkLst>
            <pc:docMk/>
            <pc:sldMk cId="1978078960" sldId="451"/>
            <ac:spMk id="50" creationId="{A252AB30-4C37-4F33-87E0-044894DFFFED}"/>
          </ac:spMkLst>
        </pc:spChg>
        <pc:spChg chg="add del mod">
          <ac:chgData name="Chris Alvin" userId="1477fe7d-12c1-4dcd-b708-f1331679ff1c" providerId="ADAL" clId="{4B165ABE-695E-4129-9679-619837F5F4D1}" dt="2022-10-10T16:28:39.588" v="19449"/>
          <ac:spMkLst>
            <pc:docMk/>
            <pc:sldMk cId="1978078960" sldId="451"/>
            <ac:spMk id="51" creationId="{95C31A87-E898-41CF-A2C4-8324B3267662}"/>
          </ac:spMkLst>
        </pc:spChg>
        <pc:spChg chg="add del mod">
          <ac:chgData name="Chris Alvin" userId="1477fe7d-12c1-4dcd-b708-f1331679ff1c" providerId="ADAL" clId="{4B165ABE-695E-4129-9679-619837F5F4D1}" dt="2022-10-10T16:28:39.588" v="19449"/>
          <ac:spMkLst>
            <pc:docMk/>
            <pc:sldMk cId="1978078960" sldId="451"/>
            <ac:spMk id="52" creationId="{696BCD76-D534-44C6-9642-7CBABA16FB79}"/>
          </ac:spMkLst>
        </pc:spChg>
        <pc:spChg chg="add del mod">
          <ac:chgData name="Chris Alvin" userId="1477fe7d-12c1-4dcd-b708-f1331679ff1c" providerId="ADAL" clId="{4B165ABE-695E-4129-9679-619837F5F4D1}" dt="2022-10-10T16:28:39.588" v="19449"/>
          <ac:spMkLst>
            <pc:docMk/>
            <pc:sldMk cId="1978078960" sldId="451"/>
            <ac:spMk id="53" creationId="{0AFE4C46-3FB6-4D81-B575-DF8BAE508828}"/>
          </ac:spMkLst>
        </pc:spChg>
        <pc:spChg chg="add del mod">
          <ac:chgData name="Chris Alvin" userId="1477fe7d-12c1-4dcd-b708-f1331679ff1c" providerId="ADAL" clId="{4B165ABE-695E-4129-9679-619837F5F4D1}" dt="2022-10-10T16:28:39.588" v="19449"/>
          <ac:spMkLst>
            <pc:docMk/>
            <pc:sldMk cId="1978078960" sldId="451"/>
            <ac:spMk id="54" creationId="{8C077DF5-FECA-4B15-B3AE-4EF985BABD71}"/>
          </ac:spMkLst>
        </pc:spChg>
        <pc:spChg chg="add del mod">
          <ac:chgData name="Chris Alvin" userId="1477fe7d-12c1-4dcd-b708-f1331679ff1c" providerId="ADAL" clId="{4B165ABE-695E-4129-9679-619837F5F4D1}" dt="2022-10-10T16:28:39.588" v="19449"/>
          <ac:spMkLst>
            <pc:docMk/>
            <pc:sldMk cId="1978078960" sldId="451"/>
            <ac:spMk id="55" creationId="{72B84CF1-BF8F-401F-8BCA-97208FFED015}"/>
          </ac:spMkLst>
        </pc:spChg>
        <pc:spChg chg="add del mod">
          <ac:chgData name="Chris Alvin" userId="1477fe7d-12c1-4dcd-b708-f1331679ff1c" providerId="ADAL" clId="{4B165ABE-695E-4129-9679-619837F5F4D1}" dt="2022-10-10T16:28:39.588" v="19449"/>
          <ac:spMkLst>
            <pc:docMk/>
            <pc:sldMk cId="1978078960" sldId="451"/>
            <ac:spMk id="56" creationId="{510AE405-FE81-4E78-93EB-62D20804D933}"/>
          </ac:spMkLst>
        </pc:spChg>
        <pc:spChg chg="add del mod">
          <ac:chgData name="Chris Alvin" userId="1477fe7d-12c1-4dcd-b708-f1331679ff1c" providerId="ADAL" clId="{4B165ABE-695E-4129-9679-619837F5F4D1}" dt="2022-10-10T16:28:39.588" v="19449"/>
          <ac:spMkLst>
            <pc:docMk/>
            <pc:sldMk cId="1978078960" sldId="451"/>
            <ac:spMk id="57" creationId="{7F50B728-0D90-4B02-92D9-57F372D52D28}"/>
          </ac:spMkLst>
        </pc:spChg>
        <pc:spChg chg="add mod">
          <ac:chgData name="Chris Alvin" userId="1477fe7d-12c1-4dcd-b708-f1331679ff1c" providerId="ADAL" clId="{4B165ABE-695E-4129-9679-619837F5F4D1}" dt="2022-10-10T16:29:59.935" v="19512" actId="14100"/>
          <ac:spMkLst>
            <pc:docMk/>
            <pc:sldMk cId="1978078960" sldId="451"/>
            <ac:spMk id="58" creationId="{53B57ABF-73DE-42BB-A368-1DABB0D241D2}"/>
          </ac:spMkLst>
        </pc:spChg>
        <pc:spChg chg="add mod">
          <ac:chgData name="Chris Alvin" userId="1477fe7d-12c1-4dcd-b708-f1331679ff1c" providerId="ADAL" clId="{4B165ABE-695E-4129-9679-619837F5F4D1}" dt="2022-10-10T16:30:04.202" v="19513" actId="571"/>
          <ac:spMkLst>
            <pc:docMk/>
            <pc:sldMk cId="1978078960" sldId="451"/>
            <ac:spMk id="59" creationId="{A301C9C2-6369-4473-84F3-452B86DFC9D2}"/>
          </ac:spMkLst>
        </pc:spChg>
        <pc:spChg chg="add del mod">
          <ac:chgData name="Chris Alvin" userId="1477fe7d-12c1-4dcd-b708-f1331679ff1c" providerId="ADAL" clId="{4B165ABE-695E-4129-9679-619837F5F4D1}" dt="2022-10-10T16:30:30.021" v="19525" actId="478"/>
          <ac:spMkLst>
            <pc:docMk/>
            <pc:sldMk cId="1978078960" sldId="451"/>
            <ac:spMk id="60" creationId="{CC488897-2BE4-4EC5-8A22-06783DFD4CD3}"/>
          </ac:spMkLst>
        </pc:spChg>
        <pc:spChg chg="add mod">
          <ac:chgData name="Chris Alvin" userId="1477fe7d-12c1-4dcd-b708-f1331679ff1c" providerId="ADAL" clId="{4B165ABE-695E-4129-9679-619837F5F4D1}" dt="2022-10-10T16:36:42.163" v="19776" actId="403"/>
          <ac:spMkLst>
            <pc:docMk/>
            <pc:sldMk cId="1978078960" sldId="451"/>
            <ac:spMk id="61" creationId="{DC6CDE42-72A2-4417-BB6A-E6F49F49722E}"/>
          </ac:spMkLst>
        </pc:spChg>
        <pc:spChg chg="add mod">
          <ac:chgData name="Chris Alvin" userId="1477fe7d-12c1-4dcd-b708-f1331679ff1c" providerId="ADAL" clId="{4B165ABE-695E-4129-9679-619837F5F4D1}" dt="2022-10-10T16:31:19.269" v="19580" actId="20577"/>
          <ac:spMkLst>
            <pc:docMk/>
            <pc:sldMk cId="1978078960" sldId="451"/>
            <ac:spMk id="62" creationId="{7E17764A-2A25-44F2-90A5-DD83F727B7A2}"/>
          </ac:spMkLst>
        </pc:spChg>
        <pc:spChg chg="add mod">
          <ac:chgData name="Chris Alvin" userId="1477fe7d-12c1-4dcd-b708-f1331679ff1c" providerId="ADAL" clId="{4B165ABE-695E-4129-9679-619837F5F4D1}" dt="2022-10-10T16:31:59.758" v="19658" actId="571"/>
          <ac:spMkLst>
            <pc:docMk/>
            <pc:sldMk cId="1978078960" sldId="451"/>
            <ac:spMk id="63" creationId="{4E6E3C8B-5127-4375-8286-D1B004091ED9}"/>
          </ac:spMkLst>
        </pc:spChg>
        <pc:spChg chg="add mod">
          <ac:chgData name="Chris Alvin" userId="1477fe7d-12c1-4dcd-b708-f1331679ff1c" providerId="ADAL" clId="{4B165ABE-695E-4129-9679-619837F5F4D1}" dt="2022-10-11T14:21:35.275" v="21524" actId="2085"/>
          <ac:spMkLst>
            <pc:docMk/>
            <pc:sldMk cId="1978078960" sldId="451"/>
            <ac:spMk id="64" creationId="{C2C12487-B349-451A-ADBB-0FC3C464E64D}"/>
          </ac:spMkLst>
        </pc:spChg>
        <pc:spChg chg="add mod">
          <ac:chgData name="Chris Alvin" userId="1477fe7d-12c1-4dcd-b708-f1331679ff1c" providerId="ADAL" clId="{4B165ABE-695E-4129-9679-619837F5F4D1}" dt="2022-10-11T14:21:35.275" v="21524" actId="2085"/>
          <ac:spMkLst>
            <pc:docMk/>
            <pc:sldMk cId="1978078960" sldId="451"/>
            <ac:spMk id="65" creationId="{027C2765-A193-4F85-8FD7-BBD5A350E4D9}"/>
          </ac:spMkLst>
        </pc:spChg>
        <pc:spChg chg="add mod">
          <ac:chgData name="Chris Alvin" userId="1477fe7d-12c1-4dcd-b708-f1331679ff1c" providerId="ADAL" clId="{4B165ABE-695E-4129-9679-619837F5F4D1}" dt="2022-10-10T16:33:13.994" v="19707" actId="571"/>
          <ac:spMkLst>
            <pc:docMk/>
            <pc:sldMk cId="1978078960" sldId="451"/>
            <ac:spMk id="66" creationId="{58AA1945-9A44-48DB-8380-FEF0991D462C}"/>
          </ac:spMkLst>
        </pc:spChg>
        <pc:cxnChg chg="add del mod">
          <ac:chgData name="Chris Alvin" userId="1477fe7d-12c1-4dcd-b708-f1331679ff1c" providerId="ADAL" clId="{4B165ABE-695E-4129-9679-619837F5F4D1}" dt="2022-10-10T16:28:32.604" v="19445"/>
          <ac:cxnSpMkLst>
            <pc:docMk/>
            <pc:sldMk cId="1978078960" sldId="451"/>
            <ac:cxnSpMk id="20" creationId="{CF342D73-168C-497B-A522-0D4D892C8E67}"/>
          </ac:cxnSpMkLst>
        </pc:cxnChg>
        <pc:cxnChg chg="add del mod">
          <ac:chgData name="Chris Alvin" userId="1477fe7d-12c1-4dcd-b708-f1331679ff1c" providerId="ADAL" clId="{4B165ABE-695E-4129-9679-619837F5F4D1}" dt="2022-10-10T16:28:32.604" v="19445"/>
          <ac:cxnSpMkLst>
            <pc:docMk/>
            <pc:sldMk cId="1978078960" sldId="451"/>
            <ac:cxnSpMk id="21" creationId="{3B79C6B5-0DB0-4E79-82A6-1FCFFAED2DA1}"/>
          </ac:cxnSpMkLst>
        </pc:cxnChg>
        <pc:cxnChg chg="add mod">
          <ac:chgData name="Chris Alvin" userId="1477fe7d-12c1-4dcd-b708-f1331679ff1c" providerId="ADAL" clId="{4B165ABE-695E-4129-9679-619837F5F4D1}" dt="2022-10-11T13:41:37.231" v="21522" actId="1076"/>
          <ac:cxnSpMkLst>
            <pc:docMk/>
            <pc:sldMk cId="1978078960" sldId="451"/>
            <ac:cxnSpMk id="23" creationId="{C06EDD0B-04D5-4899-BF3B-1E4AAEB5B0B5}"/>
          </ac:cxnSpMkLst>
        </pc:cxnChg>
        <pc:cxnChg chg="mod">
          <ac:chgData name="Chris Alvin" userId="1477fe7d-12c1-4dcd-b708-f1331679ff1c" providerId="ADAL" clId="{4B165ABE-695E-4129-9679-619837F5F4D1}" dt="2022-10-10T16:28:50.607" v="19450" actId="1076"/>
          <ac:cxnSpMkLst>
            <pc:docMk/>
            <pc:sldMk cId="1978078960" sldId="451"/>
            <ac:cxnSpMk id="28" creationId="{FADA7BE8-ACFB-46DC-873E-8531940F031A}"/>
          </ac:cxnSpMkLst>
        </pc:cxnChg>
        <pc:cxnChg chg="mod">
          <ac:chgData name="Chris Alvin" userId="1477fe7d-12c1-4dcd-b708-f1331679ff1c" providerId="ADAL" clId="{4B165ABE-695E-4129-9679-619837F5F4D1}" dt="2022-10-10T16:28:50.607" v="19450" actId="1076"/>
          <ac:cxnSpMkLst>
            <pc:docMk/>
            <pc:sldMk cId="1978078960" sldId="451"/>
            <ac:cxnSpMk id="29" creationId="{553AFF5F-5DFD-4131-9CDE-339295C01783}"/>
          </ac:cxnSpMkLst>
        </pc:cxnChg>
        <pc:cxnChg chg="add del mod">
          <ac:chgData name="Chris Alvin" userId="1477fe7d-12c1-4dcd-b708-f1331679ff1c" providerId="ADAL" clId="{4B165ABE-695E-4129-9679-619837F5F4D1}" dt="2022-10-10T16:28:39.588" v="19449"/>
          <ac:cxnSpMkLst>
            <pc:docMk/>
            <pc:sldMk cId="1978078960" sldId="451"/>
            <ac:cxnSpMk id="47" creationId="{7F8A9954-95AB-42A1-BD71-4692AFF3B8D3}"/>
          </ac:cxnSpMkLst>
        </pc:cxnChg>
        <pc:cxnChg chg="add del mod">
          <ac:chgData name="Chris Alvin" userId="1477fe7d-12c1-4dcd-b708-f1331679ff1c" providerId="ADAL" clId="{4B165ABE-695E-4129-9679-619837F5F4D1}" dt="2022-10-10T16:28:39.588" v="19449"/>
          <ac:cxnSpMkLst>
            <pc:docMk/>
            <pc:sldMk cId="1978078960" sldId="451"/>
            <ac:cxnSpMk id="48" creationId="{80427C18-1CE8-4163-8CAD-AF9E19B2C83C}"/>
          </ac:cxnSpMkLst>
        </pc:cxnChg>
      </pc:sldChg>
      <pc:sldChg chg="addSp delSp modSp add mod delAnim modAnim">
        <pc:chgData name="Chris Alvin" userId="1477fe7d-12c1-4dcd-b708-f1331679ff1c" providerId="ADAL" clId="{4B165ABE-695E-4129-9679-619837F5F4D1}" dt="2022-10-17T12:35:18.085" v="21889" actId="20577"/>
        <pc:sldMkLst>
          <pc:docMk/>
          <pc:sldMk cId="340332717" sldId="452"/>
        </pc:sldMkLst>
        <pc:spChg chg="del">
          <ac:chgData name="Chris Alvin" userId="1477fe7d-12c1-4dcd-b708-f1331679ff1c" providerId="ADAL" clId="{4B165ABE-695E-4129-9679-619837F5F4D1}" dt="2022-10-10T16:51:11.606" v="20210" actId="478"/>
          <ac:spMkLst>
            <pc:docMk/>
            <pc:sldMk cId="340332717" sldId="452"/>
            <ac:spMk id="6" creationId="{DAC9F334-8198-42A4-8593-0857B75A87E8}"/>
          </ac:spMkLst>
        </pc:spChg>
        <pc:spChg chg="del">
          <ac:chgData name="Chris Alvin" userId="1477fe7d-12c1-4dcd-b708-f1331679ff1c" providerId="ADAL" clId="{4B165ABE-695E-4129-9679-619837F5F4D1}" dt="2022-10-10T16:51:11.606" v="20210" actId="478"/>
          <ac:spMkLst>
            <pc:docMk/>
            <pc:sldMk cId="340332717" sldId="452"/>
            <ac:spMk id="9" creationId="{B929423A-F159-4605-B9B5-52258EE855D0}"/>
          </ac:spMkLst>
        </pc:spChg>
        <pc:spChg chg="del">
          <ac:chgData name="Chris Alvin" userId="1477fe7d-12c1-4dcd-b708-f1331679ff1c" providerId="ADAL" clId="{4B165ABE-695E-4129-9679-619837F5F4D1}" dt="2022-10-10T16:51:11.606" v="20210" actId="478"/>
          <ac:spMkLst>
            <pc:docMk/>
            <pc:sldMk cId="340332717" sldId="452"/>
            <ac:spMk id="10" creationId="{0E102EE8-90B7-4886-973C-34B4F9268BDF}"/>
          </ac:spMkLst>
        </pc:spChg>
        <pc:spChg chg="del">
          <ac:chgData name="Chris Alvin" userId="1477fe7d-12c1-4dcd-b708-f1331679ff1c" providerId="ADAL" clId="{4B165ABE-695E-4129-9679-619837F5F4D1}" dt="2022-10-10T16:51:11.606" v="20210" actId="478"/>
          <ac:spMkLst>
            <pc:docMk/>
            <pc:sldMk cId="340332717" sldId="452"/>
            <ac:spMk id="11" creationId="{47FD1812-F2B0-4BE6-81B5-9F80D3592E6F}"/>
          </ac:spMkLst>
        </pc:spChg>
        <pc:spChg chg="del">
          <ac:chgData name="Chris Alvin" userId="1477fe7d-12c1-4dcd-b708-f1331679ff1c" providerId="ADAL" clId="{4B165ABE-695E-4129-9679-619837F5F4D1}" dt="2022-10-10T16:51:11.606" v="20210" actId="478"/>
          <ac:spMkLst>
            <pc:docMk/>
            <pc:sldMk cId="340332717" sldId="452"/>
            <ac:spMk id="12" creationId="{9FEBEB5C-F38E-40F0-8FCB-2FFFB7DEB6C0}"/>
          </ac:spMkLst>
        </pc:spChg>
        <pc:spChg chg="del">
          <ac:chgData name="Chris Alvin" userId="1477fe7d-12c1-4dcd-b708-f1331679ff1c" providerId="ADAL" clId="{4B165ABE-695E-4129-9679-619837F5F4D1}" dt="2022-10-10T16:51:11.606" v="20210" actId="478"/>
          <ac:spMkLst>
            <pc:docMk/>
            <pc:sldMk cId="340332717" sldId="452"/>
            <ac:spMk id="13" creationId="{9E16643C-872A-4A5E-BF16-E5259EAD6DDC}"/>
          </ac:spMkLst>
        </pc:spChg>
        <pc:spChg chg="mod">
          <ac:chgData name="Chris Alvin" userId="1477fe7d-12c1-4dcd-b708-f1331679ff1c" providerId="ADAL" clId="{4B165ABE-695E-4129-9679-619837F5F4D1}" dt="2022-10-10T17:00:42.610" v="20686" actId="1076"/>
          <ac:spMkLst>
            <pc:docMk/>
            <pc:sldMk cId="340332717" sldId="452"/>
            <ac:spMk id="14" creationId="{F0511DB0-E4E5-4083-87B7-9737C0E5856C}"/>
          </ac:spMkLst>
        </pc:spChg>
        <pc:spChg chg="add mod">
          <ac:chgData name="Chris Alvin" userId="1477fe7d-12c1-4dcd-b708-f1331679ff1c" providerId="ADAL" clId="{4B165ABE-695E-4129-9679-619837F5F4D1}" dt="2022-10-10T17:00:45.418" v="20687" actId="1076"/>
          <ac:spMkLst>
            <pc:docMk/>
            <pc:sldMk cId="340332717" sldId="452"/>
            <ac:spMk id="16" creationId="{F46004B4-8CB1-4070-AF87-9689CEFE7719}"/>
          </ac:spMkLst>
        </pc:spChg>
        <pc:spChg chg="del">
          <ac:chgData name="Chris Alvin" userId="1477fe7d-12c1-4dcd-b708-f1331679ff1c" providerId="ADAL" clId="{4B165ABE-695E-4129-9679-619837F5F4D1}" dt="2022-10-10T16:51:11.606" v="20210" actId="478"/>
          <ac:spMkLst>
            <pc:docMk/>
            <pc:sldMk cId="340332717" sldId="452"/>
            <ac:spMk id="17" creationId="{6199601C-FC1D-4488-9F26-0913B1430930}"/>
          </ac:spMkLst>
        </pc:spChg>
        <pc:spChg chg="add mod">
          <ac:chgData name="Chris Alvin" userId="1477fe7d-12c1-4dcd-b708-f1331679ff1c" providerId="ADAL" clId="{4B165ABE-695E-4129-9679-619837F5F4D1}" dt="2022-10-10T17:00:51.883" v="20688" actId="1076"/>
          <ac:spMkLst>
            <pc:docMk/>
            <pc:sldMk cId="340332717" sldId="452"/>
            <ac:spMk id="18" creationId="{957B4B80-10B6-4510-A20A-71982B5FD621}"/>
          </ac:spMkLst>
        </pc:spChg>
        <pc:spChg chg="add mod">
          <ac:chgData name="Chris Alvin" userId="1477fe7d-12c1-4dcd-b708-f1331679ff1c" providerId="ADAL" clId="{4B165ABE-695E-4129-9679-619837F5F4D1}" dt="2022-10-10T17:01:05.543" v="20691" actId="1076"/>
          <ac:spMkLst>
            <pc:docMk/>
            <pc:sldMk cId="340332717" sldId="452"/>
            <ac:spMk id="19" creationId="{7E059398-8C06-4424-B86D-0D800EDAD802}"/>
          </ac:spMkLst>
        </pc:spChg>
        <pc:spChg chg="add mod">
          <ac:chgData name="Chris Alvin" userId="1477fe7d-12c1-4dcd-b708-f1331679ff1c" providerId="ADAL" clId="{4B165ABE-695E-4129-9679-619837F5F4D1}" dt="2022-10-11T14:23:04.104" v="21529" actId="20577"/>
          <ac:spMkLst>
            <pc:docMk/>
            <pc:sldMk cId="340332717" sldId="452"/>
            <ac:spMk id="20" creationId="{682011A0-5D76-42E1-A229-92C91A40BD69}"/>
          </ac:spMkLst>
        </pc:spChg>
        <pc:spChg chg="add mod">
          <ac:chgData name="Chris Alvin" userId="1477fe7d-12c1-4dcd-b708-f1331679ff1c" providerId="ADAL" clId="{4B165ABE-695E-4129-9679-619837F5F4D1}" dt="2022-10-17T12:35:18.085" v="21889" actId="20577"/>
          <ac:spMkLst>
            <pc:docMk/>
            <pc:sldMk cId="340332717" sldId="452"/>
            <ac:spMk id="21" creationId="{1A6E5A5A-25E3-4DB4-A513-C8A49466C2DC}"/>
          </ac:spMkLst>
        </pc:spChg>
        <pc:spChg chg="add mod">
          <ac:chgData name="Chris Alvin" userId="1477fe7d-12c1-4dcd-b708-f1331679ff1c" providerId="ADAL" clId="{4B165ABE-695E-4129-9679-619837F5F4D1}" dt="2022-10-10T17:00:59.192" v="20690" actId="1076"/>
          <ac:spMkLst>
            <pc:docMk/>
            <pc:sldMk cId="340332717" sldId="452"/>
            <ac:spMk id="22" creationId="{424A9645-DC10-43FE-8F93-2BDEC8A66D97}"/>
          </ac:spMkLst>
        </pc:spChg>
        <pc:spChg chg="add mod">
          <ac:chgData name="Chris Alvin" userId="1477fe7d-12c1-4dcd-b708-f1331679ff1c" providerId="ADAL" clId="{4B165ABE-695E-4129-9679-619837F5F4D1}" dt="2022-10-10T17:01:05.543" v="20691" actId="1076"/>
          <ac:spMkLst>
            <pc:docMk/>
            <pc:sldMk cId="340332717" sldId="452"/>
            <ac:spMk id="23" creationId="{2041B137-ACAD-447F-918A-DD705501B411}"/>
          </ac:spMkLst>
        </pc:spChg>
        <pc:spChg chg="add mod">
          <ac:chgData name="Chris Alvin" userId="1477fe7d-12c1-4dcd-b708-f1331679ff1c" providerId="ADAL" clId="{4B165ABE-695E-4129-9679-619837F5F4D1}" dt="2022-10-10T17:01:24.871" v="20732" actId="14100"/>
          <ac:spMkLst>
            <pc:docMk/>
            <pc:sldMk cId="340332717" sldId="452"/>
            <ac:spMk id="24" creationId="{7193462D-9819-41B3-8229-6BBAE481D252}"/>
          </ac:spMkLst>
        </pc:spChg>
        <pc:spChg chg="add mod">
          <ac:chgData name="Chris Alvin" userId="1477fe7d-12c1-4dcd-b708-f1331679ff1c" providerId="ADAL" clId="{4B165ABE-695E-4129-9679-619837F5F4D1}" dt="2022-10-10T17:02:06.860" v="20767" actId="1076"/>
          <ac:spMkLst>
            <pc:docMk/>
            <pc:sldMk cId="340332717" sldId="452"/>
            <ac:spMk id="25" creationId="{6E2415FF-9E57-4018-BC80-07439E30EA05}"/>
          </ac:spMkLst>
        </pc:spChg>
        <pc:cxnChg chg="del">
          <ac:chgData name="Chris Alvin" userId="1477fe7d-12c1-4dcd-b708-f1331679ff1c" providerId="ADAL" clId="{4B165ABE-695E-4129-9679-619837F5F4D1}" dt="2022-10-10T16:51:14.161" v="20211" actId="478"/>
          <ac:cxnSpMkLst>
            <pc:docMk/>
            <pc:sldMk cId="340332717" sldId="452"/>
            <ac:cxnSpMk id="15" creationId="{2F2025E8-0012-4097-B22E-9E303B1E2D88}"/>
          </ac:cxnSpMkLst>
        </pc:cxnChg>
      </pc:sldChg>
    </pc:docChg>
  </pc:docChgLst>
  <pc:docChgLst>
    <pc:chgData name="Chris Alvin" userId="1477fe7d-12c1-4dcd-b708-f1331679ff1c" providerId="ADAL" clId="{ABE20813-7C66-4EB8-95C6-C3B648E7CE11}"/>
    <pc:docChg chg="modSld">
      <pc:chgData name="Chris Alvin" userId="1477fe7d-12c1-4dcd-b708-f1331679ff1c" providerId="ADAL" clId="{ABE20813-7C66-4EB8-95C6-C3B648E7CE11}" dt="2023-09-12T16:48:55.364" v="51"/>
      <pc:docMkLst>
        <pc:docMk/>
      </pc:docMkLst>
      <pc:sldChg chg="addSp modSp modAnim">
        <pc:chgData name="Chris Alvin" userId="1477fe7d-12c1-4dcd-b708-f1331679ff1c" providerId="ADAL" clId="{ABE20813-7C66-4EB8-95C6-C3B648E7CE11}" dt="2023-09-12T16:48:55.364" v="51"/>
        <pc:sldMkLst>
          <pc:docMk/>
          <pc:sldMk cId="1474183318" sldId="516"/>
        </pc:sldMkLst>
        <pc:spChg chg="mod">
          <ac:chgData name="Chris Alvin" userId="1477fe7d-12c1-4dcd-b708-f1331679ff1c" providerId="ADAL" clId="{ABE20813-7C66-4EB8-95C6-C3B648E7CE11}" dt="2023-09-12T16:46:56.953" v="0" actId="6549"/>
          <ac:spMkLst>
            <pc:docMk/>
            <pc:sldMk cId="1474183318" sldId="516"/>
            <ac:spMk id="2" creationId="{41F99126-43BC-6EA3-702C-64919219C2A1}"/>
          </ac:spMkLst>
        </pc:spChg>
        <pc:spChg chg="add mod">
          <ac:chgData name="Chris Alvin" userId="1477fe7d-12c1-4dcd-b708-f1331679ff1c" providerId="ADAL" clId="{ABE20813-7C66-4EB8-95C6-C3B648E7CE11}" dt="2023-09-12T16:47:56.749" v="42" actId="6549"/>
          <ac:spMkLst>
            <pc:docMk/>
            <pc:sldMk cId="1474183318" sldId="516"/>
            <ac:spMk id="3" creationId="{5B825273-138A-FFDA-E204-35A6CB48B047}"/>
          </ac:spMkLst>
        </pc:spChg>
        <pc:spChg chg="add mod">
          <ac:chgData name="Chris Alvin" userId="1477fe7d-12c1-4dcd-b708-f1331679ff1c" providerId="ADAL" clId="{ABE20813-7C66-4EB8-95C6-C3B648E7CE11}" dt="2023-09-12T16:47:25.719" v="1" actId="571"/>
          <ac:spMkLst>
            <pc:docMk/>
            <pc:sldMk cId="1474183318" sldId="516"/>
            <ac:spMk id="5" creationId="{CA59265A-1D55-1E2E-5B42-5CBE737D58B5}"/>
          </ac:spMkLst>
        </pc:spChg>
      </pc:sldChg>
    </pc:docChg>
  </pc:docChgLst>
  <pc:docChgLst>
    <pc:chgData name="Chris Alvin" userId="1477fe7d-12c1-4dcd-b708-f1331679ff1c" providerId="ADAL" clId="{9F48952F-8C2A-4846-B02A-73F39873A2A6}"/>
    <pc:docChg chg="undo custSel addSld delSld modSld">
      <pc:chgData name="Chris Alvin" userId="1477fe7d-12c1-4dcd-b708-f1331679ff1c" providerId="ADAL" clId="{9F48952F-8C2A-4846-B02A-73F39873A2A6}" dt="2023-05-23T13:42:46.770" v="1874" actId="47"/>
      <pc:docMkLst>
        <pc:docMk/>
      </pc:docMkLst>
      <pc:sldChg chg="modSp">
        <pc:chgData name="Chris Alvin" userId="1477fe7d-12c1-4dcd-b708-f1331679ff1c" providerId="ADAL" clId="{9F48952F-8C2A-4846-B02A-73F39873A2A6}" dt="2023-05-23T13:37:54.787" v="1873" actId="6549"/>
        <pc:sldMkLst>
          <pc:docMk/>
          <pc:sldMk cId="340332717" sldId="452"/>
        </pc:sldMkLst>
        <pc:spChg chg="mod">
          <ac:chgData name="Chris Alvin" userId="1477fe7d-12c1-4dcd-b708-f1331679ff1c" providerId="ADAL" clId="{9F48952F-8C2A-4846-B02A-73F39873A2A6}" dt="2023-05-23T13:37:54.787" v="1873" actId="6549"/>
          <ac:spMkLst>
            <pc:docMk/>
            <pc:sldMk cId="340332717" sldId="452"/>
            <ac:spMk id="11" creationId="{3CAD95AB-F41F-B85E-AD90-7721D0469EA2}"/>
          </ac:spMkLst>
        </pc:spChg>
      </pc:sldChg>
      <pc:sldChg chg="addSp modSp mod modAnim">
        <pc:chgData name="Chris Alvin" userId="1477fe7d-12c1-4dcd-b708-f1331679ff1c" providerId="ADAL" clId="{9F48952F-8C2A-4846-B02A-73F39873A2A6}" dt="2023-05-23T00:11:17.198" v="715" actId="20577"/>
        <pc:sldMkLst>
          <pc:docMk/>
          <pc:sldMk cId="3327285577" sldId="470"/>
        </pc:sldMkLst>
        <pc:spChg chg="add mod">
          <ac:chgData name="Chris Alvin" userId="1477fe7d-12c1-4dcd-b708-f1331679ff1c" providerId="ADAL" clId="{9F48952F-8C2A-4846-B02A-73F39873A2A6}" dt="2023-05-22T23:48:51.712" v="208" actId="207"/>
          <ac:spMkLst>
            <pc:docMk/>
            <pc:sldMk cId="3327285577" sldId="470"/>
            <ac:spMk id="2" creationId="{858A923A-81EA-0FE3-9486-E0D4AC42356A}"/>
          </ac:spMkLst>
        </pc:spChg>
        <pc:spChg chg="mod">
          <ac:chgData name="Chris Alvin" userId="1477fe7d-12c1-4dcd-b708-f1331679ff1c" providerId="ADAL" clId="{9F48952F-8C2A-4846-B02A-73F39873A2A6}" dt="2023-05-22T23:46:59.586" v="85" actId="14100"/>
          <ac:spMkLst>
            <pc:docMk/>
            <pc:sldMk cId="3327285577" sldId="470"/>
            <ac:spMk id="3" creationId="{13C02AD1-62E4-D881-73B3-DCBDE49477FC}"/>
          </ac:spMkLst>
        </pc:spChg>
        <pc:spChg chg="add mod">
          <ac:chgData name="Chris Alvin" userId="1477fe7d-12c1-4dcd-b708-f1331679ff1c" providerId="ADAL" clId="{9F48952F-8C2A-4846-B02A-73F39873A2A6}" dt="2023-05-22T23:48:59.133" v="209" actId="207"/>
          <ac:spMkLst>
            <pc:docMk/>
            <pc:sldMk cId="3327285577" sldId="470"/>
            <ac:spMk id="5" creationId="{511E6775-4AEE-98C4-6D89-64E6F1E6D1E4}"/>
          </ac:spMkLst>
        </pc:spChg>
        <pc:spChg chg="add mod">
          <ac:chgData name="Chris Alvin" userId="1477fe7d-12c1-4dcd-b708-f1331679ff1c" providerId="ADAL" clId="{9F48952F-8C2A-4846-B02A-73F39873A2A6}" dt="2023-05-23T00:11:17.198" v="715" actId="20577"/>
          <ac:spMkLst>
            <pc:docMk/>
            <pc:sldMk cId="3327285577" sldId="470"/>
            <ac:spMk id="6" creationId="{797E23AE-0AA4-CAB1-87EC-A96E0DF25A32}"/>
          </ac:spMkLst>
        </pc:spChg>
      </pc:sldChg>
      <pc:sldChg chg="addSp modSp mod">
        <pc:chgData name="Chris Alvin" userId="1477fe7d-12c1-4dcd-b708-f1331679ff1c" providerId="ADAL" clId="{9F48952F-8C2A-4846-B02A-73F39873A2A6}" dt="2023-05-23T00:08:31.645" v="657" actId="20577"/>
        <pc:sldMkLst>
          <pc:docMk/>
          <pc:sldMk cId="3301625856" sldId="474"/>
        </pc:sldMkLst>
        <pc:spChg chg="add mod">
          <ac:chgData name="Chris Alvin" userId="1477fe7d-12c1-4dcd-b708-f1331679ff1c" providerId="ADAL" clId="{9F48952F-8C2A-4846-B02A-73F39873A2A6}" dt="2023-05-23T00:08:21.384" v="643" actId="1076"/>
          <ac:spMkLst>
            <pc:docMk/>
            <pc:sldMk cId="3301625856" sldId="474"/>
            <ac:spMk id="2" creationId="{DDC45A33-9306-12CF-93AA-A6DD67072AD9}"/>
          </ac:spMkLst>
        </pc:spChg>
        <pc:spChg chg="mod">
          <ac:chgData name="Chris Alvin" userId="1477fe7d-12c1-4dcd-b708-f1331679ff1c" providerId="ADAL" clId="{9F48952F-8C2A-4846-B02A-73F39873A2A6}" dt="2023-05-23T00:08:15.961" v="642" actId="1076"/>
          <ac:spMkLst>
            <pc:docMk/>
            <pc:sldMk cId="3301625856" sldId="474"/>
            <ac:spMk id="3" creationId="{DDE0F52A-34A2-04D3-60D3-E2FD7F72F05A}"/>
          </ac:spMkLst>
        </pc:spChg>
        <pc:spChg chg="mod">
          <ac:chgData name="Chris Alvin" userId="1477fe7d-12c1-4dcd-b708-f1331679ff1c" providerId="ADAL" clId="{9F48952F-8C2A-4846-B02A-73F39873A2A6}" dt="2023-05-23T00:08:31.645" v="657" actId="20577"/>
          <ac:spMkLst>
            <pc:docMk/>
            <pc:sldMk cId="3301625856" sldId="474"/>
            <ac:spMk id="4" creationId="{00000000-0000-0000-0000-000000000000}"/>
          </ac:spMkLst>
        </pc:spChg>
        <pc:spChg chg="add mod">
          <ac:chgData name="Chris Alvin" userId="1477fe7d-12c1-4dcd-b708-f1331679ff1c" providerId="ADAL" clId="{9F48952F-8C2A-4846-B02A-73F39873A2A6}" dt="2023-05-23T00:08:21.384" v="643" actId="1076"/>
          <ac:spMkLst>
            <pc:docMk/>
            <pc:sldMk cId="3301625856" sldId="474"/>
            <ac:spMk id="5" creationId="{B750D707-8A77-4901-3BEA-8B3C9E0AD894}"/>
          </ac:spMkLst>
        </pc:spChg>
        <pc:spChg chg="mod">
          <ac:chgData name="Chris Alvin" userId="1477fe7d-12c1-4dcd-b708-f1331679ff1c" providerId="ADAL" clId="{9F48952F-8C2A-4846-B02A-73F39873A2A6}" dt="2023-05-22T23:42:18.333" v="46" actId="20577"/>
          <ac:spMkLst>
            <pc:docMk/>
            <pc:sldMk cId="3301625856" sldId="474"/>
            <ac:spMk id="6" creationId="{88BE2FA1-2010-E668-BCF7-EADDE9417FF4}"/>
          </ac:spMkLst>
        </pc:spChg>
        <pc:spChg chg="mod">
          <ac:chgData name="Chris Alvin" userId="1477fe7d-12c1-4dcd-b708-f1331679ff1c" providerId="ADAL" clId="{9F48952F-8C2A-4846-B02A-73F39873A2A6}" dt="2023-05-22T23:42:34.110" v="71" actId="20577"/>
          <ac:spMkLst>
            <pc:docMk/>
            <pc:sldMk cId="3301625856" sldId="474"/>
            <ac:spMk id="7" creationId="{DDCBBD03-F8F4-61CD-32A1-9B53F7DF7D25}"/>
          </ac:spMkLst>
        </pc:spChg>
        <pc:spChg chg="add mod">
          <ac:chgData name="Chris Alvin" userId="1477fe7d-12c1-4dcd-b708-f1331679ff1c" providerId="ADAL" clId="{9F48952F-8C2A-4846-B02A-73F39873A2A6}" dt="2023-05-23T00:08:21.384" v="643" actId="1076"/>
          <ac:spMkLst>
            <pc:docMk/>
            <pc:sldMk cId="3301625856" sldId="474"/>
            <ac:spMk id="8" creationId="{CFEDD08C-974B-96B4-B3BB-8C78626B0223}"/>
          </ac:spMkLst>
        </pc:spChg>
        <pc:spChg chg="add mod">
          <ac:chgData name="Chris Alvin" userId="1477fe7d-12c1-4dcd-b708-f1331679ff1c" providerId="ADAL" clId="{9F48952F-8C2A-4846-B02A-73F39873A2A6}" dt="2023-05-23T00:08:15.961" v="642" actId="1076"/>
          <ac:spMkLst>
            <pc:docMk/>
            <pc:sldMk cId="3301625856" sldId="474"/>
            <ac:spMk id="9" creationId="{4930CE8C-FB89-CF0F-AAD5-71F6921693AB}"/>
          </ac:spMkLst>
        </pc:spChg>
        <pc:spChg chg="add mod">
          <ac:chgData name="Chris Alvin" userId="1477fe7d-12c1-4dcd-b708-f1331679ff1c" providerId="ADAL" clId="{9F48952F-8C2A-4846-B02A-73F39873A2A6}" dt="2023-05-23T00:08:15.961" v="642" actId="1076"/>
          <ac:spMkLst>
            <pc:docMk/>
            <pc:sldMk cId="3301625856" sldId="474"/>
            <ac:spMk id="10" creationId="{7F2FAF44-6EF6-031E-F933-C548C235371F}"/>
          </ac:spMkLst>
        </pc:spChg>
        <pc:spChg chg="add mod">
          <ac:chgData name="Chris Alvin" userId="1477fe7d-12c1-4dcd-b708-f1331679ff1c" providerId="ADAL" clId="{9F48952F-8C2A-4846-B02A-73F39873A2A6}" dt="2023-05-23T00:08:15.961" v="642" actId="1076"/>
          <ac:spMkLst>
            <pc:docMk/>
            <pc:sldMk cId="3301625856" sldId="474"/>
            <ac:spMk id="11" creationId="{24BF18A0-6F75-3E44-92B9-8A766FF4FC39}"/>
          </ac:spMkLst>
        </pc:spChg>
      </pc:sldChg>
      <pc:sldChg chg="addSp delSp modSp add mod">
        <pc:chgData name="Chris Alvin" userId="1477fe7d-12c1-4dcd-b708-f1331679ff1c" providerId="ADAL" clId="{9F48952F-8C2A-4846-B02A-73F39873A2A6}" dt="2023-05-23T00:22:41.829" v="923" actId="1076"/>
        <pc:sldMkLst>
          <pc:docMk/>
          <pc:sldMk cId="3345890663" sldId="504"/>
        </pc:sldMkLst>
        <pc:spChg chg="del">
          <ac:chgData name="Chris Alvin" userId="1477fe7d-12c1-4dcd-b708-f1331679ff1c" providerId="ADAL" clId="{9F48952F-8C2A-4846-B02A-73F39873A2A6}" dt="2023-05-23T00:08:50.069" v="667" actId="478"/>
          <ac:spMkLst>
            <pc:docMk/>
            <pc:sldMk cId="3345890663" sldId="504"/>
            <ac:spMk id="2" creationId="{DDC45A33-9306-12CF-93AA-A6DD67072AD9}"/>
          </ac:spMkLst>
        </pc:spChg>
        <pc:spChg chg="mod">
          <ac:chgData name="Chris Alvin" userId="1477fe7d-12c1-4dcd-b708-f1331679ff1c" providerId="ADAL" clId="{9F48952F-8C2A-4846-B02A-73F39873A2A6}" dt="2023-05-23T00:20:09.770" v="875" actId="1076"/>
          <ac:spMkLst>
            <pc:docMk/>
            <pc:sldMk cId="3345890663" sldId="504"/>
            <ac:spMk id="3" creationId="{DDE0F52A-34A2-04D3-60D3-E2FD7F72F05A}"/>
          </ac:spMkLst>
        </pc:spChg>
        <pc:spChg chg="mod">
          <ac:chgData name="Chris Alvin" userId="1477fe7d-12c1-4dcd-b708-f1331679ff1c" providerId="ADAL" clId="{9F48952F-8C2A-4846-B02A-73F39873A2A6}" dt="2023-05-23T00:08:41.791" v="666" actId="20577"/>
          <ac:spMkLst>
            <pc:docMk/>
            <pc:sldMk cId="3345890663" sldId="504"/>
            <ac:spMk id="4" creationId="{00000000-0000-0000-0000-000000000000}"/>
          </ac:spMkLst>
        </pc:spChg>
        <pc:spChg chg="del">
          <ac:chgData name="Chris Alvin" userId="1477fe7d-12c1-4dcd-b708-f1331679ff1c" providerId="ADAL" clId="{9F48952F-8C2A-4846-B02A-73F39873A2A6}" dt="2023-05-23T00:08:50.069" v="667" actId="478"/>
          <ac:spMkLst>
            <pc:docMk/>
            <pc:sldMk cId="3345890663" sldId="504"/>
            <ac:spMk id="5" creationId="{B750D707-8A77-4901-3BEA-8B3C9E0AD894}"/>
          </ac:spMkLst>
        </pc:spChg>
        <pc:spChg chg="mod">
          <ac:chgData name="Chris Alvin" userId="1477fe7d-12c1-4dcd-b708-f1331679ff1c" providerId="ADAL" clId="{9F48952F-8C2A-4846-B02A-73F39873A2A6}" dt="2023-05-23T00:18:38.651" v="859" actId="1076"/>
          <ac:spMkLst>
            <pc:docMk/>
            <pc:sldMk cId="3345890663" sldId="504"/>
            <ac:spMk id="6" creationId="{88BE2FA1-2010-E668-BCF7-EADDE9417FF4}"/>
          </ac:spMkLst>
        </pc:spChg>
        <pc:spChg chg="mod">
          <ac:chgData name="Chris Alvin" userId="1477fe7d-12c1-4dcd-b708-f1331679ff1c" providerId="ADAL" clId="{9F48952F-8C2A-4846-B02A-73F39873A2A6}" dt="2023-05-23T00:20:37.830" v="877" actId="1076"/>
          <ac:spMkLst>
            <pc:docMk/>
            <pc:sldMk cId="3345890663" sldId="504"/>
            <ac:spMk id="7" creationId="{DDCBBD03-F8F4-61CD-32A1-9B53F7DF7D25}"/>
          </ac:spMkLst>
        </pc:spChg>
        <pc:spChg chg="del">
          <ac:chgData name="Chris Alvin" userId="1477fe7d-12c1-4dcd-b708-f1331679ff1c" providerId="ADAL" clId="{9F48952F-8C2A-4846-B02A-73F39873A2A6}" dt="2023-05-23T00:08:50.069" v="667" actId="478"/>
          <ac:spMkLst>
            <pc:docMk/>
            <pc:sldMk cId="3345890663" sldId="504"/>
            <ac:spMk id="8" creationId="{CFEDD08C-974B-96B4-B3BB-8C78626B0223}"/>
          </ac:spMkLst>
        </pc:spChg>
        <pc:spChg chg="del">
          <ac:chgData name="Chris Alvin" userId="1477fe7d-12c1-4dcd-b708-f1331679ff1c" providerId="ADAL" clId="{9F48952F-8C2A-4846-B02A-73F39873A2A6}" dt="2023-05-23T00:08:50.069" v="667" actId="478"/>
          <ac:spMkLst>
            <pc:docMk/>
            <pc:sldMk cId="3345890663" sldId="504"/>
            <ac:spMk id="9" creationId="{4930CE8C-FB89-CF0F-AAD5-71F6921693AB}"/>
          </ac:spMkLst>
        </pc:spChg>
        <pc:spChg chg="del">
          <ac:chgData name="Chris Alvin" userId="1477fe7d-12c1-4dcd-b708-f1331679ff1c" providerId="ADAL" clId="{9F48952F-8C2A-4846-B02A-73F39873A2A6}" dt="2023-05-23T00:08:50.069" v="667" actId="478"/>
          <ac:spMkLst>
            <pc:docMk/>
            <pc:sldMk cId="3345890663" sldId="504"/>
            <ac:spMk id="10" creationId="{7F2FAF44-6EF6-031E-F933-C548C235371F}"/>
          </ac:spMkLst>
        </pc:spChg>
        <pc:spChg chg="del">
          <ac:chgData name="Chris Alvin" userId="1477fe7d-12c1-4dcd-b708-f1331679ff1c" providerId="ADAL" clId="{9F48952F-8C2A-4846-B02A-73F39873A2A6}" dt="2023-05-23T00:08:50.069" v="667" actId="478"/>
          <ac:spMkLst>
            <pc:docMk/>
            <pc:sldMk cId="3345890663" sldId="504"/>
            <ac:spMk id="11" creationId="{24BF18A0-6F75-3E44-92B9-8A766FF4FC39}"/>
          </ac:spMkLst>
        </pc:spChg>
        <pc:spChg chg="add mod">
          <ac:chgData name="Chris Alvin" userId="1477fe7d-12c1-4dcd-b708-f1331679ff1c" providerId="ADAL" clId="{9F48952F-8C2A-4846-B02A-73F39873A2A6}" dt="2023-05-23T00:18:44.629" v="861" actId="1076"/>
          <ac:spMkLst>
            <pc:docMk/>
            <pc:sldMk cId="3345890663" sldId="504"/>
            <ac:spMk id="12" creationId="{B914D875-3DDD-A2C3-364D-073D4455650D}"/>
          </ac:spMkLst>
        </pc:spChg>
        <pc:spChg chg="add mod">
          <ac:chgData name="Chris Alvin" userId="1477fe7d-12c1-4dcd-b708-f1331679ff1c" providerId="ADAL" clId="{9F48952F-8C2A-4846-B02A-73F39873A2A6}" dt="2023-05-23T00:18:48.103" v="862" actId="1076"/>
          <ac:spMkLst>
            <pc:docMk/>
            <pc:sldMk cId="3345890663" sldId="504"/>
            <ac:spMk id="13" creationId="{B2BFD40B-5E16-E1B6-CB7E-B973F8FA5186}"/>
          </ac:spMkLst>
        </pc:spChg>
        <pc:spChg chg="add mod">
          <ac:chgData name="Chris Alvin" userId="1477fe7d-12c1-4dcd-b708-f1331679ff1c" providerId="ADAL" clId="{9F48952F-8C2A-4846-B02A-73F39873A2A6}" dt="2023-05-23T00:18:57.069" v="863" actId="1076"/>
          <ac:spMkLst>
            <pc:docMk/>
            <pc:sldMk cId="3345890663" sldId="504"/>
            <ac:spMk id="14" creationId="{856A1FC2-D0AA-535E-20BC-8AECAC80FB31}"/>
          </ac:spMkLst>
        </pc:spChg>
        <pc:spChg chg="add mod">
          <ac:chgData name="Chris Alvin" userId="1477fe7d-12c1-4dcd-b708-f1331679ff1c" providerId="ADAL" clId="{9F48952F-8C2A-4846-B02A-73F39873A2A6}" dt="2023-05-23T00:19:02.471" v="864" actId="1076"/>
          <ac:spMkLst>
            <pc:docMk/>
            <pc:sldMk cId="3345890663" sldId="504"/>
            <ac:spMk id="15" creationId="{695E2597-DCEF-8DC1-ED87-BAB34EAEC680}"/>
          </ac:spMkLst>
        </pc:spChg>
        <pc:spChg chg="add del mod">
          <ac:chgData name="Chris Alvin" userId="1477fe7d-12c1-4dcd-b708-f1331679ff1c" providerId="ADAL" clId="{9F48952F-8C2A-4846-B02A-73F39873A2A6}" dt="2023-05-23T00:19:26.299" v="867" actId="478"/>
          <ac:spMkLst>
            <pc:docMk/>
            <pc:sldMk cId="3345890663" sldId="504"/>
            <ac:spMk id="16" creationId="{D066F948-C3F0-2EDD-A077-B77FA1809210}"/>
          </ac:spMkLst>
        </pc:spChg>
        <pc:spChg chg="add mod">
          <ac:chgData name="Chris Alvin" userId="1477fe7d-12c1-4dcd-b708-f1331679ff1c" providerId="ADAL" clId="{9F48952F-8C2A-4846-B02A-73F39873A2A6}" dt="2023-05-23T00:19:32.793" v="868" actId="1076"/>
          <ac:spMkLst>
            <pc:docMk/>
            <pc:sldMk cId="3345890663" sldId="504"/>
            <ac:spMk id="17" creationId="{D52CDFE1-2C40-B0DC-BEC4-6EEE6E50CA67}"/>
          </ac:spMkLst>
        </pc:spChg>
        <pc:spChg chg="add mod">
          <ac:chgData name="Chris Alvin" userId="1477fe7d-12c1-4dcd-b708-f1331679ff1c" providerId="ADAL" clId="{9F48952F-8C2A-4846-B02A-73F39873A2A6}" dt="2023-05-23T00:19:32.793" v="868" actId="1076"/>
          <ac:spMkLst>
            <pc:docMk/>
            <pc:sldMk cId="3345890663" sldId="504"/>
            <ac:spMk id="18" creationId="{142EE6B6-540B-A6B8-5EC2-0937CC017FBE}"/>
          </ac:spMkLst>
        </pc:spChg>
        <pc:spChg chg="add mod">
          <ac:chgData name="Chris Alvin" userId="1477fe7d-12c1-4dcd-b708-f1331679ff1c" providerId="ADAL" clId="{9F48952F-8C2A-4846-B02A-73F39873A2A6}" dt="2023-05-23T00:20:05.120" v="874" actId="14100"/>
          <ac:spMkLst>
            <pc:docMk/>
            <pc:sldMk cId="3345890663" sldId="504"/>
            <ac:spMk id="19" creationId="{D423ACD7-0A3A-04E5-CF9A-DDD3D0D76DAB}"/>
          </ac:spMkLst>
        </pc:spChg>
        <pc:spChg chg="add mod">
          <ac:chgData name="Chris Alvin" userId="1477fe7d-12c1-4dcd-b708-f1331679ff1c" providerId="ADAL" clId="{9F48952F-8C2A-4846-B02A-73F39873A2A6}" dt="2023-05-23T00:22:41.829" v="923" actId="1076"/>
          <ac:spMkLst>
            <pc:docMk/>
            <pc:sldMk cId="3345890663" sldId="504"/>
            <ac:spMk id="20" creationId="{0B4B03C7-F92C-F7B8-F854-FE4B3136E363}"/>
          </ac:spMkLst>
        </pc:spChg>
      </pc:sldChg>
      <pc:sldChg chg="addSp delSp modSp add mod modAnim">
        <pc:chgData name="Chris Alvin" userId="1477fe7d-12c1-4dcd-b708-f1331679ff1c" providerId="ADAL" clId="{9F48952F-8C2A-4846-B02A-73F39873A2A6}" dt="2023-05-23T13:08:26.136" v="1852" actId="1076"/>
        <pc:sldMkLst>
          <pc:docMk/>
          <pc:sldMk cId="706563196" sldId="505"/>
        </pc:sldMkLst>
        <pc:spChg chg="add mod">
          <ac:chgData name="Chris Alvin" userId="1477fe7d-12c1-4dcd-b708-f1331679ff1c" providerId="ADAL" clId="{9F48952F-8C2A-4846-B02A-73F39873A2A6}" dt="2023-05-23T12:53:07.992" v="1522" actId="20577"/>
          <ac:spMkLst>
            <pc:docMk/>
            <pc:sldMk cId="706563196" sldId="505"/>
            <ac:spMk id="2" creationId="{F1A9E766-B3C1-38AF-AEA6-796EA543106A}"/>
          </ac:spMkLst>
        </pc:spChg>
        <pc:spChg chg="mod">
          <ac:chgData name="Chris Alvin" userId="1477fe7d-12c1-4dcd-b708-f1331679ff1c" providerId="ADAL" clId="{9F48952F-8C2A-4846-B02A-73F39873A2A6}" dt="2023-05-23T13:08:26.136" v="1852" actId="1076"/>
          <ac:spMkLst>
            <pc:docMk/>
            <pc:sldMk cId="706563196" sldId="505"/>
            <ac:spMk id="3" creationId="{DDE0F52A-34A2-04D3-60D3-E2FD7F72F05A}"/>
          </ac:spMkLst>
        </pc:spChg>
        <pc:spChg chg="mod">
          <ac:chgData name="Chris Alvin" userId="1477fe7d-12c1-4dcd-b708-f1331679ff1c" providerId="ADAL" clId="{9F48952F-8C2A-4846-B02A-73F39873A2A6}" dt="2023-05-23T00:09:00.825" v="669" actId="20577"/>
          <ac:spMkLst>
            <pc:docMk/>
            <pc:sldMk cId="706563196" sldId="505"/>
            <ac:spMk id="4" creationId="{00000000-0000-0000-0000-000000000000}"/>
          </ac:spMkLst>
        </pc:spChg>
        <pc:spChg chg="add mod">
          <ac:chgData name="Chris Alvin" userId="1477fe7d-12c1-4dcd-b708-f1331679ff1c" providerId="ADAL" clId="{9F48952F-8C2A-4846-B02A-73F39873A2A6}" dt="2023-05-23T12:54:41.003" v="1571" actId="20577"/>
          <ac:spMkLst>
            <pc:docMk/>
            <pc:sldMk cId="706563196" sldId="505"/>
            <ac:spMk id="5" creationId="{41A67C7E-9F14-658C-56EB-A36028B2A5A5}"/>
          </ac:spMkLst>
        </pc:spChg>
        <pc:spChg chg="mod">
          <ac:chgData name="Chris Alvin" userId="1477fe7d-12c1-4dcd-b708-f1331679ff1c" providerId="ADAL" clId="{9F48952F-8C2A-4846-B02A-73F39873A2A6}" dt="2023-05-23T12:50:23.449" v="1500" actId="6549"/>
          <ac:spMkLst>
            <pc:docMk/>
            <pc:sldMk cId="706563196" sldId="505"/>
            <ac:spMk id="6" creationId="{88BE2FA1-2010-E668-BCF7-EADDE9417FF4}"/>
          </ac:spMkLst>
        </pc:spChg>
        <pc:spChg chg="add mod">
          <ac:chgData name="Chris Alvin" userId="1477fe7d-12c1-4dcd-b708-f1331679ff1c" providerId="ADAL" clId="{9F48952F-8C2A-4846-B02A-73F39873A2A6}" dt="2023-05-23T12:54:52.844" v="1583" actId="20577"/>
          <ac:spMkLst>
            <pc:docMk/>
            <pc:sldMk cId="706563196" sldId="505"/>
            <ac:spMk id="8" creationId="{5CDD0391-24E8-7229-2AB4-EB92D191A3D8}"/>
          </ac:spMkLst>
        </pc:spChg>
        <pc:spChg chg="add mod">
          <ac:chgData name="Chris Alvin" userId="1477fe7d-12c1-4dcd-b708-f1331679ff1c" providerId="ADAL" clId="{9F48952F-8C2A-4846-B02A-73F39873A2A6}" dt="2023-05-23T12:56:14.294" v="1722" actId="21"/>
          <ac:spMkLst>
            <pc:docMk/>
            <pc:sldMk cId="706563196" sldId="505"/>
            <ac:spMk id="9" creationId="{B9F322BA-1EFC-73DD-6930-BB63803DB3A9}"/>
          </ac:spMkLst>
        </pc:spChg>
        <pc:spChg chg="add mod">
          <ac:chgData name="Chris Alvin" userId="1477fe7d-12c1-4dcd-b708-f1331679ff1c" providerId="ADAL" clId="{9F48952F-8C2A-4846-B02A-73F39873A2A6}" dt="2023-05-23T13:07:43.433" v="1846" actId="1076"/>
          <ac:spMkLst>
            <pc:docMk/>
            <pc:sldMk cId="706563196" sldId="505"/>
            <ac:spMk id="10" creationId="{CD54E5BE-49BA-4093-FA7E-50C24A2148DC}"/>
          </ac:spMkLst>
        </pc:spChg>
        <pc:spChg chg="add mod">
          <ac:chgData name="Chris Alvin" userId="1477fe7d-12c1-4dcd-b708-f1331679ff1c" providerId="ADAL" clId="{9F48952F-8C2A-4846-B02A-73F39873A2A6}" dt="2023-05-23T13:08:17.894" v="1851" actId="1076"/>
          <ac:spMkLst>
            <pc:docMk/>
            <pc:sldMk cId="706563196" sldId="505"/>
            <ac:spMk id="11" creationId="{54AC0FFA-9D98-7192-ABFC-5B85530ECE21}"/>
          </ac:spMkLst>
        </pc:spChg>
        <pc:spChg chg="add mod">
          <ac:chgData name="Chris Alvin" userId="1477fe7d-12c1-4dcd-b708-f1331679ff1c" providerId="ADAL" clId="{9F48952F-8C2A-4846-B02A-73F39873A2A6}" dt="2023-05-23T13:07:52.545" v="1848" actId="14100"/>
          <ac:spMkLst>
            <pc:docMk/>
            <pc:sldMk cId="706563196" sldId="505"/>
            <ac:spMk id="12" creationId="{49BC9606-B6DB-A688-F5F8-8E39A851BEDA}"/>
          </ac:spMkLst>
        </pc:spChg>
        <pc:spChg chg="add mod">
          <ac:chgData name="Chris Alvin" userId="1477fe7d-12c1-4dcd-b708-f1331679ff1c" providerId="ADAL" clId="{9F48952F-8C2A-4846-B02A-73F39873A2A6}" dt="2023-05-23T13:08:02.083" v="1850" actId="14100"/>
          <ac:spMkLst>
            <pc:docMk/>
            <pc:sldMk cId="706563196" sldId="505"/>
            <ac:spMk id="13" creationId="{BA11626D-D048-9E64-22BE-9CB832A42F4B}"/>
          </ac:spMkLst>
        </pc:spChg>
        <pc:spChg chg="add del mod">
          <ac:chgData name="Chris Alvin" userId="1477fe7d-12c1-4dcd-b708-f1331679ff1c" providerId="ADAL" clId="{9F48952F-8C2A-4846-B02A-73F39873A2A6}" dt="2023-05-23T13:05:37.358" v="1806" actId="478"/>
          <ac:spMkLst>
            <pc:docMk/>
            <pc:sldMk cId="706563196" sldId="505"/>
            <ac:spMk id="14" creationId="{CAAB433F-22FC-0298-57E7-78CA4B347B7B}"/>
          </ac:spMkLst>
        </pc:spChg>
      </pc:sldChg>
      <pc:sldChg chg="new del">
        <pc:chgData name="Chris Alvin" userId="1477fe7d-12c1-4dcd-b708-f1331679ff1c" providerId="ADAL" clId="{9F48952F-8C2A-4846-B02A-73F39873A2A6}" dt="2023-05-23T00:09:06.248" v="672" actId="47"/>
        <pc:sldMkLst>
          <pc:docMk/>
          <pc:sldMk cId="1555927516" sldId="506"/>
        </pc:sldMkLst>
      </pc:sldChg>
      <pc:sldChg chg="addSp modSp add mod modAnim">
        <pc:chgData name="Chris Alvin" userId="1477fe7d-12c1-4dcd-b708-f1331679ff1c" providerId="ADAL" clId="{9F48952F-8C2A-4846-B02A-73F39873A2A6}" dt="2023-05-23T12:45:49.299" v="1444" actId="207"/>
        <pc:sldMkLst>
          <pc:docMk/>
          <pc:sldMk cId="2273767317" sldId="507"/>
        </pc:sldMkLst>
        <pc:spChg chg="add mod">
          <ac:chgData name="Chris Alvin" userId="1477fe7d-12c1-4dcd-b708-f1331679ff1c" providerId="ADAL" clId="{9F48952F-8C2A-4846-B02A-73F39873A2A6}" dt="2023-05-23T12:33:29.852" v="961" actId="6549"/>
          <ac:spMkLst>
            <pc:docMk/>
            <pc:sldMk cId="2273767317" sldId="507"/>
            <ac:spMk id="2" creationId="{5F908A98-BF1C-3D07-0D76-A8AA44A13535}"/>
          </ac:spMkLst>
        </pc:spChg>
        <pc:spChg chg="mod">
          <ac:chgData name="Chris Alvin" userId="1477fe7d-12c1-4dcd-b708-f1331679ff1c" providerId="ADAL" clId="{9F48952F-8C2A-4846-B02A-73F39873A2A6}" dt="2023-05-23T12:45:35.812" v="1440" actId="1076"/>
          <ac:spMkLst>
            <pc:docMk/>
            <pc:sldMk cId="2273767317" sldId="507"/>
            <ac:spMk id="3" creationId="{DDE0F52A-34A2-04D3-60D3-E2FD7F72F05A}"/>
          </ac:spMkLst>
        </pc:spChg>
        <pc:spChg chg="mod">
          <ac:chgData name="Chris Alvin" userId="1477fe7d-12c1-4dcd-b708-f1331679ff1c" providerId="ADAL" clId="{9F48952F-8C2A-4846-B02A-73F39873A2A6}" dt="2023-05-23T00:09:12.447" v="684" actId="20577"/>
          <ac:spMkLst>
            <pc:docMk/>
            <pc:sldMk cId="2273767317" sldId="507"/>
            <ac:spMk id="4" creationId="{00000000-0000-0000-0000-000000000000}"/>
          </ac:spMkLst>
        </pc:spChg>
        <pc:spChg chg="add mod">
          <ac:chgData name="Chris Alvin" userId="1477fe7d-12c1-4dcd-b708-f1331679ff1c" providerId="ADAL" clId="{9F48952F-8C2A-4846-B02A-73F39873A2A6}" dt="2023-05-23T12:38:25.582" v="983" actId="20577"/>
          <ac:spMkLst>
            <pc:docMk/>
            <pc:sldMk cId="2273767317" sldId="507"/>
            <ac:spMk id="5" creationId="{76F22F8A-72D8-43D7-E1AF-08D1121F6FEA}"/>
          </ac:spMkLst>
        </pc:spChg>
        <pc:spChg chg="mod">
          <ac:chgData name="Chris Alvin" userId="1477fe7d-12c1-4dcd-b708-f1331679ff1c" providerId="ADAL" clId="{9F48952F-8C2A-4846-B02A-73F39873A2A6}" dt="2023-05-23T12:32:53.504" v="940" actId="6549"/>
          <ac:spMkLst>
            <pc:docMk/>
            <pc:sldMk cId="2273767317" sldId="507"/>
            <ac:spMk id="6" creationId="{88BE2FA1-2010-E668-BCF7-EADDE9417FF4}"/>
          </ac:spMkLst>
        </pc:spChg>
        <pc:spChg chg="add mod">
          <ac:chgData name="Chris Alvin" userId="1477fe7d-12c1-4dcd-b708-f1331679ff1c" providerId="ADAL" clId="{9F48952F-8C2A-4846-B02A-73F39873A2A6}" dt="2023-05-23T12:39:01.373" v="1016" actId="6549"/>
          <ac:spMkLst>
            <pc:docMk/>
            <pc:sldMk cId="2273767317" sldId="507"/>
            <ac:spMk id="8" creationId="{8957FC2B-BF5D-142A-034D-5A0E84358D55}"/>
          </ac:spMkLst>
        </pc:spChg>
        <pc:spChg chg="add mod">
          <ac:chgData name="Chris Alvin" userId="1477fe7d-12c1-4dcd-b708-f1331679ff1c" providerId="ADAL" clId="{9F48952F-8C2A-4846-B02A-73F39873A2A6}" dt="2023-05-23T12:40:21.921" v="1230" actId="20577"/>
          <ac:spMkLst>
            <pc:docMk/>
            <pc:sldMk cId="2273767317" sldId="507"/>
            <ac:spMk id="9" creationId="{65FB9BB5-DD24-093B-481C-8DA25C5CFCA2}"/>
          </ac:spMkLst>
        </pc:spChg>
        <pc:spChg chg="add mod">
          <ac:chgData name="Chris Alvin" userId="1477fe7d-12c1-4dcd-b708-f1331679ff1c" providerId="ADAL" clId="{9F48952F-8C2A-4846-B02A-73F39873A2A6}" dt="2023-05-23T12:45:35.812" v="1440" actId="1076"/>
          <ac:spMkLst>
            <pc:docMk/>
            <pc:sldMk cId="2273767317" sldId="507"/>
            <ac:spMk id="10" creationId="{E860D817-32CE-6819-C90F-A6BE8C96669A}"/>
          </ac:spMkLst>
        </pc:spChg>
        <pc:spChg chg="add mod">
          <ac:chgData name="Chris Alvin" userId="1477fe7d-12c1-4dcd-b708-f1331679ff1c" providerId="ADAL" clId="{9F48952F-8C2A-4846-B02A-73F39873A2A6}" dt="2023-05-23T12:45:35.812" v="1440" actId="1076"/>
          <ac:spMkLst>
            <pc:docMk/>
            <pc:sldMk cId="2273767317" sldId="507"/>
            <ac:spMk id="11" creationId="{4291CBEC-2E1C-AB9E-FA1B-A57FE68DD825}"/>
          </ac:spMkLst>
        </pc:spChg>
        <pc:spChg chg="add mod">
          <ac:chgData name="Chris Alvin" userId="1477fe7d-12c1-4dcd-b708-f1331679ff1c" providerId="ADAL" clId="{9F48952F-8C2A-4846-B02A-73F39873A2A6}" dt="2023-05-23T12:45:35.812" v="1440" actId="1076"/>
          <ac:spMkLst>
            <pc:docMk/>
            <pc:sldMk cId="2273767317" sldId="507"/>
            <ac:spMk id="12" creationId="{79D62198-E221-CD9F-2FA4-96F10B8EE55E}"/>
          </ac:spMkLst>
        </pc:spChg>
        <pc:spChg chg="add mod">
          <ac:chgData name="Chris Alvin" userId="1477fe7d-12c1-4dcd-b708-f1331679ff1c" providerId="ADAL" clId="{9F48952F-8C2A-4846-B02A-73F39873A2A6}" dt="2023-05-23T12:45:35.812" v="1440" actId="1076"/>
          <ac:spMkLst>
            <pc:docMk/>
            <pc:sldMk cId="2273767317" sldId="507"/>
            <ac:spMk id="13" creationId="{4F64F479-9E02-BBC8-AA55-9D2237D2C94C}"/>
          </ac:spMkLst>
        </pc:spChg>
        <pc:spChg chg="add mod">
          <ac:chgData name="Chris Alvin" userId="1477fe7d-12c1-4dcd-b708-f1331679ff1c" providerId="ADAL" clId="{9F48952F-8C2A-4846-B02A-73F39873A2A6}" dt="2023-05-23T12:45:49.299" v="1444" actId="207"/>
          <ac:spMkLst>
            <pc:docMk/>
            <pc:sldMk cId="2273767317" sldId="507"/>
            <ac:spMk id="14" creationId="{56F97E47-BD45-9C32-76D2-571460BBC7DD}"/>
          </ac:spMkLst>
        </pc:spChg>
        <pc:spChg chg="add mod">
          <ac:chgData name="Chris Alvin" userId="1477fe7d-12c1-4dcd-b708-f1331679ff1c" providerId="ADAL" clId="{9F48952F-8C2A-4846-B02A-73F39873A2A6}" dt="2023-05-23T12:45:49.299" v="1444" actId="207"/>
          <ac:spMkLst>
            <pc:docMk/>
            <pc:sldMk cId="2273767317" sldId="507"/>
            <ac:spMk id="15" creationId="{EFE8E0BE-6D8C-AC73-E944-4B1C638179B2}"/>
          </ac:spMkLst>
        </pc:spChg>
      </pc:sldChg>
      <pc:sldChg chg="modSp add del mod">
        <pc:chgData name="Chris Alvin" userId="1477fe7d-12c1-4dcd-b708-f1331679ff1c" providerId="ADAL" clId="{9F48952F-8C2A-4846-B02A-73F39873A2A6}" dt="2023-05-23T13:42:46.770" v="1874" actId="47"/>
        <pc:sldMkLst>
          <pc:docMk/>
          <pc:sldMk cId="4258219479" sldId="508"/>
        </pc:sldMkLst>
        <pc:spChg chg="mod">
          <ac:chgData name="Chris Alvin" userId="1477fe7d-12c1-4dcd-b708-f1331679ff1c" providerId="ADAL" clId="{9F48952F-8C2A-4846-B02A-73F39873A2A6}" dt="2023-05-23T00:09:23.553" v="699" actId="20577"/>
          <ac:spMkLst>
            <pc:docMk/>
            <pc:sldMk cId="4258219479" sldId="508"/>
            <ac:spMk id="4" creationId="{00000000-0000-0000-0000-000000000000}"/>
          </ac:spMkLst>
        </pc:spChg>
      </pc:sldChg>
      <pc:sldChg chg="add del">
        <pc:chgData name="Chris Alvin" userId="1477fe7d-12c1-4dcd-b708-f1331679ff1c" providerId="ADAL" clId="{9F48952F-8C2A-4846-B02A-73F39873A2A6}" dt="2023-05-23T12:47:49.046" v="1446"/>
        <pc:sldMkLst>
          <pc:docMk/>
          <pc:sldMk cId="106865263" sldId="509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658A34-83F4-4B2E-BC5A-DE51EE8822F9}" type="datetimeFigureOut">
              <a:rPr lang="en-US" smtClean="0"/>
              <a:t>9/12/2023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8FE58C-C1A6-4C4C-90C2-B7F5B0504B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60503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2E1917-0BAF-4687-978A-82FFF05559C3}" type="datetimeFigureOut">
              <a:rPr lang="en-US" smtClean="0"/>
              <a:t>9/12/2023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0E1E9A-E921-4174-A0FC-51868D7AC5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7860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041400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accent3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AB7D7-3608-4730-B2E2-670834DF882C}" type="datetimeFigureOut">
              <a:rPr lang="en-US" smtClean="0"/>
              <a:t>9/12/2023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7BAC7-FE87-40F6-AA24-4F4685D1B0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7056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AB7D7-3608-4730-B2E2-670834DF882C}" type="datetimeFigureOut">
              <a:rPr lang="en-US" smtClean="0"/>
              <a:t>9/12/2023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7BAC7-FE87-40F6-AA24-4F4685D1B0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8793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1658" y="1709738"/>
            <a:ext cx="10105791" cy="2862262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41658" y="4589463"/>
            <a:ext cx="10105791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AB7D7-3608-4730-B2E2-670834DF882C}" type="datetimeFigureOut">
              <a:rPr lang="en-US" smtClean="0"/>
              <a:t>9/12/2023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7BAC7-FE87-40F6-AA24-4F4685D1B0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6867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69700" y="1825625"/>
            <a:ext cx="4754880" cy="4351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5325" y="1825625"/>
            <a:ext cx="4754880" cy="4351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AB7D7-3608-4730-B2E2-670834DF882C}" type="datetimeFigureOut">
              <a:rPr lang="en-US" smtClean="0"/>
              <a:t>9/12/2023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7BAC7-FE87-40F6-AA24-4F4685D1B0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36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24100" y="274638"/>
            <a:ext cx="902335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2100" y="1489075"/>
            <a:ext cx="4754880" cy="641350"/>
          </a:xfrm>
          <a:noFill/>
          <a:ln>
            <a:noFill/>
          </a:ln>
        </p:spPr>
        <p:txBody>
          <a:bodyPr anchor="b"/>
          <a:lstStyle>
            <a:lvl1pPr marL="0" indent="0">
              <a:buNone/>
              <a:defRPr sz="2400" b="0">
                <a:solidFill>
                  <a:schemeClr val="accent3">
                    <a:lumMod val="5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62100" y="2193925"/>
            <a:ext cx="4754880" cy="39782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98920" y="1489075"/>
            <a:ext cx="4754880" cy="641350"/>
          </a:xfrm>
          <a:noFill/>
          <a:ln>
            <a:noFill/>
          </a:ln>
        </p:spPr>
        <p:txBody>
          <a:bodyPr anchor="b"/>
          <a:lstStyle>
            <a:lvl1pPr marL="0" indent="0">
              <a:buNone/>
              <a:defRPr sz="2400" b="0">
                <a:solidFill>
                  <a:schemeClr val="accent3">
                    <a:lumMod val="5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98920" y="2193925"/>
            <a:ext cx="4754880" cy="39782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AB7D7-3608-4730-B2E2-670834DF882C}" type="datetimeFigureOut">
              <a:rPr lang="en-US" smtClean="0"/>
              <a:t>9/12/2023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7BAC7-FE87-40F6-AA24-4F4685D1B0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661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AB7D7-3608-4730-B2E2-670834DF882C}" type="datetimeFigureOut">
              <a:rPr lang="en-US" smtClean="0"/>
              <a:t>9/12/2023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7BAC7-FE87-40F6-AA24-4F4685D1B0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586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AB7D7-3608-4730-B2E2-670834DF882C}" type="datetimeFigureOut">
              <a:rPr lang="en-US" smtClean="0"/>
              <a:t>9/12/2023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7BAC7-FE87-40F6-AA24-4F4685D1B0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141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2100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78905" y="987425"/>
            <a:ext cx="567648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62100" y="2101850"/>
            <a:ext cx="3932237" cy="3759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AB7D7-3608-4730-B2E2-670834DF882C}" type="datetimeFigureOut">
              <a:rPr lang="en-US" smtClean="0"/>
              <a:t>9/12/2023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7BAC7-FE87-40F6-AA24-4F4685D1B0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87120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562100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>
          <a:xfrm>
            <a:off x="5678904" y="987425"/>
            <a:ext cx="5678424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562100" y="2101850"/>
            <a:ext cx="3932237" cy="3759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AB7D7-3608-4730-B2E2-670834DF882C}" type="datetimeFigureOut">
              <a:rPr lang="en-US" smtClean="0"/>
              <a:t>9/12/2023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7BAC7-FE87-40F6-AA24-4F4685D1B0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3596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62100" y="1825625"/>
            <a:ext cx="9791700" cy="43513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AB7D7-3608-4730-B2E2-670834DF882C}" type="datetimeFigureOut">
              <a:rPr lang="en-US" smtClean="0"/>
              <a:t>9/12/2023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7BAC7-FE87-40F6-AA24-4F4685D1B0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885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62100" y="365125"/>
            <a:ext cx="70104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AB7D7-3608-4730-B2E2-670834DF882C}" type="datetimeFigureOut">
              <a:rPr lang="en-US" smtClean="0"/>
              <a:t>9/12/2023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7BAC7-FE87-40F6-AA24-4F4685D1B0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8301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562100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>
          <a:xfrm>
            <a:off x="5678904" y="987425"/>
            <a:ext cx="5678424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562100" y="2101850"/>
            <a:ext cx="3932237" cy="3759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AB7D7-3608-4730-B2E2-670834DF882C}" type="datetimeFigureOut">
              <a:rPr lang="en-US" smtClean="0"/>
              <a:t>9/12/2023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7BAC7-FE87-40F6-AA24-4F4685D1B0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888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324100" y="365125"/>
            <a:ext cx="9029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2100" y="1825625"/>
            <a:ext cx="9791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62100" y="6356350"/>
            <a:ext cx="2552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84EAB7D7-3608-4730-B2E2-670834DF882C}" type="datetimeFigureOut">
              <a:rPr lang="en-US" smtClean="0"/>
              <a:pPr/>
              <a:t>9/12/2023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7200" y="6356350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71B7BAC7-FE87-40F6-AA24-4F4685D1B0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3672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81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spcBef>
          <a:spcPct val="0"/>
        </a:spcBef>
        <a:buNone/>
        <a:defRPr sz="4400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ct val="30000"/>
        </a:spcBef>
        <a:buClr>
          <a:schemeClr val="accent3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ct val="30000"/>
        </a:spcBef>
        <a:buClr>
          <a:schemeClr val="accent3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ct val="30000"/>
        </a:spcBef>
        <a:buClr>
          <a:schemeClr val="accent3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ct val="30000"/>
        </a:spcBef>
        <a:buClr>
          <a:schemeClr val="accent3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ct val="30000"/>
        </a:spcBef>
        <a:buClr>
          <a:schemeClr val="accent3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0" orient="horz" pos="2160" userDrawn="1">
          <p15:clr>
            <a:srgbClr val="F26B43"/>
          </p15:clr>
        </p15:guide>
        <p15:guide id="1" pos="3840" userDrawn="1">
          <p15:clr>
            <a:srgbClr val="F26B43"/>
          </p15:clr>
        </p15:guide>
        <p15:guide id="2" pos="1464" userDrawn="1">
          <p15:clr>
            <a:srgbClr val="F26B43"/>
          </p15:clr>
        </p15:guide>
        <p15:guide id="3" pos="7152" userDrawn="1">
          <p15:clr>
            <a:srgbClr val="F26B43"/>
          </p15:clr>
        </p15:guide>
        <p15:guide id="4" pos="984" userDrawn="1">
          <p15:clr>
            <a:srgbClr val="F26B43"/>
          </p15:clr>
        </p15:guide>
        <p15:guide id="5" orient="horz" pos="388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png"/><Relationship Id="rId18" Type="http://schemas.openxmlformats.org/officeDocument/2006/relationships/image" Target="../media/image2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17" Type="http://schemas.openxmlformats.org/officeDocument/2006/relationships/image" Target="../media/image25.png"/><Relationship Id="rId2" Type="http://schemas.openxmlformats.org/officeDocument/2006/relationships/image" Target="../media/image10.png"/><Relationship Id="rId16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5" Type="http://schemas.openxmlformats.org/officeDocument/2006/relationships/image" Target="../media/image2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Relationship Id="rId14" Type="http://schemas.openxmlformats.org/officeDocument/2006/relationships/image" Target="../media/image2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7.png"/><Relationship Id="rId7" Type="http://schemas.openxmlformats.org/officeDocument/2006/relationships/image" Target="../media/image300.png"/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Relationship Id="rId9" Type="http://schemas.openxmlformats.org/officeDocument/2006/relationships/image" Target="../media/image3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image" Target="../media/image32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Relationship Id="rId9" Type="http://schemas.openxmlformats.org/officeDocument/2006/relationships/image" Target="../media/image3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13" Type="http://schemas.openxmlformats.org/officeDocument/2006/relationships/image" Target="../media/image51.png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12" Type="http://schemas.openxmlformats.org/officeDocument/2006/relationships/image" Target="../media/image50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11" Type="http://schemas.openxmlformats.org/officeDocument/2006/relationships/image" Target="../media/image49.png"/><Relationship Id="rId5" Type="http://schemas.openxmlformats.org/officeDocument/2006/relationships/image" Target="../media/image43.png"/><Relationship Id="rId10" Type="http://schemas.openxmlformats.org/officeDocument/2006/relationships/image" Target="../media/image48.png"/><Relationship Id="rId4" Type="http://schemas.openxmlformats.org/officeDocument/2006/relationships/image" Target="../media/image42.png"/><Relationship Id="rId9" Type="http://schemas.openxmlformats.org/officeDocument/2006/relationships/image" Target="../media/image4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image" Target="../media/image52.png"/><Relationship Id="rId7" Type="http://schemas.openxmlformats.org/officeDocument/2006/relationships/image" Target="../media/image56.png"/><Relationship Id="rId2" Type="http://schemas.openxmlformats.org/officeDocument/2006/relationships/image" Target="../media/image5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13" Type="http://schemas.openxmlformats.org/officeDocument/2006/relationships/image" Target="../media/image69.png"/><Relationship Id="rId3" Type="http://schemas.openxmlformats.org/officeDocument/2006/relationships/image" Target="../media/image59.png"/><Relationship Id="rId7" Type="http://schemas.openxmlformats.org/officeDocument/2006/relationships/image" Target="../media/image63.png"/><Relationship Id="rId12" Type="http://schemas.openxmlformats.org/officeDocument/2006/relationships/image" Target="../media/image68.png"/><Relationship Id="rId17" Type="http://schemas.openxmlformats.org/officeDocument/2006/relationships/image" Target="../media/image73.png"/><Relationship Id="rId2" Type="http://schemas.openxmlformats.org/officeDocument/2006/relationships/image" Target="../media/image58.png"/><Relationship Id="rId16" Type="http://schemas.openxmlformats.org/officeDocument/2006/relationships/image" Target="../media/image7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2.png"/><Relationship Id="rId11" Type="http://schemas.openxmlformats.org/officeDocument/2006/relationships/image" Target="../media/image67.png"/><Relationship Id="rId5" Type="http://schemas.openxmlformats.org/officeDocument/2006/relationships/image" Target="../media/image61.png"/><Relationship Id="rId15" Type="http://schemas.openxmlformats.org/officeDocument/2006/relationships/image" Target="../media/image71.png"/><Relationship Id="rId10" Type="http://schemas.openxmlformats.org/officeDocument/2006/relationships/image" Target="../media/image66.png"/><Relationship Id="rId4" Type="http://schemas.openxmlformats.org/officeDocument/2006/relationships/image" Target="../media/image60.png"/><Relationship Id="rId9" Type="http://schemas.openxmlformats.org/officeDocument/2006/relationships/image" Target="../media/image65.png"/><Relationship Id="rId14" Type="http://schemas.openxmlformats.org/officeDocument/2006/relationships/image" Target="../media/image7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png"/><Relationship Id="rId13" Type="http://schemas.openxmlformats.org/officeDocument/2006/relationships/image" Target="../media/image85.png"/><Relationship Id="rId18" Type="http://schemas.openxmlformats.org/officeDocument/2006/relationships/image" Target="../media/image90.png"/><Relationship Id="rId3" Type="http://schemas.openxmlformats.org/officeDocument/2006/relationships/image" Target="../media/image75.png"/><Relationship Id="rId21" Type="http://schemas.openxmlformats.org/officeDocument/2006/relationships/image" Target="../media/image93.png"/><Relationship Id="rId7" Type="http://schemas.openxmlformats.org/officeDocument/2006/relationships/image" Target="../media/image79.png"/><Relationship Id="rId12" Type="http://schemas.openxmlformats.org/officeDocument/2006/relationships/image" Target="../media/image84.png"/><Relationship Id="rId17" Type="http://schemas.openxmlformats.org/officeDocument/2006/relationships/image" Target="../media/image89.png"/><Relationship Id="rId2" Type="http://schemas.openxmlformats.org/officeDocument/2006/relationships/image" Target="../media/image74.png"/><Relationship Id="rId16" Type="http://schemas.openxmlformats.org/officeDocument/2006/relationships/image" Target="../media/image88.png"/><Relationship Id="rId20" Type="http://schemas.openxmlformats.org/officeDocument/2006/relationships/image" Target="../media/image9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8.png"/><Relationship Id="rId11" Type="http://schemas.openxmlformats.org/officeDocument/2006/relationships/image" Target="../media/image83.png"/><Relationship Id="rId5" Type="http://schemas.openxmlformats.org/officeDocument/2006/relationships/image" Target="../media/image77.png"/><Relationship Id="rId15" Type="http://schemas.openxmlformats.org/officeDocument/2006/relationships/image" Target="../media/image87.png"/><Relationship Id="rId23" Type="http://schemas.openxmlformats.org/officeDocument/2006/relationships/image" Target="../media/image95.png"/><Relationship Id="rId10" Type="http://schemas.openxmlformats.org/officeDocument/2006/relationships/image" Target="../media/image82.png"/><Relationship Id="rId19" Type="http://schemas.openxmlformats.org/officeDocument/2006/relationships/image" Target="../media/image91.png"/><Relationship Id="rId4" Type="http://schemas.openxmlformats.org/officeDocument/2006/relationships/image" Target="../media/image76.png"/><Relationship Id="rId9" Type="http://schemas.openxmlformats.org/officeDocument/2006/relationships/image" Target="../media/image81.png"/><Relationship Id="rId14" Type="http://schemas.openxmlformats.org/officeDocument/2006/relationships/image" Target="../media/image86.png"/><Relationship Id="rId22" Type="http://schemas.openxmlformats.org/officeDocument/2006/relationships/image" Target="../media/image9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2.png"/><Relationship Id="rId3" Type="http://schemas.openxmlformats.org/officeDocument/2006/relationships/image" Target="../media/image97.png"/><Relationship Id="rId7" Type="http://schemas.openxmlformats.org/officeDocument/2006/relationships/image" Target="../media/image101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0.png"/><Relationship Id="rId5" Type="http://schemas.openxmlformats.org/officeDocument/2006/relationships/image" Target="../media/image99.png"/><Relationship Id="rId10" Type="http://schemas.openxmlformats.org/officeDocument/2006/relationships/image" Target="../media/image104.png"/><Relationship Id="rId4" Type="http://schemas.openxmlformats.org/officeDocument/2006/relationships/image" Target="../media/image98.png"/><Relationship Id="rId9" Type="http://schemas.openxmlformats.org/officeDocument/2006/relationships/image" Target="../media/image10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png"/><Relationship Id="rId3" Type="http://schemas.openxmlformats.org/officeDocument/2006/relationships/image" Target="../media/image1051.png"/><Relationship Id="rId7" Type="http://schemas.openxmlformats.org/officeDocument/2006/relationships/image" Target="../media/image109.png"/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8.png"/><Relationship Id="rId11" Type="http://schemas.openxmlformats.org/officeDocument/2006/relationships/image" Target="../media/image113.png"/><Relationship Id="rId5" Type="http://schemas.openxmlformats.org/officeDocument/2006/relationships/image" Target="../media/image107.png"/><Relationship Id="rId10" Type="http://schemas.openxmlformats.org/officeDocument/2006/relationships/image" Target="../media/image112.png"/><Relationship Id="rId4" Type="http://schemas.openxmlformats.org/officeDocument/2006/relationships/image" Target="../media/image106.png"/><Relationship Id="rId9" Type="http://schemas.openxmlformats.org/officeDocument/2006/relationships/image" Target="../media/image11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10.png"/><Relationship Id="rId13" Type="http://schemas.openxmlformats.org/officeDocument/2006/relationships/image" Target="../media/image116.png"/><Relationship Id="rId3" Type="http://schemas.openxmlformats.org/officeDocument/2006/relationships/image" Target="../media/image1060.png"/><Relationship Id="rId7" Type="http://schemas.openxmlformats.org/officeDocument/2006/relationships/image" Target="../media/image1100.png"/><Relationship Id="rId12" Type="http://schemas.openxmlformats.org/officeDocument/2006/relationships/image" Target="../media/image115.png"/><Relationship Id="rId2" Type="http://schemas.openxmlformats.org/officeDocument/2006/relationships/image" Target="../media/image105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90.png"/><Relationship Id="rId11" Type="http://schemas.openxmlformats.org/officeDocument/2006/relationships/image" Target="../media/image1140.png"/><Relationship Id="rId5" Type="http://schemas.openxmlformats.org/officeDocument/2006/relationships/image" Target="../media/image1080.png"/><Relationship Id="rId10" Type="http://schemas.openxmlformats.org/officeDocument/2006/relationships/image" Target="../media/image1130.png"/><Relationship Id="rId4" Type="http://schemas.openxmlformats.org/officeDocument/2006/relationships/image" Target="../media/image114.png"/><Relationship Id="rId9" Type="http://schemas.openxmlformats.org/officeDocument/2006/relationships/image" Target="../media/image1120.png"/><Relationship Id="rId14" Type="http://schemas.openxmlformats.org/officeDocument/2006/relationships/image" Target="../media/image117.png"/></Relationships>
</file>

<file path=ppt/slides/_rels/slide1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9.png"/><Relationship Id="rId18" Type="http://schemas.openxmlformats.org/officeDocument/2006/relationships/image" Target="../media/image122.png"/><Relationship Id="rId17" Type="http://schemas.openxmlformats.org/officeDocument/2006/relationships/image" Target="../media/image121.png"/><Relationship Id="rId2" Type="http://schemas.openxmlformats.org/officeDocument/2006/relationships/image" Target="../media/image118.png"/><Relationship Id="rId16" Type="http://schemas.openxmlformats.org/officeDocument/2006/relationships/image" Target="../media/image120.png"/><Relationship Id="rId1" Type="http://schemas.openxmlformats.org/officeDocument/2006/relationships/slideLayout" Target="../slideLayouts/slideLayout1.xml"/><Relationship Id="rId15" Type="http://schemas.openxmlformats.org/officeDocument/2006/relationships/image" Target="../media/image119.png"/><Relationship Id="rId19" Type="http://schemas.openxmlformats.org/officeDocument/2006/relationships/image" Target="../media/image71.png"/><Relationship Id="rId14" Type="http://schemas.openxmlformats.org/officeDocument/2006/relationships/image" Target="../media/image7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png"/><Relationship Id="rId7" Type="http://schemas.openxmlformats.org/officeDocument/2006/relationships/image" Target="../media/image128.png"/><Relationship Id="rId2" Type="http://schemas.openxmlformats.org/officeDocument/2006/relationships/image" Target="../media/image12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7.png"/><Relationship Id="rId5" Type="http://schemas.openxmlformats.org/officeDocument/2006/relationships/image" Target="../media/image126.png"/><Relationship Id="rId4" Type="http://schemas.openxmlformats.org/officeDocument/2006/relationships/image" Target="../media/image125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5.png"/><Relationship Id="rId13" Type="http://schemas.openxmlformats.org/officeDocument/2006/relationships/image" Target="../media/image139.png"/><Relationship Id="rId3" Type="http://schemas.openxmlformats.org/officeDocument/2006/relationships/image" Target="../media/image130.png"/><Relationship Id="rId7" Type="http://schemas.openxmlformats.org/officeDocument/2006/relationships/image" Target="../media/image134.png"/><Relationship Id="rId12" Type="http://schemas.openxmlformats.org/officeDocument/2006/relationships/image" Target="../media/image1380.png"/><Relationship Id="rId2" Type="http://schemas.openxmlformats.org/officeDocument/2006/relationships/image" Target="../media/image12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3.png"/><Relationship Id="rId11" Type="http://schemas.openxmlformats.org/officeDocument/2006/relationships/image" Target="../media/image138.png"/><Relationship Id="rId5" Type="http://schemas.openxmlformats.org/officeDocument/2006/relationships/image" Target="../media/image132.png"/><Relationship Id="rId10" Type="http://schemas.openxmlformats.org/officeDocument/2006/relationships/image" Target="../media/image137.png"/><Relationship Id="rId4" Type="http://schemas.openxmlformats.org/officeDocument/2006/relationships/image" Target="../media/image131.png"/><Relationship Id="rId9" Type="http://schemas.openxmlformats.org/officeDocument/2006/relationships/image" Target="../media/image13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40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50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6.png"/><Relationship Id="rId3" Type="http://schemas.openxmlformats.org/officeDocument/2006/relationships/image" Target="../media/image141.png"/><Relationship Id="rId7" Type="http://schemas.openxmlformats.org/officeDocument/2006/relationships/image" Target="../media/image145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4.png"/><Relationship Id="rId5" Type="http://schemas.openxmlformats.org/officeDocument/2006/relationships/image" Target="../media/image143.png"/><Relationship Id="rId10" Type="http://schemas.openxmlformats.org/officeDocument/2006/relationships/image" Target="../media/image148.png"/><Relationship Id="rId4" Type="http://schemas.openxmlformats.org/officeDocument/2006/relationships/image" Target="../media/image142.png"/><Relationship Id="rId9" Type="http://schemas.openxmlformats.org/officeDocument/2006/relationships/image" Target="../media/image147.png"/></Relationships>
</file>

<file path=ppt/slides/_rels/slide2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9.png"/><Relationship Id="rId26" Type="http://schemas.openxmlformats.org/officeDocument/2006/relationships/image" Target="../media/image156.png"/><Relationship Id="rId21" Type="http://schemas.openxmlformats.org/officeDocument/2006/relationships/image" Target="../media/image151.png"/><Relationship Id="rId34" Type="http://schemas.openxmlformats.org/officeDocument/2006/relationships/image" Target="../media/image164.png"/><Relationship Id="rId25" Type="http://schemas.openxmlformats.org/officeDocument/2006/relationships/image" Target="../media/image155.png"/><Relationship Id="rId33" Type="http://schemas.openxmlformats.org/officeDocument/2006/relationships/image" Target="../media/image163.png"/><Relationship Id="rId2" Type="http://schemas.openxmlformats.org/officeDocument/2006/relationships/image" Target="../media/image149.png"/><Relationship Id="rId20" Type="http://schemas.openxmlformats.org/officeDocument/2006/relationships/image" Target="../media/image150.png"/><Relationship Id="rId29" Type="http://schemas.openxmlformats.org/officeDocument/2006/relationships/image" Target="../media/image159.png"/><Relationship Id="rId1" Type="http://schemas.openxmlformats.org/officeDocument/2006/relationships/slideLayout" Target="../slideLayouts/slideLayout1.xml"/><Relationship Id="rId24" Type="http://schemas.openxmlformats.org/officeDocument/2006/relationships/image" Target="../media/image154.png"/><Relationship Id="rId32" Type="http://schemas.openxmlformats.org/officeDocument/2006/relationships/image" Target="../media/image162.png"/><Relationship Id="rId23" Type="http://schemas.openxmlformats.org/officeDocument/2006/relationships/image" Target="../media/image153.png"/><Relationship Id="rId28" Type="http://schemas.openxmlformats.org/officeDocument/2006/relationships/image" Target="../media/image158.png"/><Relationship Id="rId19" Type="http://schemas.openxmlformats.org/officeDocument/2006/relationships/image" Target="../media/image71.png"/><Relationship Id="rId31" Type="http://schemas.openxmlformats.org/officeDocument/2006/relationships/image" Target="../media/image161.png"/><Relationship Id="rId14" Type="http://schemas.openxmlformats.org/officeDocument/2006/relationships/image" Target="../media/image70.png"/><Relationship Id="rId22" Type="http://schemas.openxmlformats.org/officeDocument/2006/relationships/image" Target="../media/image152.png"/><Relationship Id="rId27" Type="http://schemas.openxmlformats.org/officeDocument/2006/relationships/image" Target="../media/image157.png"/><Relationship Id="rId30" Type="http://schemas.openxmlformats.org/officeDocument/2006/relationships/image" Target="../media/image16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428299"/>
            <a:ext cx="9144000" cy="1307736"/>
          </a:xfrm>
        </p:spPr>
        <p:txBody>
          <a:bodyPr>
            <a:normAutofit/>
          </a:bodyPr>
          <a:lstStyle/>
          <a:p>
            <a:r>
              <a:rPr lang="en-US"/>
              <a:t>Set Theory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30780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2"/>
          <p:cNvSpPr txBox="1">
            <a:spLocks/>
          </p:cNvSpPr>
          <p:nvPr/>
        </p:nvSpPr>
        <p:spPr>
          <a:xfrm>
            <a:off x="471489" y="69597"/>
            <a:ext cx="11153622" cy="5656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/>
              <a:t>Some Vocabulary and Notation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88BBABB-B1F2-26D7-529B-A31BD0B409C5}"/>
              </a:ext>
            </a:extLst>
          </p:cNvPr>
          <p:cNvSpPr txBox="1"/>
          <p:nvPr/>
        </p:nvSpPr>
        <p:spPr>
          <a:xfrm>
            <a:off x="690449" y="890787"/>
            <a:ext cx="11130028" cy="769441"/>
          </a:xfrm>
          <a:prstGeom prst="rect">
            <a:avLst/>
          </a:prstGeom>
          <a:noFill/>
          <a:ln w="25400">
            <a:noFill/>
          </a:ln>
        </p:spPr>
        <p:txBody>
          <a:bodyPr wrap="square">
            <a:spAutoFit/>
          </a:bodyPr>
          <a:lstStyle/>
          <a:p>
            <a:pPr algn="just"/>
            <a:r>
              <a:rPr lang="en-US" sz="2200" dirty="0"/>
              <a:t>In set theory, </a:t>
            </a:r>
            <a:r>
              <a:rPr lang="en-US" sz="2200" b="1" i="1" dirty="0"/>
              <a:t>set</a:t>
            </a:r>
            <a:r>
              <a:rPr lang="en-US" sz="2200" dirty="0"/>
              <a:t> and </a:t>
            </a:r>
            <a:r>
              <a:rPr lang="en-US" sz="2200" b="1" i="1" dirty="0"/>
              <a:t>element</a:t>
            </a:r>
            <a:r>
              <a:rPr lang="en-US" sz="2200" dirty="0"/>
              <a:t> are undefined terms (</a:t>
            </a:r>
            <a:r>
              <a:rPr lang="en-US" sz="2200" i="1" dirty="0"/>
              <a:t>true</a:t>
            </a:r>
            <a:r>
              <a:rPr lang="en-US" sz="2200" dirty="0"/>
              <a:t>, </a:t>
            </a:r>
            <a:r>
              <a:rPr lang="en-US" sz="2200" i="1" dirty="0"/>
              <a:t>false</a:t>
            </a:r>
            <a:r>
              <a:rPr lang="en-US" sz="2200" dirty="0"/>
              <a:t>, and </a:t>
            </a:r>
            <a:r>
              <a:rPr lang="en-US" sz="2200" i="1" dirty="0"/>
              <a:t>sentence</a:t>
            </a:r>
            <a:r>
              <a:rPr lang="en-US" sz="2200" dirty="0"/>
              <a:t> are undefined terms in logic).</a:t>
            </a:r>
            <a:endParaRPr lang="en-US" sz="2200" dirty="0">
              <a:effectLst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5878188-7311-E98A-6571-79D01375CC6A}"/>
                  </a:ext>
                </a:extLst>
              </p:cNvPr>
              <p:cNvSpPr txBox="1"/>
              <p:nvPr/>
            </p:nvSpPr>
            <p:spPr>
              <a:xfrm>
                <a:off x="690449" y="1817832"/>
                <a:ext cx="11130028" cy="769441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prstDash val="sysDash"/>
              </a:ln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2200" b="1" i="1" dirty="0"/>
                  <a:t>Intuitive definition.</a:t>
                </a:r>
                <a:r>
                  <a:rPr lang="en-US" sz="2200" dirty="0"/>
                  <a:t> A </a:t>
                </a:r>
                <a:r>
                  <a:rPr lang="en-US" sz="2200" b="1" i="1" dirty="0">
                    <a:solidFill>
                      <a:srgbClr val="7030A0"/>
                    </a:solidFill>
                  </a:rPr>
                  <a:t>set</a:t>
                </a:r>
                <a:r>
                  <a:rPr lang="en-US" sz="2200" dirty="0"/>
                  <a:t>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2200" dirty="0"/>
                  <a:t> can be thought of as a </a:t>
                </a:r>
                <a:r>
                  <a:rPr lang="en-US" sz="2200" i="1" dirty="0"/>
                  <a:t>collection</a:t>
                </a:r>
                <a:r>
                  <a:rPr lang="en-US" sz="2200" dirty="0"/>
                  <a:t> of separate objects. These objects are the </a:t>
                </a:r>
                <a:r>
                  <a:rPr lang="en-US" sz="2200" b="1" i="1" dirty="0">
                    <a:solidFill>
                      <a:srgbClr val="7030A0"/>
                    </a:solidFill>
                  </a:rPr>
                  <a:t>elements</a:t>
                </a:r>
                <a:r>
                  <a:rPr lang="en-US" sz="2200" dirty="0"/>
                  <a:t> of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2200" dirty="0"/>
                  <a:t>. </a:t>
                </a:r>
                <a:endParaRPr lang="en-US" sz="2200" dirty="0">
                  <a:effectLst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5878188-7311-E98A-6571-79D01375CC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449" y="1817832"/>
                <a:ext cx="11130028" cy="769441"/>
              </a:xfrm>
              <a:prstGeom prst="rect">
                <a:avLst/>
              </a:prstGeom>
              <a:blipFill>
                <a:blip r:embed="rId2"/>
                <a:stretch>
                  <a:fillRect l="-601" t="-3846" r="-601" b="-13846"/>
                </a:stretch>
              </a:blipFill>
              <a:ln w="25400">
                <a:solidFill>
                  <a:schemeClr val="tx1"/>
                </a:solidFill>
                <a:prstDash val="sysDash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962EA2C-BBBF-7DB2-D550-55FC9106013B}"/>
                  </a:ext>
                </a:extLst>
              </p:cNvPr>
              <p:cNvSpPr txBox="1"/>
              <p:nvPr/>
            </p:nvSpPr>
            <p:spPr>
              <a:xfrm>
                <a:off x="690449" y="4028900"/>
                <a:ext cx="11130028" cy="584775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squar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∣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962EA2C-BBBF-7DB2-D550-55FC910601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449" y="4028900"/>
                <a:ext cx="11130028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254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1A5A2C24-FF73-05D3-00F9-D76E1E874E68}"/>
                  </a:ext>
                </a:extLst>
              </p:cNvPr>
              <p:cNvSpPr/>
              <p:nvPr/>
            </p:nvSpPr>
            <p:spPr>
              <a:xfrm>
                <a:off x="9277642" y="6084146"/>
                <a:ext cx="2708031" cy="572386"/>
              </a:xfrm>
              <a:prstGeom prst="roundRect">
                <a:avLst>
                  <a:gd name="adj" fmla="val 0"/>
                </a:avLst>
              </a:prstGeom>
              <a:noFill/>
              <a:ln w="6350">
                <a:solidFill>
                  <a:schemeClr val="tx1"/>
                </a:solidFill>
              </a:ln>
              <a:effectLst/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“A is the set of all elements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dirty="0"/>
                  <a:t> that satisfy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.”</a:t>
                </a: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1A5A2C24-FF73-05D3-00F9-D76E1E874E6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77642" y="6084146"/>
                <a:ext cx="2708031" cy="572386"/>
              </a:xfrm>
              <a:prstGeom prst="roundRect">
                <a:avLst>
                  <a:gd name="adj" fmla="val 0"/>
                </a:avLst>
              </a:prstGeom>
              <a:blipFill>
                <a:blip r:embed="rId4"/>
                <a:stretch>
                  <a:fillRect l="-1798" t="-11579" r="-3146" b="-22105"/>
                </a:stretch>
              </a:blipFill>
              <a:ln w="6350">
                <a:solidFill>
                  <a:schemeClr val="tx1"/>
                </a:solidFill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" name="Group 15">
            <a:extLst>
              <a:ext uri="{FF2B5EF4-FFF2-40B4-BE49-F238E27FC236}">
                <a16:creationId xmlns:a16="http://schemas.microsoft.com/office/drawing/2014/main" id="{EA61A107-502D-7D67-2895-5AE95C4CBDEE}"/>
              </a:ext>
            </a:extLst>
          </p:cNvPr>
          <p:cNvGrpSpPr/>
          <p:nvPr/>
        </p:nvGrpSpPr>
        <p:grpSpPr>
          <a:xfrm>
            <a:off x="3532221" y="4597147"/>
            <a:ext cx="4210900" cy="1232201"/>
            <a:chOff x="3532221" y="4597147"/>
            <a:chExt cx="4210900" cy="1232201"/>
          </a:xfrm>
        </p:grpSpPr>
        <p:sp>
          <p:nvSpPr>
            <p:cNvPr id="13" name="Left Brace 12">
              <a:extLst>
                <a:ext uri="{FF2B5EF4-FFF2-40B4-BE49-F238E27FC236}">
                  <a16:creationId xmlns:a16="http://schemas.microsoft.com/office/drawing/2014/main" id="{7BAC0C11-4A42-06F7-2FE2-814D7AC08326}"/>
                </a:ext>
              </a:extLst>
            </p:cNvPr>
            <p:cNvSpPr/>
            <p:nvPr/>
          </p:nvSpPr>
          <p:spPr>
            <a:xfrm rot="16200000">
              <a:off x="6343990" y="3770402"/>
              <a:ext cx="572386" cy="2225876"/>
            </a:xfrm>
            <a:prstGeom prst="leftBrace">
              <a:avLst>
                <a:gd name="adj1" fmla="val 8333"/>
                <a:gd name="adj2" fmla="val 12107"/>
              </a:avLst>
            </a:prstGeom>
            <a:ln w="15875">
              <a:solidFill>
                <a:srgbClr val="EBA9E6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C7529CE6-3D2F-C68C-44B3-E612CFBADACC}"/>
                </a:ext>
              </a:extLst>
            </p:cNvPr>
            <p:cNvSpPr/>
            <p:nvPr/>
          </p:nvSpPr>
          <p:spPr>
            <a:xfrm>
              <a:off x="3532221" y="5169534"/>
              <a:ext cx="3066602" cy="659814"/>
            </a:xfrm>
            <a:prstGeom prst="roundRect">
              <a:avLst/>
            </a:prstGeom>
            <a:noFill/>
            <a:ln w="15875">
              <a:solidFill>
                <a:srgbClr val="EBA9E6"/>
              </a:solidFill>
            </a:ln>
            <a:effectLst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Curly braces indicate a set (this is true in Python as well).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05E9DD81-7BE2-F392-AE3E-C1CCDFA8B9AD}"/>
              </a:ext>
            </a:extLst>
          </p:cNvPr>
          <p:cNvGrpSpPr/>
          <p:nvPr/>
        </p:nvGrpSpPr>
        <p:grpSpPr>
          <a:xfrm>
            <a:off x="5248401" y="3149911"/>
            <a:ext cx="1279008" cy="960864"/>
            <a:chOff x="5248401" y="3149911"/>
            <a:chExt cx="1279008" cy="960864"/>
          </a:xfrm>
        </p:grpSpPr>
        <p:sp>
          <p:nvSpPr>
            <p:cNvPr id="20" name="Left Brace 19">
              <a:extLst>
                <a:ext uri="{FF2B5EF4-FFF2-40B4-BE49-F238E27FC236}">
                  <a16:creationId xmlns:a16="http://schemas.microsoft.com/office/drawing/2014/main" id="{90C42344-B492-8896-EC96-CAA1C9C2F805}"/>
                </a:ext>
              </a:extLst>
            </p:cNvPr>
            <p:cNvSpPr/>
            <p:nvPr/>
          </p:nvSpPr>
          <p:spPr>
            <a:xfrm rot="5400000">
              <a:off x="5831059" y="3414425"/>
              <a:ext cx="474784" cy="917916"/>
            </a:xfrm>
            <a:prstGeom prst="leftBrace">
              <a:avLst>
                <a:gd name="adj1" fmla="val 8333"/>
                <a:gd name="adj2" fmla="val 51856"/>
              </a:avLst>
            </a:prstGeom>
            <a:ln w="15875">
              <a:solidFill>
                <a:schemeClr val="accent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9227EA7B-227A-2D56-F07B-351AC57770C5}"/>
                </a:ext>
              </a:extLst>
            </p:cNvPr>
            <p:cNvSpPr/>
            <p:nvPr/>
          </p:nvSpPr>
          <p:spPr>
            <a:xfrm>
              <a:off x="5248401" y="3149911"/>
              <a:ext cx="1226219" cy="474784"/>
            </a:xfrm>
            <a:prstGeom prst="roundRect">
              <a:avLst/>
            </a:prstGeom>
            <a:noFill/>
            <a:ln w="15875">
              <a:solidFill>
                <a:schemeClr val="accent1"/>
              </a:solidFill>
            </a:ln>
            <a:effectLst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“Collect all elements”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36BBC2E-406B-F1FB-EC7D-43499D6163CE}"/>
              </a:ext>
            </a:extLst>
          </p:cNvPr>
          <p:cNvGrpSpPr/>
          <p:nvPr/>
        </p:nvGrpSpPr>
        <p:grpSpPr>
          <a:xfrm>
            <a:off x="6697945" y="3167210"/>
            <a:ext cx="1700467" cy="952779"/>
            <a:chOff x="6697945" y="3167210"/>
            <a:chExt cx="1700467" cy="952779"/>
          </a:xfrm>
        </p:grpSpPr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3B6D755A-9893-1AE4-EC73-6A66578F9767}"/>
                </a:ext>
              </a:extLst>
            </p:cNvPr>
            <p:cNvSpPr/>
            <p:nvPr/>
          </p:nvSpPr>
          <p:spPr>
            <a:xfrm>
              <a:off x="6697945" y="3167210"/>
              <a:ext cx="1700467" cy="474784"/>
            </a:xfrm>
            <a:prstGeom prst="roundRect">
              <a:avLst/>
            </a:prstGeom>
            <a:noFill/>
            <a:ln w="15875">
              <a:solidFill>
                <a:srgbClr val="FF0000"/>
              </a:solidFill>
            </a:ln>
            <a:effectLst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“such that”</a:t>
              </a:r>
            </a:p>
            <a:p>
              <a:pPr algn="ctr"/>
              <a:r>
                <a:rPr lang="en-US" dirty="0">
                  <a:latin typeface="Consolas" panose="020B0609020204030204" pitchFamily="49" charset="0"/>
                </a:rPr>
                <a:t>\mid </a:t>
              </a:r>
              <a:r>
                <a:rPr lang="en-US" dirty="0"/>
                <a:t>in LaTeX.</a:t>
              </a:r>
            </a:p>
          </p:txBody>
        </p: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9A5A95CC-32B2-80C0-6D48-82195EEE1A7C}"/>
                </a:ext>
              </a:extLst>
            </p:cNvPr>
            <p:cNvCxnSpPr>
              <a:cxnSpLocks/>
              <a:stCxn id="22" idx="2"/>
            </p:cNvCxnSpPr>
            <p:nvPr/>
          </p:nvCxnSpPr>
          <p:spPr>
            <a:xfrm flipH="1">
              <a:off x="6697945" y="3641994"/>
              <a:ext cx="850234" cy="477995"/>
            </a:xfrm>
            <a:prstGeom prst="straightConnector1">
              <a:avLst/>
            </a:prstGeom>
            <a:ln w="15875">
              <a:solidFill>
                <a:srgbClr val="FF0000"/>
              </a:solidFill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E66D8268-504E-5C54-07CD-73D15B214A6B}"/>
              </a:ext>
            </a:extLst>
          </p:cNvPr>
          <p:cNvGrpSpPr/>
          <p:nvPr/>
        </p:nvGrpSpPr>
        <p:grpSpPr>
          <a:xfrm>
            <a:off x="2120010" y="3875553"/>
            <a:ext cx="2845883" cy="890285"/>
            <a:chOff x="2120010" y="3875553"/>
            <a:chExt cx="2845883" cy="890285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A0F654BB-0903-3034-4828-C71A3C1444EE}"/>
                </a:ext>
              </a:extLst>
            </p:cNvPr>
            <p:cNvSpPr/>
            <p:nvPr/>
          </p:nvSpPr>
          <p:spPr>
            <a:xfrm>
              <a:off x="4614202" y="4119989"/>
              <a:ext cx="351691" cy="401413"/>
            </a:xfrm>
            <a:prstGeom prst="roundRect">
              <a:avLst/>
            </a:prstGeom>
            <a:noFill/>
            <a:ln w="25400">
              <a:solidFill>
                <a:srgbClr val="008000"/>
              </a:solidFill>
            </a:ln>
            <a:effectLst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Rectangle: Rounded Corners 16">
                  <a:extLst>
                    <a:ext uri="{FF2B5EF4-FFF2-40B4-BE49-F238E27FC236}">
                      <a16:creationId xmlns:a16="http://schemas.microsoft.com/office/drawing/2014/main" id="{30E9E5C3-3F59-00D8-609F-DBDC820D0B3B}"/>
                    </a:ext>
                  </a:extLst>
                </p:cNvPr>
                <p:cNvSpPr/>
                <p:nvPr/>
              </p:nvSpPr>
              <p:spPr>
                <a:xfrm>
                  <a:off x="2120010" y="3875553"/>
                  <a:ext cx="2062100" cy="890285"/>
                </a:xfrm>
                <a:prstGeom prst="roundRect">
                  <a:avLst/>
                </a:prstGeom>
                <a:noFill/>
                <a:ln w="25400">
                  <a:solidFill>
                    <a:srgbClr val="008000"/>
                  </a:solidFill>
                </a:ln>
                <a:effectLst/>
              </p:spPr>
              <p:style>
                <a:lnRef idx="1">
                  <a:schemeClr val="accent2"/>
                </a:lnRef>
                <a:fillRef idx="2">
                  <a:schemeClr val="accent2"/>
                </a:fillRef>
                <a:effectRef idx="1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The name of a new subset containing elements from </a:t>
                  </a:r>
                  <a14:m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𝑆</m:t>
                      </m:r>
                    </m:oMath>
                  </a14:m>
                  <a:r>
                    <a:rPr lang="en-US" dirty="0"/>
                    <a:t>.</a:t>
                  </a:r>
                </a:p>
              </p:txBody>
            </p:sp>
          </mc:Choice>
          <mc:Fallback xmlns="">
            <p:sp>
              <p:nvSpPr>
                <p:cNvPr id="17" name="Rectangle: Rounded Corners 16">
                  <a:extLst>
                    <a:ext uri="{FF2B5EF4-FFF2-40B4-BE49-F238E27FC236}">
                      <a16:creationId xmlns:a16="http://schemas.microsoft.com/office/drawing/2014/main" id="{30E9E5C3-3F59-00D8-609F-DBDC820D0B3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20010" y="3875553"/>
                  <a:ext cx="2062100" cy="890285"/>
                </a:xfrm>
                <a:prstGeom prst="roundRect">
                  <a:avLst/>
                </a:prstGeom>
                <a:blipFill>
                  <a:blip r:embed="rId5"/>
                  <a:stretch>
                    <a:fillRect t="-4000" r="-1754" b="-10667"/>
                  </a:stretch>
                </a:blipFill>
                <a:ln w="25400">
                  <a:solidFill>
                    <a:srgbClr val="008000"/>
                  </a:solidFill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33E5C250-A870-FE06-B395-854722166DBC}"/>
                </a:ext>
              </a:extLst>
            </p:cNvPr>
            <p:cNvCxnSpPr>
              <a:cxnSpLocks/>
              <a:stCxn id="17" idx="3"/>
              <a:endCxn id="9" idx="1"/>
            </p:cNvCxnSpPr>
            <p:nvPr/>
          </p:nvCxnSpPr>
          <p:spPr>
            <a:xfrm>
              <a:off x="4182110" y="4320696"/>
              <a:ext cx="432092" cy="0"/>
            </a:xfrm>
            <a:prstGeom prst="line">
              <a:avLst/>
            </a:prstGeom>
            <a:ln w="25400">
              <a:solidFill>
                <a:srgbClr val="008000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3E02061-F468-CC09-5258-315432288CEF}"/>
              </a:ext>
            </a:extLst>
          </p:cNvPr>
          <p:cNvGrpSpPr/>
          <p:nvPr/>
        </p:nvGrpSpPr>
        <p:grpSpPr>
          <a:xfrm>
            <a:off x="6878865" y="4422029"/>
            <a:ext cx="3712729" cy="517935"/>
            <a:chOff x="6878865" y="4422029"/>
            <a:chExt cx="3712729" cy="51793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Rectangle: Rounded Corners 17">
                  <a:extLst>
                    <a:ext uri="{FF2B5EF4-FFF2-40B4-BE49-F238E27FC236}">
                      <a16:creationId xmlns:a16="http://schemas.microsoft.com/office/drawing/2014/main" id="{80AFEC47-40AC-6C9A-15BF-E4F0120456C6}"/>
                    </a:ext>
                  </a:extLst>
                </p:cNvPr>
                <p:cNvSpPr/>
                <p:nvPr/>
              </p:nvSpPr>
              <p:spPr>
                <a:xfrm>
                  <a:off x="8173422" y="4422029"/>
                  <a:ext cx="2418172" cy="517935"/>
                </a:xfrm>
                <a:prstGeom prst="roundRect">
                  <a:avLst/>
                </a:prstGeom>
                <a:noFill/>
                <a:ln w="25400">
                  <a:solidFill>
                    <a:srgbClr val="FFC000"/>
                  </a:solidFill>
                </a:ln>
                <a:effectLst/>
              </p:spPr>
              <p:style>
                <a:lnRef idx="1">
                  <a:schemeClr val="accent2"/>
                </a:lnRef>
                <a:fillRef idx="2">
                  <a:schemeClr val="accent2"/>
                </a:fillRef>
                <a:effectRef idx="1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  <a14:m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a14:m>
                  <a:r>
                    <a:rPr lang="en-US" dirty="0"/>
                    <a:t> satisfies predicate / property </a:t>
                  </a:r>
                  <a14:m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?</m:t>
                      </m:r>
                    </m:oMath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8" name="Rectangle: Rounded Corners 17">
                  <a:extLst>
                    <a:ext uri="{FF2B5EF4-FFF2-40B4-BE49-F238E27FC236}">
                      <a16:creationId xmlns:a16="http://schemas.microsoft.com/office/drawing/2014/main" id="{80AFEC47-40AC-6C9A-15BF-E4F0120456C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73422" y="4422029"/>
                  <a:ext cx="2418172" cy="517935"/>
                </a:xfrm>
                <a:prstGeom prst="roundRect">
                  <a:avLst/>
                </a:prstGeom>
                <a:blipFill>
                  <a:blip r:embed="rId6"/>
                  <a:stretch>
                    <a:fillRect t="-14607" b="-26966"/>
                  </a:stretch>
                </a:blipFill>
                <a:ln w="25400">
                  <a:solidFill>
                    <a:srgbClr val="FFC000"/>
                  </a:solidFill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3" name="Left Brace 32">
              <a:extLst>
                <a:ext uri="{FF2B5EF4-FFF2-40B4-BE49-F238E27FC236}">
                  <a16:creationId xmlns:a16="http://schemas.microsoft.com/office/drawing/2014/main" id="{0D3B2958-9E40-EC08-87F6-8DCEC7EB59BF}"/>
                </a:ext>
              </a:extLst>
            </p:cNvPr>
            <p:cNvSpPr/>
            <p:nvPr/>
          </p:nvSpPr>
          <p:spPr>
            <a:xfrm rot="16200000">
              <a:off x="7164768" y="4214042"/>
              <a:ext cx="181051" cy="752858"/>
            </a:xfrm>
            <a:prstGeom prst="leftBrace">
              <a:avLst>
                <a:gd name="adj1" fmla="val 8333"/>
                <a:gd name="adj2" fmla="val 39201"/>
              </a:avLst>
            </a:prstGeom>
            <a:ln w="25400">
              <a:solidFill>
                <a:srgbClr val="FFC000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9146BA98-D749-92FC-5442-207DD3A387CC}"/>
                </a:ext>
              </a:extLst>
            </p:cNvPr>
            <p:cNvCxnSpPr>
              <a:cxnSpLocks/>
              <a:stCxn id="33" idx="1"/>
              <a:endCxn id="18" idx="1"/>
            </p:cNvCxnSpPr>
            <p:nvPr/>
          </p:nvCxnSpPr>
          <p:spPr>
            <a:xfrm>
              <a:off x="7173993" y="4680997"/>
              <a:ext cx="999429" cy="0"/>
            </a:xfrm>
            <a:prstGeom prst="line">
              <a:avLst/>
            </a:prstGeom>
            <a:ln w="25400">
              <a:solidFill>
                <a:srgbClr val="FFC000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2167721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/>
      <p:bldP spid="1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2"/>
          <p:cNvSpPr txBox="1">
            <a:spLocks/>
          </p:cNvSpPr>
          <p:nvPr/>
        </p:nvSpPr>
        <p:spPr>
          <a:xfrm>
            <a:off x="471489" y="69597"/>
            <a:ext cx="11153622" cy="5656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/>
              <a:t>Some Examples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4">
                <a:extLst>
                  <a:ext uri="{FF2B5EF4-FFF2-40B4-BE49-F238E27FC236}">
                    <a16:creationId xmlns:a16="http://schemas.microsoft.com/office/drawing/2014/main" id="{765C61BC-3E78-4D42-171A-B8404EA69F4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65140290"/>
                  </p:ext>
                </p:extLst>
              </p:nvPr>
            </p:nvGraphicFramePr>
            <p:xfrm>
              <a:off x="471489" y="1037940"/>
              <a:ext cx="11153622" cy="1828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503828">
                      <a:extLst>
                        <a:ext uri="{9D8B030D-6E8A-4147-A177-3AD203B41FA5}">
                          <a16:colId xmlns:a16="http://schemas.microsoft.com/office/drawing/2014/main" val="2200494755"/>
                        </a:ext>
                      </a:extLst>
                    </a:gridCol>
                    <a:gridCol w="8649794">
                      <a:extLst>
                        <a:ext uri="{9D8B030D-6E8A-4147-A177-3AD203B41FA5}">
                          <a16:colId xmlns:a16="http://schemas.microsoft.com/office/drawing/2014/main" val="153853546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Set Notation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Description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8887557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lang="en-US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1, 2, 3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The finite set consisting of integers </a:t>
                          </a:r>
                          <a14:m>
                            <m:oMath xmlns:m="http://schemas.openxmlformats.org/officeDocument/2006/math">
                              <m:r>
                                <a:rPr lang="en-US" sz="240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oMath>
                          </a14:m>
                          <a:r>
                            <a:rPr lang="en-US" sz="2400" dirty="0"/>
                            <a:t>, </a:t>
                          </a:r>
                          <a14:m>
                            <m:oMath xmlns:m="http://schemas.openxmlformats.org/officeDocument/2006/math">
                              <m:r>
                                <a:rPr lang="en-US" sz="240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oMath>
                          </a14:m>
                          <a:r>
                            <a:rPr lang="en-US" sz="2400" dirty="0"/>
                            <a:t>, and </a:t>
                          </a:r>
                          <a14:m>
                            <m:oMath xmlns:m="http://schemas.openxmlformats.org/officeDocument/2006/math">
                              <m:r>
                                <a:rPr lang="en-US" sz="240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oMath>
                          </a14:m>
                          <a:r>
                            <a:rPr lang="en-US" sz="2400" dirty="0"/>
                            <a:t>.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4270476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lang="en-US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1, 2, 3,…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The set of all positive integers (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ℤ</m:t>
                                  </m:r>
                                </m:e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2400" dirty="0"/>
                            <a:t>; sometimes</a:t>
                          </a:r>
                          <a:r>
                            <a:rPr lang="en-US" sz="2400" baseline="0" dirty="0"/>
                            <a:t>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ℕ</m:t>
                                  </m:r>
                                </m:e>
                                <m:sub>
                                  <m:r>
                                    <a:rPr lang="en-US" sz="2400" b="0" i="1" baseline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2400" dirty="0"/>
                            <a:t>).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329884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lang="en-US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0, 1, 2,…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The natural numbers 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ℕ</m:t>
                                  </m:r>
                                </m:e>
                                <m:sub>
                                  <m:r>
                                    <a:rPr lang="en-US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2400" dirty="0"/>
                            <a:t> is</a:t>
                          </a:r>
                          <a:r>
                            <a:rPr lang="en-US" sz="2400" baseline="0" dirty="0"/>
                            <a:t> unambiguous</a:t>
                          </a:r>
                          <a:r>
                            <a:rPr lang="en-US" sz="2400" dirty="0"/>
                            <a:t>; sometimes just </a:t>
                          </a:r>
                          <a14:m>
                            <m:oMath xmlns:m="http://schemas.openxmlformats.org/officeDocument/2006/math">
                              <m:r>
                                <a:rPr lang="en-US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ℕ</m:t>
                              </m:r>
                            </m:oMath>
                          </a14:m>
                          <a:r>
                            <a:rPr lang="en-US" sz="2400" dirty="0"/>
                            <a:t>).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5670344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4">
                <a:extLst>
                  <a:ext uri="{FF2B5EF4-FFF2-40B4-BE49-F238E27FC236}">
                    <a16:creationId xmlns:a16="http://schemas.microsoft.com/office/drawing/2014/main" id="{765C61BC-3E78-4D42-171A-B8404EA69F4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65140290"/>
                  </p:ext>
                </p:extLst>
              </p:nvPr>
            </p:nvGraphicFramePr>
            <p:xfrm>
              <a:off x="471489" y="1037940"/>
              <a:ext cx="11153622" cy="1828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503828">
                      <a:extLst>
                        <a:ext uri="{9D8B030D-6E8A-4147-A177-3AD203B41FA5}">
                          <a16:colId xmlns:a16="http://schemas.microsoft.com/office/drawing/2014/main" val="2200494755"/>
                        </a:ext>
                      </a:extLst>
                    </a:gridCol>
                    <a:gridCol w="8649794">
                      <a:extLst>
                        <a:ext uri="{9D8B030D-6E8A-4147-A177-3AD203B41FA5}">
                          <a16:colId xmlns:a16="http://schemas.microsoft.com/office/drawing/2014/main" val="1538535465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Set Notation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Description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88875579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43" t="-109211" r="-346472" b="-22631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9014" t="-109211" r="-282" b="-22631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42704768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43" t="-212000" r="-346472" b="-129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9014" t="-212000" r="-282" b="-129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32988428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43" t="-312000" r="-346472" b="-29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9014" t="-312000" r="-282" b="-29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5670344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6BA237D4-2975-222E-6711-33CAE1FF8A4D}"/>
              </a:ext>
            </a:extLst>
          </p:cNvPr>
          <p:cNvSpPr txBox="1"/>
          <p:nvPr/>
        </p:nvSpPr>
        <p:spPr>
          <a:xfrm>
            <a:off x="760787" y="3825192"/>
            <a:ext cx="3726807" cy="1107996"/>
          </a:xfrm>
          <a:prstGeom prst="rect">
            <a:avLst/>
          </a:prstGeom>
          <a:noFill/>
          <a:ln w="25400">
            <a:noFill/>
          </a:ln>
        </p:spPr>
        <p:txBody>
          <a:bodyPr wrap="square">
            <a:spAutoFit/>
          </a:bodyPr>
          <a:lstStyle/>
          <a:p>
            <a:pPr algn="just"/>
            <a:r>
              <a:rPr lang="en-US" sz="2200" dirty="0"/>
              <a:t>Using set notation, represent the idea of all real numbers greater than 10.</a:t>
            </a:r>
            <a:endParaRPr lang="en-US" sz="2200" dirty="0">
              <a:effectLst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8F9ABD-51E3-6BEC-48D4-BFC94689C960}"/>
              </a:ext>
            </a:extLst>
          </p:cNvPr>
          <p:cNvSpPr txBox="1"/>
          <p:nvPr/>
        </p:nvSpPr>
        <p:spPr>
          <a:xfrm>
            <a:off x="760787" y="3296888"/>
            <a:ext cx="1307164" cy="430887"/>
          </a:xfrm>
          <a:prstGeom prst="rect">
            <a:avLst/>
          </a:prstGeom>
          <a:noFill/>
          <a:ln w="25400">
            <a:noFill/>
          </a:ln>
        </p:spPr>
        <p:txBody>
          <a:bodyPr wrap="square">
            <a:spAutoFit/>
          </a:bodyPr>
          <a:lstStyle/>
          <a:p>
            <a:pPr algn="just"/>
            <a:r>
              <a:rPr lang="en-US" sz="2200" i="1" dirty="0"/>
              <a:t>Problems.</a:t>
            </a:r>
            <a:endParaRPr lang="en-US" sz="2200" i="1" dirty="0">
              <a:effectLst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C694C38-EC59-857D-778F-7E66DE37AC59}"/>
                  </a:ext>
                </a:extLst>
              </p:cNvPr>
              <p:cNvSpPr txBox="1"/>
              <p:nvPr/>
            </p:nvSpPr>
            <p:spPr>
              <a:xfrm>
                <a:off x="1808741" y="5155154"/>
                <a:ext cx="2967240" cy="430887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2200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 smtClean="0">
                              <a:effectLst/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200" b="0" i="1" smtClean="0">
                              <a:effectLst/>
                              <a:latin typeface="Cambria Math" panose="02040503050406030204" pitchFamily="18" charset="0"/>
                            </a:rPr>
                            <m:t>∣</m:t>
                          </m:r>
                          <m:r>
                            <a:rPr lang="en-US" sz="2200" b="0" i="1" smtClean="0">
                              <a:effectLst/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200" b="0" i="1" smtClean="0">
                              <a:effectLst/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2200" b="0" i="1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  <m:r>
                            <a:rPr lang="en-US" sz="2200" b="0" i="1" smtClean="0">
                              <a:effectLst/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2200" b="0" i="0" smtClean="0">
                              <a:effectLst/>
                              <a:latin typeface="Cambria Math" panose="02040503050406030204" pitchFamily="18" charset="0"/>
                            </a:rPr>
                            <m:t>and</m:t>
                          </m:r>
                          <m:r>
                            <a:rPr lang="en-US" sz="2200" b="0" i="1" smtClean="0">
                              <a:effectLst/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200" b="0" i="1" smtClean="0">
                              <a:effectLst/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200" b="0" i="1" smtClean="0">
                              <a:effectLst/>
                              <a:latin typeface="Cambria Math" panose="02040503050406030204" pitchFamily="18" charset="0"/>
                            </a:rPr>
                            <m:t>&gt;10</m:t>
                          </m:r>
                        </m:e>
                      </m:d>
                    </m:oMath>
                  </m:oMathPara>
                </a14:m>
                <a:endParaRPr lang="en-US" sz="2200" dirty="0">
                  <a:effectLst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C694C38-EC59-857D-778F-7E66DE37AC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8741" y="5155154"/>
                <a:ext cx="2967240" cy="430887"/>
              </a:xfrm>
              <a:prstGeom prst="rect">
                <a:avLst/>
              </a:prstGeom>
              <a:blipFill>
                <a:blip r:embed="rId3"/>
                <a:stretch>
                  <a:fillRect b="-2857"/>
                </a:stretch>
              </a:blipFill>
              <a:ln w="254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5136099B-6903-9FFC-0E75-DE9B7201D6F6}"/>
              </a:ext>
            </a:extLst>
          </p:cNvPr>
          <p:cNvSpPr txBox="1"/>
          <p:nvPr/>
        </p:nvSpPr>
        <p:spPr>
          <a:xfrm>
            <a:off x="6388584" y="3825192"/>
            <a:ext cx="3726807" cy="1446550"/>
          </a:xfrm>
          <a:prstGeom prst="rect">
            <a:avLst/>
          </a:prstGeom>
          <a:noFill/>
          <a:ln w="25400">
            <a:noFill/>
          </a:ln>
        </p:spPr>
        <p:txBody>
          <a:bodyPr wrap="square">
            <a:spAutoFit/>
          </a:bodyPr>
          <a:lstStyle/>
          <a:p>
            <a:pPr algn="just"/>
            <a:r>
              <a:rPr lang="en-US" sz="2200" dirty="0"/>
              <a:t>Using set notation, represent the idea of all integers divisible by 10. Do not use a modulus operator.</a:t>
            </a:r>
            <a:endParaRPr lang="en-US" sz="2200" dirty="0">
              <a:effectLst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A0B3903-71B7-E81E-640D-DB6C87EA0FBE}"/>
                  </a:ext>
                </a:extLst>
              </p:cNvPr>
              <p:cNvSpPr txBox="1"/>
              <p:nvPr/>
            </p:nvSpPr>
            <p:spPr>
              <a:xfrm>
                <a:off x="7848979" y="5153715"/>
                <a:ext cx="3089954" cy="430887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2200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 smtClean="0">
                              <a:effectLst/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200" b="0" i="1" smtClean="0">
                              <a:effectLst/>
                              <a:latin typeface="Cambria Math" panose="02040503050406030204" pitchFamily="18" charset="0"/>
                            </a:rPr>
                            <m:t>∣</m:t>
                          </m:r>
                          <m:r>
                            <a:rPr lang="en-US" sz="2200" b="0" i="1" smtClean="0">
                              <a:effectLst/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200" b="0" i="1" smtClean="0">
                              <a:effectLst/>
                              <a:latin typeface="Cambria Math" panose="02040503050406030204" pitchFamily="18" charset="0"/>
                            </a:rPr>
                            <m:t>=10</m:t>
                          </m:r>
                          <m:r>
                            <a:rPr lang="en-US" sz="2200" b="0" i="1" smtClean="0">
                              <a:effectLst/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200" b="0" i="0" smtClean="0">
                              <a:effectLst/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2200" b="0" i="0" smtClean="0">
                              <a:effectLst/>
                              <a:latin typeface="Cambria Math" panose="02040503050406030204" pitchFamily="18" charset="0"/>
                            </a:rPr>
                            <m:t>and</m:t>
                          </m:r>
                          <m:r>
                            <a:rPr lang="en-US" sz="2200" b="0" i="1" smtClean="0">
                              <a:effectLst/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200" b="0" i="1" smtClean="0">
                              <a:effectLst/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200" b="0" i="1" smtClean="0">
                              <a:effectLst/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2200" b="0" i="1" smtClean="0">
                              <a:effectLst/>
                              <a:latin typeface="Cambria Math" panose="02040503050406030204" pitchFamily="18" charset="0"/>
                            </a:rPr>
                            <m:t>ℤ</m:t>
                          </m:r>
                        </m:e>
                      </m:d>
                    </m:oMath>
                  </m:oMathPara>
                </a14:m>
                <a:endParaRPr lang="en-US" sz="2200" dirty="0">
                  <a:effectLst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A0B3903-71B7-E81E-640D-DB6C87EA0F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48979" y="5153715"/>
                <a:ext cx="3089954" cy="430887"/>
              </a:xfrm>
              <a:prstGeom prst="rect">
                <a:avLst/>
              </a:prstGeom>
              <a:blipFill>
                <a:blip r:embed="rId4"/>
                <a:stretch>
                  <a:fillRect b="-2817"/>
                </a:stretch>
              </a:blipFill>
              <a:ln w="254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301489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/>
      <p:bldP spid="9" grpId="0"/>
      <p:bldP spid="1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2"/>
          <p:cNvSpPr txBox="1">
            <a:spLocks/>
          </p:cNvSpPr>
          <p:nvPr/>
        </p:nvSpPr>
        <p:spPr>
          <a:xfrm>
            <a:off x="471489" y="69597"/>
            <a:ext cx="11153622" cy="5656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/>
              <a:t>Subset Definitions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701FCB-92C4-4E05-79F1-F84F412A638B}"/>
              </a:ext>
            </a:extLst>
          </p:cNvPr>
          <p:cNvSpPr txBox="1"/>
          <p:nvPr/>
        </p:nvSpPr>
        <p:spPr>
          <a:xfrm>
            <a:off x="430725" y="5140463"/>
            <a:ext cx="1866887" cy="769441"/>
          </a:xfrm>
          <a:prstGeom prst="rect">
            <a:avLst/>
          </a:prstGeom>
          <a:noFill/>
          <a:ln w="25400">
            <a:noFill/>
          </a:ln>
        </p:spPr>
        <p:txBody>
          <a:bodyPr wrap="square">
            <a:spAutoFit/>
          </a:bodyPr>
          <a:lstStyle/>
          <a:p>
            <a:pPr algn="just"/>
            <a:r>
              <a:rPr lang="en-US" sz="2200" i="1" dirty="0"/>
              <a:t>Problems. </a:t>
            </a:r>
            <a:r>
              <a:rPr lang="en-US" sz="2200" dirty="0"/>
              <a:t>True or false?</a:t>
            </a:r>
            <a:endParaRPr lang="en-US" sz="2200" dirty="0">
              <a:effectLst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1F99126-43BC-6EA3-702C-64919219C2A1}"/>
                  </a:ext>
                </a:extLst>
              </p:cNvPr>
              <p:cNvSpPr txBox="1"/>
              <p:nvPr/>
            </p:nvSpPr>
            <p:spPr>
              <a:xfrm>
                <a:off x="690449" y="994872"/>
                <a:ext cx="6948308" cy="3477875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prstDash val="solid"/>
              </a:ln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2200" b="1" i="1" dirty="0"/>
                  <a:t>Definition</a:t>
                </a:r>
                <a:r>
                  <a:rPr lang="en-US" sz="2200" dirty="0"/>
                  <a:t> [Subset]</a:t>
                </a:r>
                <a:r>
                  <a:rPr lang="en-US" sz="2200" b="1" i="1" dirty="0"/>
                  <a:t>.</a:t>
                </a:r>
                <a:endParaRPr lang="en-US" sz="2200" dirty="0"/>
              </a:p>
              <a:p>
                <a:pPr algn="ctr"/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⇔∀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sz="22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if</m:t>
                    </m:r>
                    <m:r>
                      <a:rPr lang="en-US" sz="22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 sz="22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then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200" dirty="0"/>
                  <a:t>.</a:t>
                </a:r>
              </a:p>
              <a:p>
                <a:pPr algn="just"/>
                <a:endParaRPr lang="en-US" sz="2200" b="1" i="1" dirty="0"/>
              </a:p>
              <a:p>
                <a:pPr algn="just"/>
                <a:r>
                  <a:rPr lang="en-US" sz="2200" b="1" i="1" dirty="0"/>
                  <a:t>Definition</a:t>
                </a:r>
                <a:r>
                  <a:rPr lang="en-US" sz="2200" dirty="0"/>
                  <a:t> [Not a Subset]</a:t>
                </a:r>
                <a:r>
                  <a:rPr lang="en-US" sz="2200" b="1" i="1" dirty="0"/>
                  <a:t>.</a:t>
                </a:r>
                <a:endParaRPr lang="en-US" sz="2200" dirty="0"/>
              </a:p>
              <a:p>
                <a:pPr algn="ctr"/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⊈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⇔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∃</m:t>
                    </m:r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2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2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such</m:t>
                    </m:r>
                    <m:r>
                      <a:rPr lang="en-US" sz="22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2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that</m:t>
                    </m:r>
                    <m:r>
                      <a:rPr lang="en-US" sz="22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sz="22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2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and</m:t>
                    </m:r>
                    <m:r>
                      <a:rPr lang="en-US" sz="22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∉</m:t>
                    </m:r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200" dirty="0">
                    <a:ea typeface="Cambria Math" panose="02040503050406030204" pitchFamily="18" charset="0"/>
                  </a:rPr>
                  <a:t>.</a:t>
                </a:r>
              </a:p>
              <a:p>
                <a:pPr algn="just"/>
                <a:endParaRPr lang="en-US" sz="2200" b="1" i="1" dirty="0"/>
              </a:p>
              <a:p>
                <a:pPr algn="just"/>
                <a:r>
                  <a:rPr lang="en-US" sz="2200" b="1" i="1" dirty="0"/>
                  <a:t>Definition</a:t>
                </a:r>
                <a:r>
                  <a:rPr lang="en-US" sz="2200" dirty="0"/>
                  <a:t> [Proper Subset]</a:t>
                </a:r>
                <a:r>
                  <a:rPr lang="en-US" sz="2200" b="1" i="1" dirty="0"/>
                  <a:t>.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200" dirty="0"/>
                  <a:t> is a </a:t>
                </a:r>
                <a:r>
                  <a:rPr lang="en-US" sz="2200" b="1" i="1" dirty="0"/>
                  <a:t>proper subset</a:t>
                </a:r>
                <a:r>
                  <a:rPr lang="en-US" sz="2200" dirty="0"/>
                  <a:t> of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⇔</m:t>
                    </m:r>
                  </m:oMath>
                </a14:m>
                <a:endParaRPr lang="en-US" sz="2200" dirty="0"/>
              </a:p>
              <a:p>
                <a:pPr marL="800100" lvl="1" indent="-342900" algn="just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200" dirty="0"/>
                  <a:t> and</a:t>
                </a:r>
              </a:p>
              <a:p>
                <a:pPr marL="800100" lvl="1" indent="-342900" algn="just">
                  <a:buFont typeface="Arial" panose="020B0604020202020204" pitchFamily="34" charset="0"/>
                  <a:buChar char="•"/>
                </a:pPr>
                <a:r>
                  <a:rPr lang="en-US" sz="2200" dirty="0"/>
                  <a:t>There is at least one element in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200" dirty="0"/>
                  <a:t> that is not in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200" dirty="0"/>
                  <a:t>.</a:t>
                </a:r>
              </a:p>
              <a:p>
                <a:pPr algn="just"/>
                <a:r>
                  <a:rPr lang="en-US" sz="2200" dirty="0"/>
                  <a:t>We write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⊂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200" dirty="0"/>
                  <a:t> to say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200" dirty="0"/>
                  <a:t> is a proper subset of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200" dirty="0"/>
                  <a:t>.</a:t>
                </a: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1F99126-43BC-6EA3-702C-64919219C2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449" y="994872"/>
                <a:ext cx="6948308" cy="3477875"/>
              </a:xfrm>
              <a:prstGeom prst="rect">
                <a:avLst/>
              </a:prstGeom>
              <a:blipFill>
                <a:blip r:embed="rId2"/>
                <a:stretch>
                  <a:fillRect l="-962" t="-870" b="-2261"/>
                </a:stretch>
              </a:blipFill>
              <a:ln w="25400">
                <a:solidFill>
                  <a:schemeClr val="tx1"/>
                </a:solidFill>
                <a:prstDash val="solid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1CABD37C-D6FE-802E-ED43-3D9552856677}"/>
              </a:ext>
            </a:extLst>
          </p:cNvPr>
          <p:cNvSpPr/>
          <p:nvPr/>
        </p:nvSpPr>
        <p:spPr>
          <a:xfrm>
            <a:off x="8004849" y="2297842"/>
            <a:ext cx="2743200" cy="1635617"/>
          </a:xfrm>
          <a:prstGeom prst="rect">
            <a:avLst/>
          </a:prstGeom>
          <a:solidFill>
            <a:schemeClr val="accent1">
              <a:alpha val="45000"/>
            </a:schemeClr>
          </a:solidFill>
          <a:ln w="34925">
            <a:solidFill>
              <a:schemeClr val="tx1"/>
            </a:solidFill>
          </a:ln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F89CF5C6-DC44-3AEC-F181-93CBC6C0592A}"/>
              </a:ext>
            </a:extLst>
          </p:cNvPr>
          <p:cNvSpPr/>
          <p:nvPr/>
        </p:nvSpPr>
        <p:spPr>
          <a:xfrm>
            <a:off x="9376449" y="1042152"/>
            <a:ext cx="2499766" cy="2290033"/>
          </a:xfrm>
          <a:prstGeom prst="triangle">
            <a:avLst/>
          </a:prstGeom>
          <a:solidFill>
            <a:srgbClr val="FF0000">
              <a:alpha val="24000"/>
            </a:srgbClr>
          </a:solidFill>
          <a:ln w="34925">
            <a:solidFill>
              <a:schemeClr val="tx1"/>
            </a:solidFill>
          </a:ln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021A426-7BFE-A3F4-ECEC-2DB47A86ACD2}"/>
                  </a:ext>
                </a:extLst>
              </p:cNvPr>
              <p:cNvSpPr txBox="1"/>
              <p:nvPr/>
            </p:nvSpPr>
            <p:spPr>
              <a:xfrm>
                <a:off x="8012660" y="2249016"/>
                <a:ext cx="465364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 anchor="ctr" anchorCtr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021A426-7BFE-A3F4-ECEC-2DB47A86AC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12660" y="2249016"/>
                <a:ext cx="465364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57468A2-8DE0-6C5B-9BD9-6BFF7221D810}"/>
                  </a:ext>
                </a:extLst>
              </p:cNvPr>
              <p:cNvSpPr txBox="1"/>
              <p:nvPr/>
            </p:nvSpPr>
            <p:spPr>
              <a:xfrm>
                <a:off x="10452885" y="1322348"/>
                <a:ext cx="465364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 anchor="ctr" anchorCtr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57468A2-8DE0-6C5B-9BD9-6BFF7221D8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52885" y="1322348"/>
                <a:ext cx="465364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1AB3CE4-4380-49C3-2C94-858B22D8253B}"/>
              </a:ext>
            </a:extLst>
          </p:cNvPr>
          <p:cNvCxnSpPr>
            <a:cxnSpLocks/>
          </p:cNvCxnSpPr>
          <p:nvPr/>
        </p:nvCxnSpPr>
        <p:spPr>
          <a:xfrm flipV="1">
            <a:off x="10748049" y="2297842"/>
            <a:ext cx="0" cy="1034343"/>
          </a:xfrm>
          <a:prstGeom prst="line">
            <a:avLst/>
          </a:prstGeom>
          <a:ln w="34925">
            <a:solidFill>
              <a:schemeClr val="tx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3227787-63FB-E5BE-D89C-2E8085E0854B}"/>
              </a:ext>
            </a:extLst>
          </p:cNvPr>
          <p:cNvCxnSpPr>
            <a:cxnSpLocks/>
          </p:cNvCxnSpPr>
          <p:nvPr/>
        </p:nvCxnSpPr>
        <p:spPr>
          <a:xfrm flipH="1">
            <a:off x="9941961" y="2297842"/>
            <a:ext cx="806088" cy="0"/>
          </a:xfrm>
          <a:prstGeom prst="line">
            <a:avLst/>
          </a:prstGeom>
          <a:ln w="34925">
            <a:solidFill>
              <a:schemeClr val="tx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18DD30ED-4598-B5E4-B07E-FE663975D0F0}"/>
              </a:ext>
            </a:extLst>
          </p:cNvPr>
          <p:cNvSpPr/>
          <p:nvPr/>
        </p:nvSpPr>
        <p:spPr>
          <a:xfrm>
            <a:off x="8972426" y="2837859"/>
            <a:ext cx="1615948" cy="963637"/>
          </a:xfrm>
          <a:prstGeom prst="ellipse">
            <a:avLst/>
          </a:prstGeom>
          <a:solidFill>
            <a:srgbClr val="92D050">
              <a:alpha val="30000"/>
            </a:srgbClr>
          </a:solidFill>
          <a:ln w="28575">
            <a:solidFill>
              <a:schemeClr val="tx1"/>
            </a:solidFill>
          </a:ln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643980A-1073-4CF5-3F90-DE234A417643}"/>
                  </a:ext>
                </a:extLst>
              </p:cNvPr>
              <p:cNvSpPr txBox="1"/>
              <p:nvPr/>
            </p:nvSpPr>
            <p:spPr>
              <a:xfrm>
                <a:off x="9557045" y="3373996"/>
                <a:ext cx="465364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 anchor="ctr" anchorCtr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𝐺</m:t>
                      </m:r>
                    </m:oMath>
                  </m:oMathPara>
                </a14:m>
                <a:endParaRPr lang="en-US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643980A-1073-4CF5-3F90-DE234A4176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57045" y="3373996"/>
                <a:ext cx="465364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B428399F-FE0C-AFBC-11D3-85B3E6AED767}"/>
                  </a:ext>
                </a:extLst>
              </p:cNvPr>
              <p:cNvSpPr txBox="1"/>
              <p:nvPr/>
            </p:nvSpPr>
            <p:spPr>
              <a:xfrm>
                <a:off x="2519752" y="4709578"/>
                <a:ext cx="1058028" cy="430887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squar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0" i="1" smtClean="0">
                          <a:effectLst/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US" sz="2200" b="0" i="1" smtClean="0">
                          <a:effectLst/>
                          <a:latin typeface="Cambria Math" panose="02040503050406030204" pitchFamily="18" charset="0"/>
                        </a:rPr>
                        <m:t>⊆</m:t>
                      </m:r>
                      <m:r>
                        <m:rPr>
                          <m:sty m:val="p"/>
                        </m:rPr>
                        <a:rPr lang="en-US" sz="2200" b="0" i="1" smtClean="0">
                          <a:effectLst/>
                          <a:latin typeface="Cambria Math" panose="02040503050406030204" pitchFamily="18" charset="0"/>
                        </a:rPr>
                        <m:t>B</m:t>
                      </m:r>
                    </m:oMath>
                  </m:oMathPara>
                </a14:m>
                <a:endParaRPr lang="en-US" sz="2200" dirty="0">
                  <a:effectLst/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B428399F-FE0C-AFBC-11D3-85B3E6AED7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9752" y="4709578"/>
                <a:ext cx="1058028" cy="430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254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34AF344-64A8-DB1E-9766-09AA0B3E1480}"/>
                  </a:ext>
                </a:extLst>
              </p:cNvPr>
              <p:cNvSpPr txBox="1"/>
              <p:nvPr/>
            </p:nvSpPr>
            <p:spPr>
              <a:xfrm>
                <a:off x="4969816" y="4709576"/>
                <a:ext cx="1058028" cy="430887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squar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0" i="1" smtClean="0">
                          <a:effectLst/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US" sz="2200" b="0" i="1" smtClean="0">
                          <a:effectLst/>
                          <a:latin typeface="Cambria Math" panose="02040503050406030204" pitchFamily="18" charset="0"/>
                        </a:rPr>
                        <m:t>⊂</m:t>
                      </m:r>
                      <m:r>
                        <m:rPr>
                          <m:sty m:val="p"/>
                        </m:rPr>
                        <a:rPr lang="en-US" sz="2200" b="0" i="1" smtClean="0">
                          <a:effectLst/>
                          <a:latin typeface="Cambria Math" panose="02040503050406030204" pitchFamily="18" charset="0"/>
                        </a:rPr>
                        <m:t>B</m:t>
                      </m:r>
                    </m:oMath>
                  </m:oMathPara>
                </a14:m>
                <a:endParaRPr lang="en-US" sz="2200" dirty="0">
                  <a:effectLst/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34AF344-64A8-DB1E-9766-09AA0B3E14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9816" y="4709576"/>
                <a:ext cx="1058028" cy="43088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254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4BF2740-FB33-3E22-23A2-389ABF1B6B83}"/>
                  </a:ext>
                </a:extLst>
              </p:cNvPr>
              <p:cNvSpPr txBox="1"/>
              <p:nvPr/>
            </p:nvSpPr>
            <p:spPr>
              <a:xfrm>
                <a:off x="3784665" y="4709577"/>
                <a:ext cx="1058028" cy="430887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squar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0" i="1" smtClean="0">
                          <a:effectLst/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US" sz="2200" b="0" i="1" smtClean="0">
                          <a:effectLst/>
                          <a:latin typeface="Cambria Math" panose="02040503050406030204" pitchFamily="18" charset="0"/>
                        </a:rPr>
                        <m:t>⊆</m:t>
                      </m:r>
                      <m:r>
                        <a:rPr lang="en-US" sz="2200" b="0" i="1" smtClean="0">
                          <a:effectLst/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en-US" sz="2200" dirty="0">
                  <a:effectLst/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4BF2740-FB33-3E22-23A2-389ABF1B6B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4665" y="4709577"/>
                <a:ext cx="1058028" cy="43088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254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6C548AB-5450-3E19-3B53-E485416A8C7B}"/>
                  </a:ext>
                </a:extLst>
              </p:cNvPr>
              <p:cNvSpPr txBox="1"/>
              <p:nvPr/>
            </p:nvSpPr>
            <p:spPr>
              <a:xfrm>
                <a:off x="6764450" y="4709577"/>
                <a:ext cx="1268416" cy="430887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squar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ℚ</m:t>
                      </m:r>
                      <m:r>
                        <a:rPr lang="en-US" sz="2200" b="0" i="1" smtClean="0">
                          <a:effectLst/>
                          <a:latin typeface="Cambria Math" panose="02040503050406030204" pitchFamily="18" charset="0"/>
                        </a:rPr>
                        <m:t>⊆</m:t>
                      </m:r>
                      <m:r>
                        <a:rPr lang="en-US" sz="2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ℝ</m:t>
                      </m:r>
                    </m:oMath>
                  </m:oMathPara>
                </a14:m>
                <a:endParaRPr lang="en-US" sz="2200" dirty="0">
                  <a:effectLst/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6C548AB-5450-3E19-3B53-E485416A8C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4450" y="4709577"/>
                <a:ext cx="1268416" cy="430887"/>
              </a:xfrm>
              <a:prstGeom prst="rect">
                <a:avLst/>
              </a:prstGeom>
              <a:blipFill>
                <a:blip r:embed="rId9"/>
                <a:stretch>
                  <a:fillRect b="-14286"/>
                </a:stretch>
              </a:blipFill>
              <a:ln w="254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2498D09-51AA-92E1-269C-52B9B0D1816A}"/>
                  </a:ext>
                </a:extLst>
              </p:cNvPr>
              <p:cNvSpPr txBox="1"/>
              <p:nvPr/>
            </p:nvSpPr>
            <p:spPr>
              <a:xfrm>
                <a:off x="10646789" y="4709576"/>
                <a:ext cx="1268416" cy="430887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squar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ℝ</m:t>
                      </m:r>
                      <m:r>
                        <a:rPr lang="en-US" sz="2200" b="0" i="1" smtClean="0">
                          <a:effectLst/>
                          <a:latin typeface="Cambria Math" panose="02040503050406030204" pitchFamily="18" charset="0"/>
                        </a:rPr>
                        <m:t>⊂</m:t>
                      </m:r>
                      <m:r>
                        <a:rPr lang="en-US" sz="2200" b="0" i="1" smtClean="0">
                          <a:effectLst/>
                          <a:latin typeface="Cambria Math" panose="02040503050406030204" pitchFamily="18" charset="0"/>
                        </a:rPr>
                        <m:t>ℤ</m:t>
                      </m:r>
                    </m:oMath>
                  </m:oMathPara>
                </a14:m>
                <a:endParaRPr lang="en-US" sz="2200" dirty="0">
                  <a:effectLst/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2498D09-51AA-92E1-269C-52B9B0D181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46789" y="4709576"/>
                <a:ext cx="1268416" cy="43088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 w="254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BEE1EEB-3030-919C-6B7D-31C7348BC5B7}"/>
                  </a:ext>
                </a:extLst>
              </p:cNvPr>
              <p:cNvSpPr txBox="1"/>
              <p:nvPr/>
            </p:nvSpPr>
            <p:spPr>
              <a:xfrm>
                <a:off x="8665699" y="4709577"/>
                <a:ext cx="1268416" cy="430887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squar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i="1">
                          <a:latin typeface="Cambria Math" panose="02040503050406030204" pitchFamily="18" charset="0"/>
                        </a:rPr>
                        <m:t>ℤ</m:t>
                      </m:r>
                      <m:r>
                        <a:rPr lang="en-US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⊇</m:t>
                      </m:r>
                      <m:r>
                        <a:rPr lang="en-US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ℕ</m:t>
                      </m:r>
                    </m:oMath>
                  </m:oMathPara>
                </a14:m>
                <a:endParaRPr lang="en-US" sz="2200" dirty="0">
                  <a:effectLst/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BEE1EEB-3030-919C-6B7D-31C7348BC5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65699" y="4709577"/>
                <a:ext cx="1268416" cy="43088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 w="254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2BEC3DB1-096B-7C38-18E2-843C92E4D43A}"/>
                  </a:ext>
                </a:extLst>
              </p:cNvPr>
              <p:cNvSpPr txBox="1"/>
              <p:nvPr/>
            </p:nvSpPr>
            <p:spPr>
              <a:xfrm>
                <a:off x="6892220" y="5728477"/>
                <a:ext cx="1268416" cy="430887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squar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b="0" i="1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ℕ</m:t>
                          </m:r>
                        </m:e>
                        <m:sub>
                          <m:r>
                            <a:rPr lang="en-US" sz="2200" b="0" i="1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200" b="0" i="1" smtClean="0">
                          <a:effectLst/>
                          <a:latin typeface="Cambria Math" panose="02040503050406030204" pitchFamily="18" charset="0"/>
                        </a:rPr>
                        <m:t>⊆</m:t>
                      </m:r>
                      <m:sSup>
                        <m:sSupPr>
                          <m:ctrlPr>
                            <a:rPr lang="en-US" sz="2200" b="0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200" b="0" i="1" smtClean="0">
                              <a:effectLst/>
                              <a:latin typeface="Cambria Math" panose="02040503050406030204" pitchFamily="18" charset="0"/>
                            </a:rPr>
                            <m:t>ℤ</m:t>
                          </m:r>
                        </m:e>
                        <m:sup>
                          <m:r>
                            <a:rPr lang="en-US" sz="2200" b="0" i="1" smtClean="0">
                              <a:effectLst/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</m:oMath>
                  </m:oMathPara>
                </a14:m>
                <a:endParaRPr lang="en-US" sz="2200" dirty="0">
                  <a:effectLst/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2BEC3DB1-096B-7C38-18E2-843C92E4D4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2220" y="5728477"/>
                <a:ext cx="1268416" cy="43088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 w="254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DEE5213-3227-9515-CF55-D91F3170192A}"/>
                  </a:ext>
                </a:extLst>
              </p:cNvPr>
              <p:cNvSpPr txBox="1"/>
              <p:nvPr/>
            </p:nvSpPr>
            <p:spPr>
              <a:xfrm>
                <a:off x="8715054" y="5688588"/>
                <a:ext cx="1268416" cy="430887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squar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200" b="0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200" b="0" i="1" smtClean="0">
                              <a:effectLst/>
                              <a:latin typeface="Cambria Math" panose="02040503050406030204" pitchFamily="18" charset="0"/>
                            </a:rPr>
                            <m:t>ℤ</m:t>
                          </m:r>
                        </m:e>
                        <m:sup>
                          <m:r>
                            <a:rPr lang="en-US" sz="2200" b="0" i="1" smtClean="0">
                              <a:effectLst/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  <m:r>
                        <a:rPr lang="en-US" sz="2200" b="0" i="1" smtClean="0">
                          <a:effectLst/>
                          <a:latin typeface="Cambria Math" panose="02040503050406030204" pitchFamily="18" charset="0"/>
                        </a:rPr>
                        <m:t>⊆</m:t>
                      </m:r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ℕ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200" dirty="0">
                  <a:effectLst/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DEE5213-3227-9515-CF55-D91F317019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5054" y="5688588"/>
                <a:ext cx="1268416" cy="43088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 w="254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Rectangle: Diagonal Corners Snipped 29">
            <a:extLst>
              <a:ext uri="{FF2B5EF4-FFF2-40B4-BE49-F238E27FC236}">
                <a16:creationId xmlns:a16="http://schemas.microsoft.com/office/drawing/2014/main" id="{8F13F981-554C-7944-21A4-D8004FD8BE3C}"/>
              </a:ext>
            </a:extLst>
          </p:cNvPr>
          <p:cNvSpPr/>
          <p:nvPr/>
        </p:nvSpPr>
        <p:spPr>
          <a:xfrm rot="20225260">
            <a:off x="10577711" y="2483996"/>
            <a:ext cx="932512" cy="830230"/>
          </a:xfrm>
          <a:prstGeom prst="snip2DiagRect">
            <a:avLst>
              <a:gd name="adj1" fmla="val 0"/>
              <a:gd name="adj2" fmla="val 50000"/>
            </a:avLst>
          </a:prstGeom>
          <a:solidFill>
            <a:srgbClr val="FFFF00">
              <a:alpha val="43000"/>
            </a:srgbClr>
          </a:solidFill>
          <a:ln w="28575">
            <a:solidFill>
              <a:schemeClr val="tx1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DFBA7BAA-7A8B-5032-80E9-58CC6F5554A3}"/>
                  </a:ext>
                </a:extLst>
              </p:cNvPr>
              <p:cNvSpPr txBox="1"/>
              <p:nvPr/>
            </p:nvSpPr>
            <p:spPr>
              <a:xfrm>
                <a:off x="11152072" y="2748562"/>
                <a:ext cx="465364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 anchor="ctr" anchorCtr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dirty="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US" dirty="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DFBA7BAA-7A8B-5032-80E9-58CC6F5554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52072" y="2748562"/>
                <a:ext cx="465364" cy="52322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AFE75D3B-84A1-23EE-EC2A-D38D0EB8F222}"/>
                  </a:ext>
                </a:extLst>
              </p:cNvPr>
              <p:cNvSpPr txBox="1"/>
              <p:nvPr/>
            </p:nvSpPr>
            <p:spPr>
              <a:xfrm>
                <a:off x="2519752" y="5688588"/>
                <a:ext cx="1058028" cy="430887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squar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0" i="1" smtClean="0">
                          <a:effectLst/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200" b="0" i="1" smtClean="0">
                          <a:effectLst/>
                          <a:latin typeface="Cambria Math" panose="02040503050406030204" pitchFamily="18" charset="0"/>
                        </a:rPr>
                        <m:t>⊆</m:t>
                      </m:r>
                      <m:r>
                        <a:rPr lang="en-US" sz="2200" b="0" i="1" smtClean="0">
                          <a:effectLst/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en-US" sz="2200" dirty="0">
                  <a:effectLst/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AFE75D3B-84A1-23EE-EC2A-D38D0EB8F2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9752" y="5688588"/>
                <a:ext cx="1058028" cy="430887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 w="254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701F3A54-8185-2AF7-0ADF-BAD147F0766A}"/>
                  </a:ext>
                </a:extLst>
              </p:cNvPr>
              <p:cNvSpPr txBox="1"/>
              <p:nvPr/>
            </p:nvSpPr>
            <p:spPr>
              <a:xfrm>
                <a:off x="10651638" y="5688588"/>
                <a:ext cx="1268416" cy="430887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squar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b="0" i="1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ℕ</m:t>
                          </m:r>
                        </m:e>
                        <m:sub>
                          <m:r>
                            <a:rPr lang="en-US" sz="2200" b="0" i="1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200" b="0" i="1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200" b="0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200" b="0" i="1" smtClean="0">
                              <a:effectLst/>
                              <a:latin typeface="Cambria Math" panose="02040503050406030204" pitchFamily="18" charset="0"/>
                            </a:rPr>
                            <m:t>ℤ</m:t>
                          </m:r>
                        </m:e>
                        <m:sup>
                          <m:r>
                            <a:rPr lang="en-US" sz="2200" b="0" i="1" smtClean="0">
                              <a:effectLst/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</m:oMath>
                  </m:oMathPara>
                </a14:m>
                <a:endParaRPr lang="en-US" sz="2200" dirty="0">
                  <a:effectLst/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701F3A54-8185-2AF7-0ADF-BAD147F076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51638" y="5688588"/>
                <a:ext cx="1268416" cy="430887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 w="254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F833D86B-02DC-4426-7F52-BAE5451883C5}"/>
                  </a:ext>
                </a:extLst>
              </p:cNvPr>
              <p:cNvSpPr txBox="1"/>
              <p:nvPr/>
            </p:nvSpPr>
            <p:spPr>
              <a:xfrm>
                <a:off x="3784665" y="5688588"/>
                <a:ext cx="1058028" cy="430887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squar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0" i="1" smtClean="0">
                          <a:effectLst/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200" b="0" i="1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⊇</m:t>
                      </m:r>
                      <m:r>
                        <a:rPr lang="en-US" sz="2200" b="0" i="1" smtClean="0">
                          <a:effectLst/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2200" dirty="0">
                  <a:effectLst/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F833D86B-02DC-4426-7F52-BAE5451883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4665" y="5688588"/>
                <a:ext cx="1058028" cy="430887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  <a:ln w="254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TextBox 35">
            <a:extLst>
              <a:ext uri="{FF2B5EF4-FFF2-40B4-BE49-F238E27FC236}">
                <a16:creationId xmlns:a16="http://schemas.microsoft.com/office/drawing/2014/main" id="{859FA1AD-DC81-622F-ED93-CE495829B0EF}"/>
              </a:ext>
            </a:extLst>
          </p:cNvPr>
          <p:cNvSpPr txBox="1"/>
          <p:nvPr/>
        </p:nvSpPr>
        <p:spPr>
          <a:xfrm>
            <a:off x="7126008" y="5048075"/>
            <a:ext cx="684718" cy="430887"/>
          </a:xfrm>
          <a:prstGeom prst="rect">
            <a:avLst/>
          </a:prstGeom>
          <a:noFill/>
          <a:ln w="25400">
            <a:noFill/>
          </a:ln>
        </p:spPr>
        <p:txBody>
          <a:bodyPr wrap="square">
            <a:spAutoFit/>
          </a:bodyPr>
          <a:lstStyle/>
          <a:p>
            <a:pPr algn="just"/>
            <a:r>
              <a:rPr lang="en-US" sz="2200" i="1" dirty="0">
                <a:solidFill>
                  <a:srgbClr val="00B050"/>
                </a:solidFill>
                <a:effectLst/>
              </a:rPr>
              <a:t>true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AA28BD3-81C3-6A46-D785-4E08C8AE3F46}"/>
              </a:ext>
            </a:extLst>
          </p:cNvPr>
          <p:cNvSpPr txBox="1"/>
          <p:nvPr/>
        </p:nvSpPr>
        <p:spPr>
          <a:xfrm>
            <a:off x="10967358" y="5048074"/>
            <a:ext cx="768004" cy="430887"/>
          </a:xfrm>
          <a:prstGeom prst="rect">
            <a:avLst/>
          </a:prstGeom>
          <a:noFill/>
          <a:ln w="25400">
            <a:noFill/>
          </a:ln>
        </p:spPr>
        <p:txBody>
          <a:bodyPr wrap="square">
            <a:spAutoFit/>
          </a:bodyPr>
          <a:lstStyle/>
          <a:p>
            <a:pPr algn="just"/>
            <a:r>
              <a:rPr lang="en-US" sz="2200" i="1" dirty="0">
                <a:solidFill>
                  <a:srgbClr val="FF0000"/>
                </a:solidFill>
                <a:effectLst/>
              </a:rPr>
              <a:t>false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FF168EC-6080-1255-B930-B54D906F6D77}"/>
              </a:ext>
            </a:extLst>
          </p:cNvPr>
          <p:cNvSpPr txBox="1"/>
          <p:nvPr/>
        </p:nvSpPr>
        <p:spPr>
          <a:xfrm>
            <a:off x="2753627" y="5052686"/>
            <a:ext cx="684718" cy="430887"/>
          </a:xfrm>
          <a:prstGeom prst="rect">
            <a:avLst/>
          </a:prstGeom>
          <a:noFill/>
          <a:ln w="25400">
            <a:noFill/>
          </a:ln>
        </p:spPr>
        <p:txBody>
          <a:bodyPr wrap="square">
            <a:spAutoFit/>
          </a:bodyPr>
          <a:lstStyle/>
          <a:p>
            <a:pPr algn="just"/>
            <a:r>
              <a:rPr lang="en-US" sz="2200" i="1" dirty="0">
                <a:solidFill>
                  <a:srgbClr val="00B050"/>
                </a:solidFill>
                <a:effectLst/>
              </a:rPr>
              <a:t>true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7B2B5D5-9E9D-34CA-E0C9-AD44F3620E66}"/>
              </a:ext>
            </a:extLst>
          </p:cNvPr>
          <p:cNvSpPr txBox="1"/>
          <p:nvPr/>
        </p:nvSpPr>
        <p:spPr>
          <a:xfrm>
            <a:off x="4005521" y="5052685"/>
            <a:ext cx="768004" cy="430887"/>
          </a:xfrm>
          <a:prstGeom prst="rect">
            <a:avLst/>
          </a:prstGeom>
          <a:noFill/>
          <a:ln w="25400">
            <a:noFill/>
          </a:ln>
        </p:spPr>
        <p:txBody>
          <a:bodyPr wrap="square">
            <a:spAutoFit/>
          </a:bodyPr>
          <a:lstStyle/>
          <a:p>
            <a:pPr algn="just"/>
            <a:r>
              <a:rPr lang="en-US" sz="2200" i="1" dirty="0">
                <a:solidFill>
                  <a:srgbClr val="FF0000"/>
                </a:solidFill>
                <a:effectLst/>
              </a:rPr>
              <a:t>false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19C03D0-0DBC-60B1-7766-DF041AFDF6B8}"/>
              </a:ext>
            </a:extLst>
          </p:cNvPr>
          <p:cNvSpPr txBox="1"/>
          <p:nvPr/>
        </p:nvSpPr>
        <p:spPr>
          <a:xfrm>
            <a:off x="5190315" y="5052686"/>
            <a:ext cx="684718" cy="430887"/>
          </a:xfrm>
          <a:prstGeom prst="rect">
            <a:avLst/>
          </a:prstGeom>
          <a:noFill/>
          <a:ln w="25400">
            <a:noFill/>
          </a:ln>
        </p:spPr>
        <p:txBody>
          <a:bodyPr wrap="square">
            <a:spAutoFit/>
          </a:bodyPr>
          <a:lstStyle/>
          <a:p>
            <a:pPr algn="just"/>
            <a:r>
              <a:rPr lang="en-US" sz="2200" i="1" dirty="0">
                <a:solidFill>
                  <a:srgbClr val="00B050"/>
                </a:solidFill>
                <a:effectLst/>
              </a:rPr>
              <a:t>true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C5D806E-AB9D-6201-84C1-2A6E2C35568E}"/>
              </a:ext>
            </a:extLst>
          </p:cNvPr>
          <p:cNvSpPr txBox="1"/>
          <p:nvPr/>
        </p:nvSpPr>
        <p:spPr>
          <a:xfrm>
            <a:off x="2753627" y="6044399"/>
            <a:ext cx="684718" cy="430887"/>
          </a:xfrm>
          <a:prstGeom prst="rect">
            <a:avLst/>
          </a:prstGeom>
          <a:noFill/>
          <a:ln w="25400">
            <a:noFill/>
          </a:ln>
        </p:spPr>
        <p:txBody>
          <a:bodyPr wrap="square">
            <a:spAutoFit/>
          </a:bodyPr>
          <a:lstStyle/>
          <a:p>
            <a:pPr algn="just"/>
            <a:r>
              <a:rPr lang="en-US" sz="2200" i="1" dirty="0">
                <a:solidFill>
                  <a:srgbClr val="00B050"/>
                </a:solidFill>
                <a:effectLst/>
              </a:rPr>
              <a:t>true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6BD3DBA-CD8F-0BB2-88B9-9DD66BD3DA32}"/>
              </a:ext>
            </a:extLst>
          </p:cNvPr>
          <p:cNvSpPr txBox="1"/>
          <p:nvPr/>
        </p:nvSpPr>
        <p:spPr>
          <a:xfrm>
            <a:off x="4005521" y="6044398"/>
            <a:ext cx="768004" cy="430887"/>
          </a:xfrm>
          <a:prstGeom prst="rect">
            <a:avLst/>
          </a:prstGeom>
          <a:noFill/>
          <a:ln w="25400">
            <a:noFill/>
          </a:ln>
        </p:spPr>
        <p:txBody>
          <a:bodyPr wrap="square">
            <a:spAutoFit/>
          </a:bodyPr>
          <a:lstStyle/>
          <a:p>
            <a:pPr algn="just"/>
            <a:r>
              <a:rPr lang="en-US" sz="2200" i="1" dirty="0">
                <a:solidFill>
                  <a:srgbClr val="FF0000"/>
                </a:solidFill>
                <a:effectLst/>
              </a:rPr>
              <a:t>false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BAA5C1D-7383-6BA8-E30B-9298A64B14AF}"/>
              </a:ext>
            </a:extLst>
          </p:cNvPr>
          <p:cNvSpPr txBox="1"/>
          <p:nvPr/>
        </p:nvSpPr>
        <p:spPr>
          <a:xfrm>
            <a:off x="8994776" y="5048075"/>
            <a:ext cx="684718" cy="430887"/>
          </a:xfrm>
          <a:prstGeom prst="rect">
            <a:avLst/>
          </a:prstGeom>
          <a:noFill/>
          <a:ln w="25400">
            <a:noFill/>
          </a:ln>
        </p:spPr>
        <p:txBody>
          <a:bodyPr wrap="square">
            <a:spAutoFit/>
          </a:bodyPr>
          <a:lstStyle/>
          <a:p>
            <a:pPr algn="just"/>
            <a:r>
              <a:rPr lang="en-US" sz="2200" i="1" dirty="0">
                <a:solidFill>
                  <a:srgbClr val="00B050"/>
                </a:solidFill>
                <a:effectLst/>
              </a:rPr>
              <a:t>true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C179C8D-81C8-A1B4-6A14-CE95ED5B9B43}"/>
              </a:ext>
            </a:extLst>
          </p:cNvPr>
          <p:cNvSpPr txBox="1"/>
          <p:nvPr/>
        </p:nvSpPr>
        <p:spPr>
          <a:xfrm>
            <a:off x="7160198" y="6113657"/>
            <a:ext cx="684718" cy="430887"/>
          </a:xfrm>
          <a:prstGeom prst="rect">
            <a:avLst/>
          </a:prstGeom>
          <a:noFill/>
          <a:ln w="25400">
            <a:noFill/>
          </a:ln>
        </p:spPr>
        <p:txBody>
          <a:bodyPr wrap="square">
            <a:spAutoFit/>
          </a:bodyPr>
          <a:lstStyle/>
          <a:p>
            <a:pPr algn="just"/>
            <a:r>
              <a:rPr lang="en-US" sz="2200" i="1" dirty="0">
                <a:solidFill>
                  <a:srgbClr val="00B050"/>
                </a:solidFill>
                <a:effectLst/>
              </a:rPr>
              <a:t>true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7CB1C59-AE29-D4D3-92E7-CA4D7DD1F22E}"/>
              </a:ext>
            </a:extLst>
          </p:cNvPr>
          <p:cNvSpPr txBox="1"/>
          <p:nvPr/>
        </p:nvSpPr>
        <p:spPr>
          <a:xfrm>
            <a:off x="9034090" y="6113657"/>
            <a:ext cx="684718" cy="430887"/>
          </a:xfrm>
          <a:prstGeom prst="rect">
            <a:avLst/>
          </a:prstGeom>
          <a:noFill/>
          <a:ln w="25400">
            <a:noFill/>
          </a:ln>
        </p:spPr>
        <p:txBody>
          <a:bodyPr wrap="square">
            <a:spAutoFit/>
          </a:bodyPr>
          <a:lstStyle/>
          <a:p>
            <a:pPr algn="just"/>
            <a:r>
              <a:rPr lang="en-US" sz="2200" i="1" dirty="0">
                <a:solidFill>
                  <a:srgbClr val="00B050"/>
                </a:solidFill>
                <a:effectLst/>
              </a:rPr>
              <a:t>true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C2D33E9-B7FB-3840-60B9-2AC0B1A0AC4A}"/>
              </a:ext>
            </a:extLst>
          </p:cNvPr>
          <p:cNvSpPr txBox="1"/>
          <p:nvPr/>
        </p:nvSpPr>
        <p:spPr>
          <a:xfrm>
            <a:off x="10967358" y="6113657"/>
            <a:ext cx="684718" cy="430887"/>
          </a:xfrm>
          <a:prstGeom prst="rect">
            <a:avLst/>
          </a:prstGeom>
          <a:noFill/>
          <a:ln w="25400">
            <a:noFill/>
          </a:ln>
        </p:spPr>
        <p:txBody>
          <a:bodyPr wrap="square">
            <a:spAutoFit/>
          </a:bodyPr>
          <a:lstStyle/>
          <a:p>
            <a:pPr algn="just"/>
            <a:r>
              <a:rPr lang="en-US" sz="2200" i="1" dirty="0">
                <a:solidFill>
                  <a:srgbClr val="00B050"/>
                </a:solidFill>
                <a:effectLst/>
              </a:rPr>
              <a:t>true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B825273-138A-FFDA-E204-35A6CB48B047}"/>
                  </a:ext>
                </a:extLst>
              </p:cNvPr>
              <p:cNvSpPr txBox="1"/>
              <p:nvPr/>
            </p:nvSpPr>
            <p:spPr>
              <a:xfrm>
                <a:off x="4958858" y="5688588"/>
                <a:ext cx="1058028" cy="430887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squar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0" i="1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𝐺</m:t>
                      </m:r>
                      <m:r>
                        <a:rPr lang="en-US" sz="2200" b="0" i="1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⊂</m:t>
                      </m:r>
                      <m:r>
                        <a:rPr lang="en-US" sz="2200" b="0" i="1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𝐺</m:t>
                      </m:r>
                    </m:oMath>
                  </m:oMathPara>
                </a14:m>
                <a:endParaRPr lang="en-US" sz="2200" dirty="0">
                  <a:effectLst/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B825273-138A-FFDA-E204-35A6CB48B0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8858" y="5688588"/>
                <a:ext cx="1058028" cy="430887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  <a:ln w="254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CA59265A-1D55-1E2E-5B42-5CBE737D58B5}"/>
              </a:ext>
            </a:extLst>
          </p:cNvPr>
          <p:cNvSpPr txBox="1"/>
          <p:nvPr/>
        </p:nvSpPr>
        <p:spPr>
          <a:xfrm>
            <a:off x="5179714" y="6044398"/>
            <a:ext cx="768004" cy="430887"/>
          </a:xfrm>
          <a:prstGeom prst="rect">
            <a:avLst/>
          </a:prstGeom>
          <a:noFill/>
          <a:ln w="25400">
            <a:noFill/>
          </a:ln>
        </p:spPr>
        <p:txBody>
          <a:bodyPr wrap="square">
            <a:spAutoFit/>
          </a:bodyPr>
          <a:lstStyle/>
          <a:p>
            <a:pPr algn="just"/>
            <a:r>
              <a:rPr lang="en-US" sz="2200" i="1" dirty="0">
                <a:solidFill>
                  <a:srgbClr val="FF0000"/>
                </a:solidFill>
                <a:effectLst/>
              </a:rPr>
              <a:t>false</a:t>
            </a:r>
          </a:p>
        </p:txBody>
      </p:sp>
    </p:spTree>
    <p:extLst>
      <p:ext uri="{BB962C8B-B14F-4D97-AF65-F5344CB8AC3E}">
        <p14:creationId xmlns:p14="http://schemas.microsoft.com/office/powerpoint/2010/main" val="14741833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32" grpId="0"/>
      <p:bldP spid="33" grpId="0"/>
      <p:bldP spid="35" grpId="0"/>
      <p:bldP spid="36" grpId="0"/>
      <p:bldP spid="37" grpId="0"/>
      <p:bldP spid="38" grpId="0"/>
      <p:bldP spid="40" grpId="0"/>
      <p:bldP spid="42" grpId="0"/>
      <p:bldP spid="43" grpId="0"/>
      <p:bldP spid="44" grpId="0"/>
      <p:bldP spid="46" grpId="0"/>
      <p:bldP spid="48" grpId="0"/>
      <p:bldP spid="49" grpId="0"/>
      <p:bldP spid="50" grpId="0"/>
      <p:bldP spid="3" grpId="0"/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2"/>
          <p:cNvSpPr txBox="1">
            <a:spLocks/>
          </p:cNvSpPr>
          <p:nvPr/>
        </p:nvSpPr>
        <p:spPr>
          <a:xfrm>
            <a:off x="471489" y="69597"/>
            <a:ext cx="11153622" cy="5656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/>
              <a:t>Method of Proving a Set is a Subset of Another Set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3">
                <a:extLst>
                  <a:ext uri="{FF2B5EF4-FFF2-40B4-BE49-F238E27FC236}">
                    <a16:creationId xmlns:a16="http://schemas.microsoft.com/office/drawing/2014/main" id="{B8E7D1FF-DFE3-7EAB-5CB3-804697E2A320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443524" y="1025632"/>
                <a:ext cx="11304952" cy="1823076"/>
              </a:xfrm>
              <a:prstGeom prst="rect">
                <a:avLst/>
              </a:prstGeom>
              <a:ln w="25400">
                <a:solidFill>
                  <a:schemeClr val="tx1"/>
                </a:solidFill>
              </a:ln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Clr>
                    <a:schemeClr val="accent3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Clr>
                    <a:schemeClr val="accent3"/>
                  </a:buClr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Clr>
                    <a:schemeClr val="accent3"/>
                  </a:buClr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Clr>
                    <a:schemeClr val="accent3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Clr>
                    <a:schemeClr val="accent3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just">
                  <a:spcBef>
                    <a:spcPts val="2400"/>
                  </a:spcBef>
                  <a:buNone/>
                </a:pPr>
                <a:r>
                  <a:rPr lang="en-US" altLang="en-US" sz="2400" dirty="0"/>
                  <a:t>Let </a:t>
                </a:r>
                <a14:m>
                  <m:oMath xmlns:m="http://schemas.openxmlformats.org/officeDocument/2006/math">
                    <m:r>
                      <a:rPr lang="en-US" alt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altLang="en-US" sz="2400" dirty="0"/>
                  <a:t> and </a:t>
                </a:r>
                <a14:m>
                  <m:oMath xmlns:m="http://schemas.openxmlformats.org/officeDocument/2006/math">
                    <m:r>
                      <a:rPr lang="en-US" altLang="en-US" sz="24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altLang="en-US" sz="2400" dirty="0"/>
                  <a:t> be sets. To prove </a:t>
                </a:r>
                <a14:m>
                  <m:oMath xmlns:m="http://schemas.openxmlformats.org/officeDocument/2006/math">
                    <m:r>
                      <a:rPr lang="en-US" alt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en-US" sz="2400" b="0" i="1" smtClean="0"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altLang="en-US" sz="24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altLang="en-US" sz="2400" dirty="0"/>
                  <a:t>:</a:t>
                </a:r>
              </a:p>
              <a:p>
                <a:pPr marL="914400" lvl="1" indent="-457200" algn="just">
                  <a:spcBef>
                    <a:spcPts val="2400"/>
                  </a:spcBef>
                  <a:buFont typeface="+mj-lt"/>
                  <a:buAutoNum type="arabicPeriod"/>
                </a:pPr>
                <a:r>
                  <a:rPr lang="en-US" altLang="en-US" b="0" dirty="0"/>
                  <a:t>Suppose </a:t>
                </a:r>
                <a14:m>
                  <m:oMath xmlns:m="http://schemas.openxmlformats.org/officeDocument/2006/math">
                    <m:r>
                      <a:rPr lang="en-US" altLang="en-US" b="0" i="1" dirty="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en-US" b="0" dirty="0"/>
                  <a:t> is a </a:t>
                </a:r>
                <a:r>
                  <a:rPr lang="en-US" altLang="en-US" dirty="0"/>
                  <a:t>particular, but arbitrarily chosen element of </a:t>
                </a:r>
                <a14:m>
                  <m:oMath xmlns:m="http://schemas.openxmlformats.org/officeDocument/2006/math">
                    <m:r>
                      <a:rPr lang="en-US" altLang="en-US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altLang="en-US" b="0" dirty="0"/>
                  <a:t>.</a:t>
                </a:r>
                <a:endParaRPr lang="en-US" altLang="en-US" dirty="0"/>
              </a:p>
              <a:p>
                <a:pPr marL="914400" lvl="1" indent="-457200" algn="just">
                  <a:spcBef>
                    <a:spcPts val="2400"/>
                  </a:spcBef>
                  <a:buFont typeface="+mj-lt"/>
                  <a:buAutoNum type="arabicPeriod"/>
                </a:pPr>
                <a:r>
                  <a:rPr lang="en-US" altLang="en-US" dirty="0"/>
                  <a:t>Show that </a:t>
                </a:r>
                <a14:m>
                  <m:oMath xmlns:m="http://schemas.openxmlformats.org/officeDocument/2006/math">
                    <m:r>
                      <a:rPr lang="en-US" altLang="en-US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en-US" dirty="0"/>
                  <a:t> is an element of </a:t>
                </a:r>
                <a14:m>
                  <m:oMath xmlns:m="http://schemas.openxmlformats.org/officeDocument/2006/math">
                    <m:r>
                      <a:rPr lang="en-US" alt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altLang="en-US" dirty="0"/>
                  <a:t>.</a:t>
                </a:r>
                <a:endParaRPr lang="en-US" altLang="en-US" sz="2400" dirty="0"/>
              </a:p>
            </p:txBody>
          </p:sp>
        </mc:Choice>
        <mc:Fallback xmlns="">
          <p:sp>
            <p:nvSpPr>
              <p:cNvPr id="3" name="Rectangle 3">
                <a:extLst>
                  <a:ext uri="{FF2B5EF4-FFF2-40B4-BE49-F238E27FC236}">
                    <a16:creationId xmlns:a16="http://schemas.microsoft.com/office/drawing/2014/main" id="{B8E7D1FF-DFE3-7EAB-5CB3-804697E2A3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524" y="1025632"/>
                <a:ext cx="11304952" cy="1823076"/>
              </a:xfrm>
              <a:prstGeom prst="rect">
                <a:avLst/>
              </a:prstGeom>
              <a:blipFill>
                <a:blip r:embed="rId2"/>
                <a:stretch>
                  <a:fillRect l="-753" t="-3960"/>
                </a:stretch>
              </a:blipFill>
              <a:ln w="254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FB65ED7-6EBD-BE1E-5FF0-69C83BB4F678}"/>
                  </a:ext>
                </a:extLst>
              </p:cNvPr>
              <p:cNvSpPr txBox="1"/>
              <p:nvPr/>
            </p:nvSpPr>
            <p:spPr>
              <a:xfrm>
                <a:off x="556805" y="3083221"/>
                <a:ext cx="11191671" cy="92333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2200" dirty="0"/>
                  <a:t>Prove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200" dirty="0"/>
                  <a:t> where</a:t>
                </a:r>
              </a:p>
              <a:p>
                <a:pPr lvl="1">
                  <a:spcBef>
                    <a:spcPts val="1200"/>
                  </a:spcBef>
                </a:pP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ℤ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=6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+12 </m:t>
                        </m:r>
                        <m:r>
                          <m:rPr>
                            <m:sty m:val="p"/>
                          </m:rPr>
                          <a:rPr lang="en-US" sz="2200" b="0" i="0" smtClean="0">
                            <a:latin typeface="Cambria Math" panose="02040503050406030204" pitchFamily="18" charset="0"/>
                          </a:rPr>
                          <m:t>for</m:t>
                        </m:r>
                        <m:r>
                          <a:rPr lang="en-US" sz="2200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2200" b="0" i="0" smtClean="0">
                            <a:latin typeface="Cambria Math" panose="02040503050406030204" pitchFamily="18" charset="0"/>
                          </a:rPr>
                          <m:t>some</m:t>
                        </m:r>
                        <m:r>
                          <a:rPr lang="en-US" sz="2200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</m:d>
                  </m:oMath>
                </a14:m>
                <a:r>
                  <a:rPr lang="en-US" sz="2200" dirty="0">
                    <a:effectLst/>
                  </a:rPr>
                  <a:t>    and  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ℤ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=3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2200" b="0" i="0" smtClean="0">
                            <a:latin typeface="Cambria Math" panose="02040503050406030204" pitchFamily="18" charset="0"/>
                          </a:rPr>
                          <m:t>for</m:t>
                        </m:r>
                        <m:r>
                          <a:rPr lang="en-US" sz="2200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2200" b="0" i="0" smtClean="0">
                            <a:latin typeface="Cambria Math" panose="02040503050406030204" pitchFamily="18" charset="0"/>
                          </a:rPr>
                          <m:t>some</m:t>
                        </m:r>
                        <m:r>
                          <a:rPr lang="en-US" sz="2200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</m:d>
                  </m:oMath>
                </a14:m>
                <a:r>
                  <a:rPr lang="en-US" sz="2200" dirty="0">
                    <a:effectLst/>
                  </a:rPr>
                  <a:t>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FB65ED7-6EBD-BE1E-5FF0-69C83BB4F6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805" y="3083221"/>
                <a:ext cx="11191671" cy="923330"/>
              </a:xfrm>
              <a:prstGeom prst="rect">
                <a:avLst/>
              </a:prstGeom>
              <a:blipFill>
                <a:blip r:embed="rId3"/>
                <a:stretch>
                  <a:fillRect l="-708" t="-4636" b="-12583"/>
                </a:stretch>
              </a:blipFill>
              <a:ln w="254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E6DCCE4C-E03D-3D31-F9DF-5776F12BFC89}"/>
              </a:ext>
            </a:extLst>
          </p:cNvPr>
          <p:cNvSpPr txBox="1"/>
          <p:nvPr/>
        </p:nvSpPr>
        <p:spPr>
          <a:xfrm>
            <a:off x="556805" y="4039676"/>
            <a:ext cx="1011743" cy="430887"/>
          </a:xfrm>
          <a:prstGeom prst="rect">
            <a:avLst/>
          </a:prstGeom>
          <a:noFill/>
          <a:ln w="25400">
            <a:noFill/>
          </a:ln>
        </p:spPr>
        <p:txBody>
          <a:bodyPr wrap="square">
            <a:spAutoFit/>
          </a:bodyPr>
          <a:lstStyle/>
          <a:p>
            <a:pPr algn="just"/>
            <a:r>
              <a:rPr lang="en-US" sz="2200" i="1" dirty="0"/>
              <a:t>Proof.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92EA891-46F7-70F2-1667-3F9DB44D411E}"/>
                  </a:ext>
                </a:extLst>
              </p:cNvPr>
              <p:cNvSpPr txBox="1"/>
              <p:nvPr/>
            </p:nvSpPr>
            <p:spPr>
              <a:xfrm>
                <a:off x="788922" y="4532858"/>
                <a:ext cx="11191671" cy="430887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2200" dirty="0"/>
                  <a:t>Suppose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200" dirty="0">
                    <a:effectLst/>
                  </a:rPr>
                  <a:t>. Then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effectLst/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200" dirty="0">
                    <a:effectLst/>
                  </a:rPr>
                  <a:t> can be written as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effectLst/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200" b="0" i="1" smtClean="0">
                        <a:effectLst/>
                        <a:latin typeface="Cambria Math" panose="02040503050406030204" pitchFamily="18" charset="0"/>
                      </a:rPr>
                      <m:t>=6</m:t>
                    </m:r>
                    <m:r>
                      <a:rPr lang="en-US" sz="2200" b="0" i="1" smtClean="0">
                        <a:effectLst/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200" b="0" i="1" smtClean="0">
                        <a:effectLst/>
                        <a:latin typeface="Cambria Math" panose="02040503050406030204" pitchFamily="18" charset="0"/>
                      </a:rPr>
                      <m:t>+12</m:t>
                    </m:r>
                  </m:oMath>
                </a14:m>
                <a:r>
                  <a:rPr lang="en-US" sz="2200" dirty="0">
                    <a:effectLst/>
                  </a:rPr>
                  <a:t> for some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effectLst/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200" b="0" i="1" smtClean="0">
                        <a:effectLst/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200" b="0" i="1" smtClean="0">
                        <a:effectLst/>
                        <a:latin typeface="Cambria Math" panose="02040503050406030204" pitchFamily="18" charset="0"/>
                      </a:rPr>
                      <m:t>ℤ</m:t>
                    </m:r>
                  </m:oMath>
                </a14:m>
                <a:r>
                  <a:rPr lang="en-US" sz="2200" dirty="0">
                    <a:effectLst/>
                  </a:rPr>
                  <a:t>.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92EA891-46F7-70F2-1667-3F9DB44D41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922" y="4532858"/>
                <a:ext cx="11191671" cy="430887"/>
              </a:xfrm>
              <a:prstGeom prst="rect">
                <a:avLst/>
              </a:prstGeom>
              <a:blipFill>
                <a:blip r:embed="rId4"/>
                <a:stretch>
                  <a:fillRect l="-708" t="-10000" b="-28571"/>
                </a:stretch>
              </a:blipFill>
              <a:ln w="254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8E77A61-3348-3A89-DBAB-B4E83384D223}"/>
                  </a:ext>
                </a:extLst>
              </p:cNvPr>
              <p:cNvSpPr txBox="1"/>
              <p:nvPr/>
            </p:nvSpPr>
            <p:spPr>
              <a:xfrm>
                <a:off x="788922" y="5026040"/>
                <a:ext cx="6229244" cy="430887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2200" dirty="0"/>
                  <a:t>Then attempting to show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200" dirty="0">
                    <a:effectLst/>
                  </a:rPr>
                  <a:t> is also an element of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effectLst/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200" dirty="0">
                    <a:effectLst/>
                  </a:rPr>
                  <a:t>: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8E77A61-3348-3A89-DBAB-B4E83384D2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922" y="5026040"/>
                <a:ext cx="6229244" cy="430887"/>
              </a:xfrm>
              <a:prstGeom prst="rect">
                <a:avLst/>
              </a:prstGeom>
              <a:blipFill>
                <a:blip r:embed="rId5"/>
                <a:stretch>
                  <a:fillRect l="-1272" t="-8451" b="-28169"/>
                </a:stretch>
              </a:blipFill>
              <a:ln w="254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C01A2AF-0857-FADC-7189-5127815A4211}"/>
                  </a:ext>
                </a:extLst>
              </p:cNvPr>
              <p:cNvSpPr txBox="1"/>
              <p:nvPr/>
            </p:nvSpPr>
            <p:spPr>
              <a:xfrm>
                <a:off x="7123147" y="5026039"/>
                <a:ext cx="3382148" cy="430887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square">
                <a:spAutoFit/>
              </a:bodyPr>
              <a:lstStyle/>
              <a:p>
                <a:pPr algn="just"/>
                <a14:m>
                  <m:oMath xmlns:m="http://schemas.openxmlformats.org/officeDocument/2006/math">
                    <m:r>
                      <a:rPr lang="en-US" sz="2200" b="0" i="1" smtClean="0">
                        <a:effectLst/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200" b="0" i="1" smtClean="0">
                        <a:effectLst/>
                        <a:latin typeface="Cambria Math" panose="02040503050406030204" pitchFamily="18" charset="0"/>
                      </a:rPr>
                      <m:t>=6</m:t>
                    </m:r>
                    <m:r>
                      <a:rPr lang="en-US" sz="2200" b="0" i="1" smtClean="0">
                        <a:effectLst/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200" b="0" i="1" smtClean="0">
                        <a:effectLst/>
                        <a:latin typeface="Cambria Math" panose="02040503050406030204" pitchFamily="18" charset="0"/>
                      </a:rPr>
                      <m:t>+12=3</m:t>
                    </m:r>
                    <m:d>
                      <m:dPr>
                        <m:ctrlPr>
                          <a:rPr lang="en-US" sz="2200" b="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0" i="1" smtClean="0">
                            <a:effectLst/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200" b="0" i="1" smtClean="0">
                            <a:effectLst/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sz="2200" b="0" i="1" smtClean="0">
                            <a:effectLst/>
                            <a:latin typeface="Cambria Math" panose="02040503050406030204" pitchFamily="18" charset="0"/>
                          </a:rPr>
                          <m:t>+4</m:t>
                        </m:r>
                      </m:e>
                    </m:d>
                  </m:oMath>
                </a14:m>
                <a:r>
                  <a:rPr lang="en-US" sz="2200" dirty="0">
                    <a:effectLst/>
                  </a:rPr>
                  <a:t>.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C01A2AF-0857-FADC-7189-5127815A42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3147" y="5026039"/>
                <a:ext cx="3382148" cy="430887"/>
              </a:xfrm>
              <a:prstGeom prst="rect">
                <a:avLst/>
              </a:prstGeom>
              <a:blipFill>
                <a:blip r:embed="rId6"/>
                <a:stretch>
                  <a:fillRect t="-8451" b="-28169"/>
                </a:stretch>
              </a:blipFill>
              <a:ln w="254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361B15E-BCE9-C89E-49A6-9F22228D57D7}"/>
                  </a:ext>
                </a:extLst>
              </p:cNvPr>
              <p:cNvSpPr txBox="1"/>
              <p:nvPr/>
            </p:nvSpPr>
            <p:spPr>
              <a:xfrm>
                <a:off x="788922" y="5580690"/>
                <a:ext cx="7595422" cy="430887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2200" b="0" dirty="0">
                    <a:effectLst/>
                  </a:rPr>
                  <a:t>Letting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=2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+4</m:t>
                    </m:r>
                  </m:oMath>
                </a14:m>
                <a:r>
                  <a:rPr lang="en-US" sz="2200" dirty="0">
                    <a:effectLst/>
                  </a:rPr>
                  <a:t> and noting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effectLst/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2200" dirty="0">
                    <a:effectLst/>
                  </a:rPr>
                  <a:t> is an integer. We have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=3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2200" dirty="0">
                    <a:effectLst/>
                  </a:rPr>
                  <a:t>.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361B15E-BCE9-C89E-49A6-9F22228D57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922" y="5580690"/>
                <a:ext cx="7595422" cy="430887"/>
              </a:xfrm>
              <a:prstGeom prst="rect">
                <a:avLst/>
              </a:prstGeom>
              <a:blipFill>
                <a:blip r:embed="rId7"/>
                <a:stretch>
                  <a:fillRect l="-1043" t="-8451" b="-28169"/>
                </a:stretch>
              </a:blipFill>
              <a:ln w="254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D7E7F3D-ED3C-3B0C-FEC5-466B0F740087}"/>
                  </a:ext>
                </a:extLst>
              </p:cNvPr>
              <p:cNvSpPr txBox="1"/>
              <p:nvPr/>
            </p:nvSpPr>
            <p:spPr>
              <a:xfrm>
                <a:off x="788922" y="6135340"/>
                <a:ext cx="7595422" cy="430887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2200" b="0" dirty="0">
                    <a:effectLst/>
                  </a:rPr>
                  <a:t>It follows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effectLst/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200" b="0" i="1" smtClean="0">
                        <a:effectLst/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200" b="0" i="1" smtClean="0">
                        <a:effectLst/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200" dirty="0">
                    <a:effectLst/>
                  </a:rPr>
                  <a:t> and more generally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effectLst/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200" b="0" i="1" smtClean="0">
                        <a:effectLst/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sz="2200" b="0" i="1" smtClean="0">
                        <a:effectLst/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200" dirty="0">
                    <a:effectLst/>
                  </a:rPr>
                  <a:t>.</a:t>
                </a: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D7E7F3D-ED3C-3B0C-FEC5-466B0F7400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922" y="6135340"/>
                <a:ext cx="7595422" cy="430887"/>
              </a:xfrm>
              <a:prstGeom prst="rect">
                <a:avLst/>
              </a:prstGeom>
              <a:blipFill>
                <a:blip r:embed="rId8"/>
                <a:stretch>
                  <a:fillRect l="-1043" t="-8451" b="-28169"/>
                </a:stretch>
              </a:blipFill>
              <a:ln w="254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E61FA8C-B3E9-870A-7AA5-4C999815C1D3}"/>
                  </a:ext>
                </a:extLst>
              </p:cNvPr>
              <p:cNvSpPr txBox="1"/>
              <p:nvPr/>
            </p:nvSpPr>
            <p:spPr>
              <a:xfrm>
                <a:off x="5644366" y="6278563"/>
                <a:ext cx="512530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∎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E61FA8C-B3E9-870A-7AA5-4C999815C1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4366" y="6278563"/>
                <a:ext cx="512530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52818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  <p:bldP spid="12" grpId="0"/>
      <p:bldP spid="13" grpId="0"/>
      <p:bldP spid="15" grpId="0"/>
      <p:bldP spid="16" grpId="0"/>
      <p:bldP spid="19" grpId="0"/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2"/>
          <p:cNvSpPr txBox="1">
            <a:spLocks/>
          </p:cNvSpPr>
          <p:nvPr/>
        </p:nvSpPr>
        <p:spPr>
          <a:xfrm>
            <a:off x="471489" y="69597"/>
            <a:ext cx="11153622" cy="5656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3600" dirty="0"/>
              <a:t>Problem (continued)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FB65ED7-6EBD-BE1E-5FF0-69C83BB4F678}"/>
                  </a:ext>
                </a:extLst>
              </p:cNvPr>
              <p:cNvSpPr txBox="1"/>
              <p:nvPr/>
            </p:nvSpPr>
            <p:spPr>
              <a:xfrm>
                <a:off x="556805" y="414586"/>
                <a:ext cx="11191671" cy="92333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2200" dirty="0">
                    <a:solidFill>
                      <a:srgbClr val="FF0000"/>
                    </a:solidFill>
                  </a:rPr>
                  <a:t>Disprove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200" dirty="0"/>
                  <a:t> where</a:t>
                </a:r>
              </a:p>
              <a:p>
                <a:pPr lvl="1">
                  <a:spcBef>
                    <a:spcPts val="1200"/>
                  </a:spcBef>
                </a:pP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ℤ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=6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+12 </m:t>
                        </m:r>
                        <m:r>
                          <m:rPr>
                            <m:sty m:val="p"/>
                          </m:rPr>
                          <a:rPr lang="en-US" sz="2200" b="0" i="0" smtClean="0">
                            <a:latin typeface="Cambria Math" panose="02040503050406030204" pitchFamily="18" charset="0"/>
                          </a:rPr>
                          <m:t>for</m:t>
                        </m:r>
                        <m:r>
                          <a:rPr lang="en-US" sz="2200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2200" b="0" i="0" smtClean="0">
                            <a:latin typeface="Cambria Math" panose="02040503050406030204" pitchFamily="18" charset="0"/>
                          </a:rPr>
                          <m:t>some</m:t>
                        </m:r>
                        <m:r>
                          <a:rPr lang="en-US" sz="2200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</m:d>
                  </m:oMath>
                </a14:m>
                <a:r>
                  <a:rPr lang="en-US" sz="2200" dirty="0">
                    <a:effectLst/>
                  </a:rPr>
                  <a:t>    and  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ℤ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=3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2200" b="0" i="0" smtClean="0">
                            <a:latin typeface="Cambria Math" panose="02040503050406030204" pitchFamily="18" charset="0"/>
                          </a:rPr>
                          <m:t>for</m:t>
                        </m:r>
                        <m:r>
                          <a:rPr lang="en-US" sz="2200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2200" b="0" i="0" smtClean="0">
                            <a:latin typeface="Cambria Math" panose="02040503050406030204" pitchFamily="18" charset="0"/>
                          </a:rPr>
                          <m:t>some</m:t>
                        </m:r>
                        <m:r>
                          <a:rPr lang="en-US" sz="2200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</m:d>
                  </m:oMath>
                </a14:m>
                <a:r>
                  <a:rPr lang="en-US" sz="2200" dirty="0">
                    <a:effectLst/>
                  </a:rPr>
                  <a:t>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FB65ED7-6EBD-BE1E-5FF0-69C83BB4F6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805" y="414586"/>
                <a:ext cx="11191671" cy="923330"/>
              </a:xfrm>
              <a:prstGeom prst="rect">
                <a:avLst/>
              </a:prstGeom>
              <a:blipFill>
                <a:blip r:embed="rId2"/>
                <a:stretch>
                  <a:fillRect l="-708" t="-4636" b="-13245"/>
                </a:stretch>
              </a:blipFill>
              <a:ln w="254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E6DCCE4C-E03D-3D31-F9DF-5776F12BFC89}"/>
              </a:ext>
            </a:extLst>
          </p:cNvPr>
          <p:cNvSpPr txBox="1"/>
          <p:nvPr/>
        </p:nvSpPr>
        <p:spPr>
          <a:xfrm>
            <a:off x="556805" y="1371041"/>
            <a:ext cx="1011743" cy="430887"/>
          </a:xfrm>
          <a:prstGeom prst="rect">
            <a:avLst/>
          </a:prstGeom>
          <a:noFill/>
          <a:ln w="25400">
            <a:noFill/>
          </a:ln>
        </p:spPr>
        <p:txBody>
          <a:bodyPr wrap="square">
            <a:spAutoFit/>
          </a:bodyPr>
          <a:lstStyle/>
          <a:p>
            <a:pPr algn="just"/>
            <a:r>
              <a:rPr lang="en-US" sz="2200" i="1" dirty="0"/>
              <a:t>Proof.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92EA891-46F7-70F2-1667-3F9DB44D411E}"/>
                  </a:ext>
                </a:extLst>
              </p:cNvPr>
              <p:cNvSpPr txBox="1"/>
              <p:nvPr/>
            </p:nvSpPr>
            <p:spPr>
              <a:xfrm>
                <a:off x="788922" y="1864223"/>
                <a:ext cx="11191671" cy="430887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2200" dirty="0"/>
                  <a:t>To show the statement is false, we need to identify an element of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200" dirty="0">
                    <a:effectLst/>
                  </a:rPr>
                  <a:t> that is not in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effectLst/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200" dirty="0">
                    <a:effectLst/>
                  </a:rPr>
                  <a:t>.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92EA891-46F7-70F2-1667-3F9DB44D41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922" y="1864223"/>
                <a:ext cx="11191671" cy="430887"/>
              </a:xfrm>
              <a:prstGeom prst="rect">
                <a:avLst/>
              </a:prstGeom>
              <a:blipFill>
                <a:blip r:embed="rId3"/>
                <a:stretch>
                  <a:fillRect l="-708" t="-10000" b="-28571"/>
                </a:stretch>
              </a:blipFill>
              <a:ln w="254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3AC4CBDA-B7CB-1BD7-5A94-9454F9DDEE42}"/>
              </a:ext>
            </a:extLst>
          </p:cNvPr>
          <p:cNvSpPr txBox="1"/>
          <p:nvPr/>
        </p:nvSpPr>
        <p:spPr>
          <a:xfrm>
            <a:off x="788922" y="2379262"/>
            <a:ext cx="10836189" cy="769441"/>
          </a:xfrm>
          <a:prstGeom prst="rect">
            <a:avLst/>
          </a:prstGeom>
          <a:noFill/>
          <a:ln w="25400">
            <a:noFill/>
          </a:ln>
        </p:spPr>
        <p:txBody>
          <a:bodyPr wrap="square">
            <a:spAutoFit/>
          </a:bodyPr>
          <a:lstStyle/>
          <a:p>
            <a:pPr algn="just"/>
            <a:r>
              <a:rPr lang="en-US" sz="2200" dirty="0"/>
              <a:t>Through trial and error, we might identify such a value. “Guessing and checking” is not a precise algorithm and thus is not an ideal way to approach this problem.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01E32A7-1611-30AF-9BE5-A8DD2CF85425}"/>
                  </a:ext>
                </a:extLst>
              </p:cNvPr>
              <p:cNvSpPr txBox="1"/>
              <p:nvPr/>
            </p:nvSpPr>
            <p:spPr>
              <a:xfrm>
                <a:off x="788922" y="3364000"/>
                <a:ext cx="10836189" cy="430887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2200" dirty="0"/>
                  <a:t>Suppose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200" dirty="0"/>
                  <a:t>. Hence,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=3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2200" dirty="0"/>
                  <a:t> for some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ℤ</m:t>
                    </m:r>
                  </m:oMath>
                </a14:m>
                <a:r>
                  <a:rPr lang="en-US" sz="2200" dirty="0"/>
                  <a:t>.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01E32A7-1611-30AF-9BE5-A8DD2CF854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922" y="3364000"/>
                <a:ext cx="10836189" cy="430887"/>
              </a:xfrm>
              <a:prstGeom prst="rect">
                <a:avLst/>
              </a:prstGeom>
              <a:blipFill>
                <a:blip r:embed="rId4"/>
                <a:stretch>
                  <a:fillRect l="-731" t="-9859" b="-26761"/>
                </a:stretch>
              </a:blipFill>
              <a:ln w="254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EF1A21A-9AB3-4358-7D55-B9215DC91E36}"/>
                  </a:ext>
                </a:extLst>
              </p:cNvPr>
              <p:cNvSpPr txBox="1"/>
              <p:nvPr/>
            </p:nvSpPr>
            <p:spPr>
              <a:xfrm>
                <a:off x="788922" y="4010184"/>
                <a:ext cx="10836189" cy="430887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2200" dirty="0"/>
                  <a:t>In order for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200" dirty="0"/>
                  <a:t> to be a member of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200" dirty="0"/>
                  <a:t>, we require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=6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+12</m:t>
                    </m:r>
                  </m:oMath>
                </a14:m>
                <a:r>
                  <a:rPr lang="en-US" sz="2200" dirty="0"/>
                  <a:t> for some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ℤ</m:t>
                    </m:r>
                  </m:oMath>
                </a14:m>
                <a:r>
                  <a:rPr lang="en-US" sz="2200" dirty="0"/>
                  <a:t>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EF1A21A-9AB3-4358-7D55-B9215DC91E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922" y="4010184"/>
                <a:ext cx="10836189" cy="430887"/>
              </a:xfrm>
              <a:prstGeom prst="rect">
                <a:avLst/>
              </a:prstGeom>
              <a:blipFill>
                <a:blip r:embed="rId5"/>
                <a:stretch>
                  <a:fillRect l="-731" t="-9859" b="-26761"/>
                </a:stretch>
              </a:blipFill>
              <a:ln w="254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A3EFB15-DC16-886B-A7CD-08F22980B3B3}"/>
                  </a:ext>
                </a:extLst>
              </p:cNvPr>
              <p:cNvSpPr txBox="1"/>
              <p:nvPr/>
            </p:nvSpPr>
            <p:spPr>
              <a:xfrm>
                <a:off x="788922" y="4656514"/>
                <a:ext cx="10836189" cy="430887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2200" dirty="0"/>
                  <a:t>Now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+4</m:t>
                    </m:r>
                  </m:oMath>
                </a14:m>
                <a:r>
                  <a:rPr lang="en-US" sz="2200" dirty="0"/>
                  <a:t>.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A3EFB15-DC16-886B-A7CD-08F22980B3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922" y="4656514"/>
                <a:ext cx="10836189" cy="430887"/>
              </a:xfrm>
              <a:prstGeom prst="rect">
                <a:avLst/>
              </a:prstGeom>
              <a:blipFill>
                <a:blip r:embed="rId6"/>
                <a:stretch>
                  <a:fillRect l="-731" t="-9859" b="-26761"/>
                </a:stretch>
              </a:blipFill>
              <a:ln w="254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FB78DB9-7578-CACF-909B-C3E27FF95361}"/>
                  </a:ext>
                </a:extLst>
              </p:cNvPr>
              <p:cNvSpPr txBox="1"/>
              <p:nvPr/>
            </p:nvSpPr>
            <p:spPr>
              <a:xfrm>
                <a:off x="788922" y="5219673"/>
                <a:ext cx="10836189" cy="769441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square">
                <a:spAutoFit/>
              </a:bodyPr>
              <a:lstStyle/>
              <a:p>
                <a:pPr algn="just"/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+4</m:t>
                    </m:r>
                  </m:oMath>
                </a14:m>
                <a:r>
                  <a:rPr lang="en-US" sz="2200" dirty="0"/>
                  <a:t> is a linear function. Can we find an integer for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2200" dirty="0"/>
                  <a:t> in which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sz="2200" dirty="0"/>
                  <a:t> is not an integer? If so, we are done.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FB78DB9-7578-CACF-909B-C3E27FF953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922" y="5219673"/>
                <a:ext cx="10836189" cy="769441"/>
              </a:xfrm>
              <a:prstGeom prst="rect">
                <a:avLst/>
              </a:prstGeom>
              <a:blipFill>
                <a:blip r:embed="rId7"/>
                <a:stretch>
                  <a:fillRect l="-731" t="-5556" r="-675" b="-15873"/>
                </a:stretch>
              </a:blipFill>
              <a:ln w="254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C880140-D27E-A2DD-8951-D530B2B00D49}"/>
                  </a:ext>
                </a:extLst>
              </p:cNvPr>
              <p:cNvSpPr txBox="1"/>
              <p:nvPr/>
            </p:nvSpPr>
            <p:spPr>
              <a:xfrm>
                <a:off x="788922" y="6059453"/>
                <a:ext cx="10836189" cy="571118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2200" dirty="0"/>
                  <a:t>Consider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2200" dirty="0"/>
                  <a:t>. Then,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1=2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+4</m:t>
                    </m:r>
                  </m:oMath>
                </a14:m>
                <a:r>
                  <a:rPr lang="en-US" sz="2200" dirty="0"/>
                  <a:t> and it follows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2200" dirty="0"/>
                  <a:t>. Hence,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3∈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200" dirty="0"/>
                  <a:t>, but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3∉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200" dirty="0"/>
                  <a:t>.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C880140-D27E-A2DD-8951-D530B2B00D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922" y="6059453"/>
                <a:ext cx="10836189" cy="571118"/>
              </a:xfrm>
              <a:prstGeom prst="rect">
                <a:avLst/>
              </a:prstGeom>
              <a:blipFill>
                <a:blip r:embed="rId8"/>
                <a:stretch>
                  <a:fillRect l="-731" b="-9574"/>
                </a:stretch>
              </a:blipFill>
              <a:ln w="254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96BD6FE-DEFB-63C9-4563-50A14ADF88D7}"/>
                  </a:ext>
                </a:extLst>
              </p:cNvPr>
              <p:cNvSpPr txBox="1"/>
              <p:nvPr/>
            </p:nvSpPr>
            <p:spPr>
              <a:xfrm>
                <a:off x="10111040" y="6261239"/>
                <a:ext cx="512530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∎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96BD6FE-DEFB-63C9-4563-50A14ADF88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11040" y="6261239"/>
                <a:ext cx="512530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577052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2" grpId="0"/>
      <p:bldP spid="6" grpId="0"/>
      <p:bldP spid="7" grpId="0"/>
      <p:bldP spid="9" grpId="0"/>
      <p:bldP spid="10" grpId="0"/>
      <p:bldP spid="11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2"/>
          <p:cNvSpPr txBox="1">
            <a:spLocks/>
          </p:cNvSpPr>
          <p:nvPr/>
        </p:nvSpPr>
        <p:spPr>
          <a:xfrm>
            <a:off x="471489" y="69597"/>
            <a:ext cx="11153622" cy="5656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/>
              <a:t>Set Equality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3">
                <a:extLst>
                  <a:ext uri="{FF2B5EF4-FFF2-40B4-BE49-F238E27FC236}">
                    <a16:creationId xmlns:a16="http://schemas.microsoft.com/office/drawing/2014/main" id="{B8E7D1FF-DFE3-7EAB-5CB3-804697E2A320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443524" y="767585"/>
                <a:ext cx="11304952" cy="1440644"/>
              </a:xfrm>
              <a:prstGeom prst="rect">
                <a:avLst/>
              </a:prstGeom>
              <a:ln w="25400">
                <a:solidFill>
                  <a:schemeClr val="tx1"/>
                </a:solidFill>
              </a:ln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Clr>
                    <a:schemeClr val="accent3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Clr>
                    <a:schemeClr val="accent3"/>
                  </a:buClr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Clr>
                    <a:schemeClr val="accent3"/>
                  </a:buClr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Clr>
                    <a:schemeClr val="accent3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Clr>
                    <a:schemeClr val="accent3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just">
                  <a:spcBef>
                    <a:spcPts val="2400"/>
                  </a:spcBef>
                  <a:buNone/>
                </a:pPr>
                <a:r>
                  <a:rPr lang="en-US" altLang="en-US" sz="2400" b="1" i="1" dirty="0"/>
                  <a:t>Definition </a:t>
                </a:r>
                <a:r>
                  <a:rPr lang="en-US" altLang="en-US" sz="2400" dirty="0"/>
                  <a:t>[Set Equality]</a:t>
                </a:r>
                <a:r>
                  <a:rPr lang="en-US" altLang="en-US" sz="2400" b="1" i="1" dirty="0"/>
                  <a:t>.</a:t>
                </a:r>
                <a:r>
                  <a:rPr lang="en-US" altLang="en-US" sz="2400" dirty="0"/>
                  <a:t> For sets </a:t>
                </a:r>
                <a14:m>
                  <m:oMath xmlns:m="http://schemas.openxmlformats.org/officeDocument/2006/math">
                    <m:r>
                      <a:rPr lang="en-US" altLang="en-US" sz="24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altLang="en-US" sz="2400" dirty="0"/>
                  <a:t> and </a:t>
                </a:r>
                <a14:m>
                  <m:oMath xmlns:m="http://schemas.openxmlformats.org/officeDocument/2006/math">
                    <m:r>
                      <a:rPr lang="en-US" altLang="en-US" sz="24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altLang="en-US" sz="2400" dirty="0"/>
                  <a:t>, </a:t>
                </a:r>
                <a14:m>
                  <m:oMath xmlns:m="http://schemas.openxmlformats.org/officeDocument/2006/math">
                    <m:r>
                      <a:rPr lang="en-US" altLang="en-US" sz="24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altLang="en-US" sz="2400" dirty="0"/>
                  <a:t> </a:t>
                </a:r>
                <a:r>
                  <a:rPr lang="en-US" altLang="en-US" sz="2400" b="1" i="1" dirty="0"/>
                  <a:t>equals</a:t>
                </a:r>
                <a:r>
                  <a:rPr lang="en-US" altLang="en-US" sz="2400" dirty="0"/>
                  <a:t> </a:t>
                </a:r>
                <a14:m>
                  <m:oMath xmlns:m="http://schemas.openxmlformats.org/officeDocument/2006/math">
                    <m:r>
                      <a:rPr lang="en-US" altLang="en-US" sz="24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altLang="en-US" sz="2400" dirty="0"/>
                  <a:t>, written </a:t>
                </a:r>
                <a14:m>
                  <m:oMath xmlns:m="http://schemas.openxmlformats.org/officeDocument/2006/math">
                    <m:r>
                      <a:rPr lang="en-US" altLang="en-US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en-US" sz="24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altLang="en-US" sz="2400" dirty="0"/>
                  <a:t>, if, and only if, every element of </a:t>
                </a:r>
                <a14:m>
                  <m:oMath xmlns:m="http://schemas.openxmlformats.org/officeDocument/2006/math">
                    <m:r>
                      <a:rPr lang="en-US" altLang="en-US" sz="24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altLang="en-US" sz="2400" dirty="0"/>
                  <a:t> is in </a:t>
                </a:r>
                <a14:m>
                  <m:oMath xmlns:m="http://schemas.openxmlformats.org/officeDocument/2006/math">
                    <m:r>
                      <a:rPr lang="en-US" altLang="en-US" sz="24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altLang="en-US" sz="2400" dirty="0"/>
                  <a:t> and every element of </a:t>
                </a:r>
                <a14:m>
                  <m:oMath xmlns:m="http://schemas.openxmlformats.org/officeDocument/2006/math">
                    <m:r>
                      <a:rPr lang="en-US" altLang="en-US" sz="24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altLang="en-US" sz="2400" dirty="0"/>
                  <a:t> is in </a:t>
                </a:r>
                <a14:m>
                  <m:oMath xmlns:m="http://schemas.openxmlformats.org/officeDocument/2006/math">
                    <m:r>
                      <a:rPr lang="en-US" altLang="en-US" sz="24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altLang="en-US" sz="2400" dirty="0"/>
                  <a:t>.</a:t>
                </a:r>
              </a:p>
              <a:p>
                <a:pPr marL="0" indent="0" algn="just">
                  <a:spcBef>
                    <a:spcPts val="2400"/>
                  </a:spcBef>
                  <a:buNone/>
                </a:pPr>
                <a:r>
                  <a:rPr lang="en-US" altLang="en-US" sz="2400" dirty="0"/>
                  <a:t>Symbolically,			</a:t>
                </a:r>
                <a14:m>
                  <m:oMath xmlns:m="http://schemas.openxmlformats.org/officeDocument/2006/math">
                    <m:r>
                      <a:rPr lang="en-US" altLang="en-US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en-US" sz="24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⇔</m:t>
                    </m:r>
                    <m:r>
                      <a:rPr lang="en-US" alt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alt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  <m:r>
                      <a:rPr lang="en-US" alt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US" alt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en-US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and</m:t>
                    </m:r>
                    <m:r>
                      <a:rPr lang="en-US" alt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US" alt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  <m:r>
                      <a:rPr lang="en-US" alt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altLang="en-US" sz="2400" dirty="0"/>
                  <a:t>.</a:t>
                </a:r>
              </a:p>
            </p:txBody>
          </p:sp>
        </mc:Choice>
        <mc:Fallback xmlns="">
          <p:sp>
            <p:nvSpPr>
              <p:cNvPr id="3" name="Rectangle 3">
                <a:extLst>
                  <a:ext uri="{FF2B5EF4-FFF2-40B4-BE49-F238E27FC236}">
                    <a16:creationId xmlns:a16="http://schemas.microsoft.com/office/drawing/2014/main" id="{B8E7D1FF-DFE3-7EAB-5CB3-804697E2A3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524" y="767585"/>
                <a:ext cx="11304952" cy="1440644"/>
              </a:xfrm>
              <a:prstGeom prst="rect">
                <a:avLst/>
              </a:prstGeom>
              <a:blipFill>
                <a:blip r:embed="rId2"/>
                <a:stretch>
                  <a:fillRect l="-753" t="-5000" r="-700" b="-5000"/>
                </a:stretch>
              </a:blipFill>
              <a:ln w="254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FB65ED7-6EBD-BE1E-5FF0-69C83BB4F678}"/>
                  </a:ext>
                </a:extLst>
              </p:cNvPr>
              <p:cNvSpPr txBox="1"/>
              <p:nvPr/>
            </p:nvSpPr>
            <p:spPr>
              <a:xfrm>
                <a:off x="347133" y="2389660"/>
                <a:ext cx="11191671" cy="861774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2000" dirty="0"/>
                  <a:t>Prove</a:t>
                </a:r>
                <a:r>
                  <a:rPr lang="en-US" sz="2000" i="1" dirty="0"/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000" dirty="0"/>
                  <a:t> where</a:t>
                </a:r>
              </a:p>
              <a:p>
                <a:pPr lvl="1">
                  <a:spcBef>
                    <a:spcPts val="1200"/>
                  </a:spcBef>
                </a:pP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ℤ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=2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for</m:t>
                        </m:r>
                        <m:r>
                          <a:rPr lang="en-US" sz="2000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some</m:t>
                        </m:r>
                        <m:r>
                          <a:rPr lang="en-US" sz="2000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</m:d>
                  </m:oMath>
                </a14:m>
                <a:r>
                  <a:rPr lang="en-US" sz="2000" dirty="0">
                    <a:effectLst/>
                  </a:rPr>
                  <a:t>    and 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ℤ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=2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−2 </m:t>
                        </m:r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for</m:t>
                        </m:r>
                        <m:r>
                          <a:rPr lang="en-US" sz="2000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some</m:t>
                        </m:r>
                        <m:r>
                          <a:rPr lang="en-US" sz="2000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</m:d>
                  </m:oMath>
                </a14:m>
                <a:r>
                  <a:rPr lang="en-US" sz="2000" dirty="0">
                    <a:effectLst/>
                  </a:rPr>
                  <a:t>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FB65ED7-6EBD-BE1E-5FF0-69C83BB4F6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133" y="2389660"/>
                <a:ext cx="11191671" cy="861774"/>
              </a:xfrm>
              <a:prstGeom prst="rect">
                <a:avLst/>
              </a:prstGeom>
              <a:blipFill>
                <a:blip r:embed="rId3"/>
                <a:stretch>
                  <a:fillRect l="-599" t="-3546" b="-12057"/>
                </a:stretch>
              </a:blipFill>
              <a:ln w="254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E6DCCE4C-E03D-3D31-F9DF-5776F12BFC89}"/>
              </a:ext>
            </a:extLst>
          </p:cNvPr>
          <p:cNvSpPr txBox="1"/>
          <p:nvPr/>
        </p:nvSpPr>
        <p:spPr>
          <a:xfrm>
            <a:off x="347133" y="3247959"/>
            <a:ext cx="1011743" cy="400110"/>
          </a:xfrm>
          <a:prstGeom prst="rect">
            <a:avLst/>
          </a:prstGeom>
          <a:noFill/>
          <a:ln w="25400">
            <a:noFill/>
          </a:ln>
        </p:spPr>
        <p:txBody>
          <a:bodyPr wrap="square">
            <a:spAutoFit/>
          </a:bodyPr>
          <a:lstStyle/>
          <a:p>
            <a:pPr algn="just"/>
            <a:r>
              <a:rPr lang="en-US" sz="2000" i="1" dirty="0"/>
              <a:t>Proof.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92EA891-46F7-70F2-1667-3F9DB44D411E}"/>
              </a:ext>
            </a:extLst>
          </p:cNvPr>
          <p:cNvSpPr txBox="1"/>
          <p:nvPr/>
        </p:nvSpPr>
        <p:spPr>
          <a:xfrm>
            <a:off x="1102476" y="3260393"/>
            <a:ext cx="11191671" cy="400110"/>
          </a:xfrm>
          <a:prstGeom prst="rect">
            <a:avLst/>
          </a:prstGeom>
          <a:noFill/>
          <a:ln w="25400">
            <a:noFill/>
          </a:ln>
        </p:spPr>
        <p:txBody>
          <a:bodyPr wrap="square">
            <a:spAutoFit/>
          </a:bodyPr>
          <a:lstStyle/>
          <a:p>
            <a:pPr algn="just"/>
            <a:r>
              <a:rPr lang="en-US" sz="2000" dirty="0"/>
              <a:t>By definition, we must show both directions: double inclusion.</a:t>
            </a:r>
            <a:endParaRPr lang="en-US" sz="2000" dirty="0">
              <a:effectLst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8E77A61-3348-3A89-DBAB-B4E83384D223}"/>
                  </a:ext>
                </a:extLst>
              </p:cNvPr>
              <p:cNvSpPr txBox="1"/>
              <p:nvPr/>
            </p:nvSpPr>
            <p:spPr>
              <a:xfrm>
                <a:off x="624007" y="4539724"/>
                <a:ext cx="6963093" cy="40011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2000" dirty="0"/>
                  <a:t>For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>
                    <a:effectLst/>
                  </a:rPr>
                  <a:t> to be an element of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effectLst/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000" dirty="0">
                    <a:effectLst/>
                  </a:rPr>
                  <a:t>, we require  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8E77A61-3348-3A89-DBAB-B4E83384D2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007" y="4539724"/>
                <a:ext cx="6963093" cy="400110"/>
              </a:xfrm>
              <a:prstGeom prst="rect">
                <a:avLst/>
              </a:prstGeom>
              <a:blipFill>
                <a:blip r:embed="rId4"/>
                <a:stretch>
                  <a:fillRect l="-875" t="-9231" b="-27692"/>
                </a:stretch>
              </a:blipFill>
              <a:ln w="254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C01A2AF-0857-FADC-7189-5127815A4211}"/>
                  </a:ext>
                </a:extLst>
              </p:cNvPr>
              <p:cNvSpPr txBox="1"/>
              <p:nvPr/>
            </p:nvSpPr>
            <p:spPr>
              <a:xfrm>
                <a:off x="4977858" y="4539724"/>
                <a:ext cx="2184077" cy="40011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square">
                <a:spAutoFit/>
              </a:bodyPr>
              <a:lstStyle/>
              <a:p>
                <a:pPr algn="just"/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00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=2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−2</m:t>
                    </m:r>
                  </m:oMath>
                </a14:m>
                <a:r>
                  <a:rPr lang="en-US" sz="2000" dirty="0">
                    <a:effectLst/>
                  </a:rPr>
                  <a:t>.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C01A2AF-0857-FADC-7189-5127815A42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7858" y="4539724"/>
                <a:ext cx="2184077" cy="400110"/>
              </a:xfrm>
              <a:prstGeom prst="rect">
                <a:avLst/>
              </a:prstGeom>
              <a:blipFill>
                <a:blip r:embed="rId5"/>
                <a:stretch>
                  <a:fillRect t="-9231" b="-27692"/>
                </a:stretch>
              </a:blipFill>
              <a:ln w="254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361B15E-BCE9-C89E-49A6-9F22228D57D7}"/>
                  </a:ext>
                </a:extLst>
              </p:cNvPr>
              <p:cNvSpPr txBox="1"/>
              <p:nvPr/>
            </p:nvSpPr>
            <p:spPr>
              <a:xfrm>
                <a:off x="624006" y="5013165"/>
                <a:ext cx="10836189" cy="40011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2000" b="0" dirty="0">
                    <a:effectLst/>
                  </a:rPr>
                  <a:t>It follows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effectLst/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b="0" i="1" smtClean="0">
                        <a:effectLst/>
                        <a:latin typeface="Cambria Math" panose="02040503050406030204" pitchFamily="18" charset="0"/>
                      </a:rPr>
                      <m:t>=2</m:t>
                    </m:r>
                    <m:r>
                      <a:rPr lang="en-US" sz="2000" b="0" i="1" smtClean="0">
                        <a:effectLst/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000" b="0" i="1" smtClean="0">
                        <a:effectLst/>
                        <a:latin typeface="Cambria Math" panose="02040503050406030204" pitchFamily="18" charset="0"/>
                      </a:rPr>
                      <m:t>−2=2</m:t>
                    </m:r>
                    <m:d>
                      <m:dPr>
                        <m:ctrlPr>
                          <a:rPr lang="en-US" sz="2000" b="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effectLst/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2000" b="0" i="1" smtClean="0">
                            <a:effectLst/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sz="2000" b="0" i="1" smtClean="0">
                        <a:effectLst/>
                        <a:latin typeface="Cambria Math" panose="02040503050406030204" pitchFamily="18" charset="0"/>
                      </a:rPr>
                      <m:t>−2=2</m:t>
                    </m:r>
                    <m:r>
                      <a:rPr lang="en-US" sz="2000" b="0" i="1" smtClean="0">
                        <a:effectLst/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2000" dirty="0">
                    <a:effectLst/>
                  </a:rPr>
                  <a:t> and thus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effectLst/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b="0" i="1" smtClean="0">
                        <a:effectLst/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sz="2000" b="0" i="1" smtClean="0">
                        <a:effectLst/>
                        <a:latin typeface="Cambria Math" panose="02040503050406030204" pitchFamily="18" charset="0"/>
                      </a:rPr>
                      <m:t>B</m:t>
                    </m:r>
                  </m:oMath>
                </a14:m>
                <a:r>
                  <a:rPr lang="en-US" sz="2000" dirty="0">
                    <a:effectLst/>
                  </a:rPr>
                  <a:t> since it can be written in the desired form.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361B15E-BCE9-C89E-49A6-9F22228D57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006" y="5013165"/>
                <a:ext cx="10836189" cy="400110"/>
              </a:xfrm>
              <a:prstGeom prst="rect">
                <a:avLst/>
              </a:prstGeom>
              <a:blipFill>
                <a:blip r:embed="rId6"/>
                <a:stretch>
                  <a:fillRect l="-562" t="-7576" b="-25758"/>
                </a:stretch>
              </a:blipFill>
              <a:ln w="254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5039BE5-EA73-EC25-2C40-DAB549B4A8F0}"/>
                  </a:ext>
                </a:extLst>
              </p:cNvPr>
              <p:cNvSpPr txBox="1"/>
              <p:nvPr/>
            </p:nvSpPr>
            <p:spPr>
              <a:xfrm>
                <a:off x="471489" y="3669462"/>
                <a:ext cx="93214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alt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  <m:r>
                      <a:rPr lang="en-US" alt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: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5039BE5-EA73-EC25-2C40-DAB549B4A8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489" y="3669462"/>
                <a:ext cx="932144" cy="369332"/>
              </a:xfrm>
              <a:prstGeom prst="rect">
                <a:avLst/>
              </a:prstGeom>
              <a:blipFill>
                <a:blip r:embed="rId7"/>
                <a:stretch>
                  <a:fillRect t="-9836" b="-2459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AE09ED3-E83E-CCA0-19B9-8B1D9652A2C9}"/>
                  </a:ext>
                </a:extLst>
              </p:cNvPr>
              <p:cNvSpPr txBox="1"/>
              <p:nvPr/>
            </p:nvSpPr>
            <p:spPr>
              <a:xfrm>
                <a:off x="624007" y="4063662"/>
                <a:ext cx="11191671" cy="40011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2000" dirty="0"/>
                  <a:t>Suppose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dirty="0">
                    <a:effectLst/>
                  </a:rPr>
                  <a:t>. Then there exists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effectLst/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000" b="0" i="1" smtClean="0">
                        <a:effectLst/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000" b="0" i="1" smtClean="0">
                        <a:effectLst/>
                        <a:latin typeface="Cambria Math" panose="02040503050406030204" pitchFamily="18" charset="0"/>
                      </a:rPr>
                      <m:t>ℤ</m:t>
                    </m:r>
                  </m:oMath>
                </a14:m>
                <a:r>
                  <a:rPr lang="en-US" sz="2000" dirty="0">
                    <a:effectLst/>
                  </a:rPr>
                  <a:t> such that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effectLst/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b="0" i="1" smtClean="0">
                        <a:effectLst/>
                        <a:latin typeface="Cambria Math" panose="02040503050406030204" pitchFamily="18" charset="0"/>
                      </a:rPr>
                      <m:t>=2</m:t>
                    </m:r>
                    <m:r>
                      <a:rPr lang="en-US" sz="2000" b="0" i="1" smtClean="0">
                        <a:effectLst/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2000" dirty="0">
                    <a:effectLst/>
                  </a:rPr>
                  <a:t>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AE09ED3-E83E-CCA0-19B9-8B1D9652A2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007" y="4063662"/>
                <a:ext cx="11191671" cy="400110"/>
              </a:xfrm>
              <a:prstGeom prst="rect">
                <a:avLst/>
              </a:prstGeom>
              <a:blipFill>
                <a:blip r:embed="rId8"/>
                <a:stretch>
                  <a:fillRect l="-545" t="-9231" b="-27692"/>
                </a:stretch>
              </a:blipFill>
              <a:ln w="254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069A994-6971-C9F7-E0A5-7B2042F8834C}"/>
                  </a:ext>
                </a:extLst>
              </p:cNvPr>
              <p:cNvSpPr txBox="1"/>
              <p:nvPr/>
            </p:nvSpPr>
            <p:spPr>
              <a:xfrm>
                <a:off x="7062923" y="4539724"/>
                <a:ext cx="4129359" cy="40011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2000" dirty="0"/>
                  <a:t>Clearly,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+1=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000" dirty="0">
                    <a:effectLst/>
                  </a:rPr>
                  <a:t> and b is an integer.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069A994-6971-C9F7-E0A5-7B2042F883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2923" y="4539724"/>
                <a:ext cx="4129359" cy="400110"/>
              </a:xfrm>
              <a:prstGeom prst="rect">
                <a:avLst/>
              </a:prstGeom>
              <a:blipFill>
                <a:blip r:embed="rId9"/>
                <a:stretch>
                  <a:fillRect l="-1625" t="-9231" b="-27692"/>
                </a:stretch>
              </a:blipFill>
              <a:ln w="254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75F924D-9038-8C91-F6DD-5DB0921CE599}"/>
                  </a:ext>
                </a:extLst>
              </p:cNvPr>
              <p:cNvSpPr txBox="1"/>
              <p:nvPr/>
            </p:nvSpPr>
            <p:spPr>
              <a:xfrm>
                <a:off x="471489" y="5413275"/>
                <a:ext cx="93214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US" alt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  <m:r>
                      <a:rPr lang="en-US" alt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: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75F924D-9038-8C91-F6DD-5DB0921CE5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489" y="5413275"/>
                <a:ext cx="932144" cy="369332"/>
              </a:xfrm>
              <a:prstGeom prst="rect">
                <a:avLst/>
              </a:prstGeom>
              <a:blipFill>
                <a:blip r:embed="rId10"/>
                <a:stretch>
                  <a:fillRect t="-8197" b="-2459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B71370B-BF43-1824-9927-DE80B2807754}"/>
                  </a:ext>
                </a:extLst>
              </p:cNvPr>
              <p:cNvSpPr txBox="1"/>
              <p:nvPr/>
            </p:nvSpPr>
            <p:spPr>
              <a:xfrm>
                <a:off x="624007" y="5782607"/>
                <a:ext cx="6619465" cy="40011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2000" dirty="0"/>
                  <a:t>Suppose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000" dirty="0">
                    <a:effectLst/>
                  </a:rPr>
                  <a:t>. Then there exists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effectLst/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000" b="0" i="1" smtClean="0">
                        <a:effectLst/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000" b="0" i="1" smtClean="0">
                        <a:effectLst/>
                        <a:latin typeface="Cambria Math" panose="02040503050406030204" pitchFamily="18" charset="0"/>
                      </a:rPr>
                      <m:t>ℤ</m:t>
                    </m:r>
                  </m:oMath>
                </a14:m>
                <a:r>
                  <a:rPr lang="en-US" sz="2000" dirty="0">
                    <a:effectLst/>
                  </a:rPr>
                  <a:t> such that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effectLst/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b="0" i="1" smtClean="0">
                        <a:effectLst/>
                        <a:latin typeface="Cambria Math" panose="02040503050406030204" pitchFamily="18" charset="0"/>
                      </a:rPr>
                      <m:t>=2</m:t>
                    </m:r>
                    <m:r>
                      <a:rPr lang="en-US" sz="2000" b="0" i="1" smtClean="0">
                        <a:effectLst/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000" b="0" i="1" smtClean="0">
                        <a:effectLst/>
                        <a:latin typeface="Cambria Math" panose="02040503050406030204" pitchFamily="18" charset="0"/>
                      </a:rPr>
                      <m:t>−2</m:t>
                    </m:r>
                  </m:oMath>
                </a14:m>
                <a:r>
                  <a:rPr lang="en-US" sz="2000" dirty="0">
                    <a:effectLst/>
                  </a:rPr>
                  <a:t>.</a:t>
                </a: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B71370B-BF43-1824-9927-DE80B28077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007" y="5782607"/>
                <a:ext cx="6619465" cy="400110"/>
              </a:xfrm>
              <a:prstGeom prst="rect">
                <a:avLst/>
              </a:prstGeom>
              <a:blipFill>
                <a:blip r:embed="rId11"/>
                <a:stretch>
                  <a:fillRect l="-921" t="-9231" r="-921" b="-27692"/>
                </a:stretch>
              </a:blipFill>
              <a:ln w="254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9CE58DE-527C-F533-CE54-189FC19595CB}"/>
                  </a:ext>
                </a:extLst>
              </p:cNvPr>
              <p:cNvSpPr txBox="1"/>
              <p:nvPr/>
            </p:nvSpPr>
            <p:spPr>
              <a:xfrm>
                <a:off x="624006" y="6263232"/>
                <a:ext cx="6619465" cy="40011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2000" dirty="0"/>
                  <a:t>Let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+1=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000" dirty="0">
                    <a:effectLst/>
                  </a:rPr>
                  <a:t>. Then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effectLst/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b="0" i="1" smtClean="0">
                        <a:effectLst/>
                        <a:latin typeface="Cambria Math" panose="02040503050406030204" pitchFamily="18" charset="0"/>
                      </a:rPr>
                      <m:t>=2</m:t>
                    </m:r>
                    <m:d>
                      <m:dPr>
                        <m:ctrlPr>
                          <a:rPr lang="en-US" sz="2000" b="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effectLst/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2000" b="0" i="1" smtClean="0">
                            <a:effectLst/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sz="2000" b="0" i="1" smtClean="0">
                        <a:effectLst/>
                        <a:latin typeface="Cambria Math" panose="02040503050406030204" pitchFamily="18" charset="0"/>
                      </a:rPr>
                      <m:t>−2=2</m:t>
                    </m:r>
                    <m:r>
                      <a:rPr lang="en-US" sz="2000" b="0" i="1" smtClean="0">
                        <a:effectLst/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000" b="0" i="1" smtClean="0">
                        <a:effectLst/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000" b="0" i="1" smtClean="0">
                        <a:effectLst/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dirty="0">
                    <a:effectLst/>
                  </a:rPr>
                  <a:t>.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9CE58DE-527C-F533-CE54-189FC19595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006" y="6263232"/>
                <a:ext cx="6619465" cy="400110"/>
              </a:xfrm>
              <a:prstGeom prst="rect">
                <a:avLst/>
              </a:prstGeom>
              <a:blipFill>
                <a:blip r:embed="rId12"/>
                <a:stretch>
                  <a:fillRect l="-921" t="-7576" b="-25758"/>
                </a:stretch>
              </a:blipFill>
              <a:ln w="254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CDFED6A-1AC7-A2C2-496C-C18AE08F71B4}"/>
                  </a:ext>
                </a:extLst>
              </p:cNvPr>
              <p:cNvSpPr txBox="1"/>
              <p:nvPr/>
            </p:nvSpPr>
            <p:spPr>
              <a:xfrm>
                <a:off x="5888493" y="6407332"/>
                <a:ext cx="512530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∎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CDFED6A-1AC7-A2C2-496C-C18AE08F71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8493" y="6407332"/>
                <a:ext cx="512530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032005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5" grpId="0"/>
      <p:bldP spid="16" grpId="0"/>
      <p:bldP spid="6" grpId="0"/>
      <p:bldP spid="7" grpId="0"/>
      <p:bldP spid="10" grpId="0"/>
      <p:bldP spid="11" grpId="0"/>
      <p:bldP spid="17" grpId="0"/>
      <p:bldP spid="18" grpId="0"/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1EE9AA3F-851C-E862-B983-368CBD4E8C89}"/>
              </a:ext>
            </a:extLst>
          </p:cNvPr>
          <p:cNvSpPr/>
          <p:nvPr/>
        </p:nvSpPr>
        <p:spPr>
          <a:xfrm>
            <a:off x="1875393" y="1642425"/>
            <a:ext cx="8637295" cy="4334903"/>
          </a:xfrm>
          <a:prstGeom prst="ellipse">
            <a:avLst/>
          </a:prstGeom>
          <a:solidFill>
            <a:srgbClr val="FF0000">
              <a:alpha val="40000"/>
            </a:srgbClr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CFE238A9-EE5E-B858-58C9-4DC0176080AF}"/>
              </a:ext>
            </a:extLst>
          </p:cNvPr>
          <p:cNvSpPr/>
          <p:nvPr/>
        </p:nvSpPr>
        <p:spPr>
          <a:xfrm>
            <a:off x="722200" y="1106599"/>
            <a:ext cx="10897086" cy="5358268"/>
          </a:xfrm>
          <a:prstGeom prst="ellipse">
            <a:avLst/>
          </a:prstGeom>
          <a:solidFill>
            <a:srgbClr val="1306BA">
              <a:alpha val="40000"/>
            </a:srgbClr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4B370FD3-32DB-6EF4-7854-AD303C4790D3}"/>
              </a:ext>
            </a:extLst>
          </p:cNvPr>
          <p:cNvSpPr/>
          <p:nvPr/>
        </p:nvSpPr>
        <p:spPr>
          <a:xfrm>
            <a:off x="5474207" y="3226104"/>
            <a:ext cx="3016937" cy="1133804"/>
          </a:xfrm>
          <a:prstGeom prst="ellipse">
            <a:avLst/>
          </a:prstGeom>
          <a:solidFill>
            <a:srgbClr val="FFFF00"/>
          </a:solidFill>
          <a:ln w="34925">
            <a:solidFill>
              <a:schemeClr val="tx1"/>
            </a:solidFill>
          </a:ln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516A6998-D34B-67C3-924D-4D7362C5C622}"/>
              </a:ext>
            </a:extLst>
          </p:cNvPr>
          <p:cNvSpPr/>
          <p:nvPr/>
        </p:nvSpPr>
        <p:spPr>
          <a:xfrm>
            <a:off x="5113923" y="3218831"/>
            <a:ext cx="3377221" cy="1133804"/>
          </a:xfrm>
          <a:prstGeom prst="ellipse">
            <a:avLst/>
          </a:prstGeom>
          <a:solidFill>
            <a:srgbClr val="EBA9E6">
              <a:alpha val="34000"/>
            </a:srgbClr>
          </a:solidFill>
          <a:ln w="25400">
            <a:solidFill>
              <a:schemeClr val="tx1"/>
            </a:solidFill>
          </a:ln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E561F9AC-7100-AF78-1193-A3088475E9E6}"/>
              </a:ext>
            </a:extLst>
          </p:cNvPr>
          <p:cNvSpPr/>
          <p:nvPr/>
        </p:nvSpPr>
        <p:spPr>
          <a:xfrm>
            <a:off x="3177531" y="3147729"/>
            <a:ext cx="5966469" cy="1308414"/>
          </a:xfrm>
          <a:prstGeom prst="ellipse">
            <a:avLst/>
          </a:prstGeom>
          <a:solidFill>
            <a:srgbClr val="00B050">
              <a:alpha val="40000"/>
            </a:srgbClr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2E377114-1552-8FE1-2454-CBE561DF935E}"/>
              </a:ext>
            </a:extLst>
          </p:cNvPr>
          <p:cNvSpPr/>
          <p:nvPr/>
        </p:nvSpPr>
        <p:spPr>
          <a:xfrm>
            <a:off x="2853945" y="2938278"/>
            <a:ext cx="6656980" cy="1917974"/>
          </a:xfrm>
          <a:prstGeom prst="ellipse">
            <a:avLst/>
          </a:prstGeom>
          <a:solidFill>
            <a:srgbClr val="7030A0">
              <a:alpha val="40000"/>
            </a:srgbClr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0BEF560E-AA70-88DE-B894-DE9AB1A42BCF}"/>
              </a:ext>
            </a:extLst>
          </p:cNvPr>
          <p:cNvSpPr/>
          <p:nvPr/>
        </p:nvSpPr>
        <p:spPr>
          <a:xfrm>
            <a:off x="2620892" y="2259791"/>
            <a:ext cx="7286079" cy="3084000"/>
          </a:xfrm>
          <a:prstGeom prst="ellipse">
            <a:avLst/>
          </a:prstGeom>
          <a:solidFill>
            <a:srgbClr val="00B0F0">
              <a:alpha val="40000"/>
            </a:srgbClr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27254F7-374B-FC51-7145-9C471805E1F5}"/>
                  </a:ext>
                </a:extLst>
              </p:cNvPr>
              <p:cNvSpPr txBox="1"/>
              <p:nvPr/>
            </p:nvSpPr>
            <p:spPr>
              <a:xfrm>
                <a:off x="5113923" y="6064757"/>
                <a:ext cx="1868753" cy="40011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square">
                <a:spAutoFit/>
              </a:bodyPr>
              <a:lstStyle/>
              <a:p>
                <a:pPr algn="just"/>
                <a14:m>
                  <m:oMath xmlns:m="http://schemas.openxmlformats.org/officeDocument/2006/math">
                    <m:r>
                      <a:rPr lang="en-US" sz="2000" b="0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ℍ</m:t>
                    </m:r>
                  </m:oMath>
                </a14:m>
                <a:r>
                  <a:rPr lang="en-US" sz="2000" b="0" dirty="0">
                    <a:effectLst/>
                    <a:ea typeface="Cambria Math" panose="02040503050406030204" pitchFamily="18" charset="0"/>
                  </a:rPr>
                  <a:t>: Quaternions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27254F7-374B-FC51-7145-9C471805E1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3923" y="6064757"/>
                <a:ext cx="1868753" cy="400110"/>
              </a:xfrm>
              <a:prstGeom prst="rect">
                <a:avLst/>
              </a:prstGeom>
              <a:blipFill>
                <a:blip r:embed="rId2"/>
                <a:stretch>
                  <a:fillRect t="-9091" r="-327" b="-25758"/>
                </a:stretch>
              </a:blipFill>
              <a:ln w="254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917B1D8-B9DD-873C-1D10-DFC4480AC612}"/>
                  </a:ext>
                </a:extLst>
              </p:cNvPr>
              <p:cNvSpPr txBox="1"/>
              <p:nvPr/>
            </p:nvSpPr>
            <p:spPr>
              <a:xfrm>
                <a:off x="3401471" y="5153132"/>
                <a:ext cx="1400313" cy="40011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square">
                <a:spAutoFit/>
              </a:bodyPr>
              <a:lstStyle/>
              <a:p>
                <a:pPr algn="just"/>
                <a14:m>
                  <m:oMath xmlns:m="http://schemas.openxmlformats.org/officeDocument/2006/math">
                    <m:r>
                      <a:rPr lang="en-US" sz="2000" b="0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ℂ</m:t>
                    </m:r>
                  </m:oMath>
                </a14:m>
                <a:r>
                  <a:rPr lang="en-US" sz="2000" b="0" dirty="0">
                    <a:effectLst/>
                    <a:ea typeface="Cambria Math" panose="02040503050406030204" pitchFamily="18" charset="0"/>
                  </a:rPr>
                  <a:t>: Complex</a:t>
                </a: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917B1D8-B9DD-873C-1D10-DFC4480AC6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1471" y="5153132"/>
                <a:ext cx="1400313" cy="400110"/>
              </a:xfrm>
              <a:prstGeom prst="rect">
                <a:avLst/>
              </a:prstGeom>
              <a:blipFill>
                <a:blip r:embed="rId3"/>
                <a:stretch>
                  <a:fillRect t="-7576" r="-1739" b="-25758"/>
                </a:stretch>
              </a:blipFill>
              <a:ln w="254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2BE1A83-2CD6-C7B0-7FB6-C8CD8A429A8A}"/>
                  </a:ext>
                </a:extLst>
              </p:cNvPr>
              <p:cNvSpPr txBox="1"/>
              <p:nvPr/>
            </p:nvSpPr>
            <p:spPr>
              <a:xfrm>
                <a:off x="7090831" y="4791914"/>
                <a:ext cx="1400313" cy="40011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square">
                <a:spAutoFit/>
              </a:bodyPr>
              <a:lstStyle/>
              <a:p>
                <a:pPr algn="just"/>
                <a14:m>
                  <m:oMath xmlns:m="http://schemas.openxmlformats.org/officeDocument/2006/math">
                    <m:r>
                      <a:rPr lang="en-US" sz="2000" b="0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US" sz="2000" b="0" dirty="0">
                    <a:effectLst/>
                    <a:ea typeface="Cambria Math" panose="02040503050406030204" pitchFamily="18" charset="0"/>
                  </a:rPr>
                  <a:t>: Reals</a:t>
                </a: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2BE1A83-2CD6-C7B0-7FB6-C8CD8A429A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0831" y="4791914"/>
                <a:ext cx="1400313" cy="400110"/>
              </a:xfrm>
              <a:prstGeom prst="rect">
                <a:avLst/>
              </a:prstGeom>
              <a:blipFill>
                <a:blip r:embed="rId4"/>
                <a:stretch>
                  <a:fillRect t="-7576" b="-25758"/>
                </a:stretch>
              </a:blipFill>
              <a:ln w="254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F547082-C92E-2349-2C5D-D53197657CB5}"/>
                  </a:ext>
                </a:extLst>
              </p:cNvPr>
              <p:cNvSpPr txBox="1"/>
              <p:nvPr/>
            </p:nvSpPr>
            <p:spPr>
              <a:xfrm>
                <a:off x="5021201" y="4438283"/>
                <a:ext cx="1513259" cy="40011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square">
                <a:spAutoFit/>
              </a:bodyPr>
              <a:lstStyle/>
              <a:p>
                <a:pPr algn="just"/>
                <a14:m>
                  <m:oMath xmlns:m="http://schemas.openxmlformats.org/officeDocument/2006/math">
                    <m:r>
                      <a:rPr lang="en-US" sz="2000" b="0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ℚ</m:t>
                    </m:r>
                  </m:oMath>
                </a14:m>
                <a:r>
                  <a:rPr lang="en-US" sz="2000" b="0" dirty="0">
                    <a:effectLst/>
                    <a:ea typeface="Cambria Math" panose="02040503050406030204" pitchFamily="18" charset="0"/>
                  </a:rPr>
                  <a:t>: </a:t>
                </a:r>
                <a:r>
                  <a:rPr lang="en-US" sz="2000" b="0" dirty="0" err="1">
                    <a:effectLst/>
                    <a:ea typeface="Cambria Math" panose="02040503050406030204" pitchFamily="18" charset="0"/>
                  </a:rPr>
                  <a:t>Rationals</a:t>
                </a:r>
                <a:endParaRPr lang="en-US" sz="2000" b="0" dirty="0">
                  <a:effectLst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F547082-C92E-2349-2C5D-D53197657C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1201" y="4438283"/>
                <a:ext cx="1513259" cy="400110"/>
              </a:xfrm>
              <a:prstGeom prst="rect">
                <a:avLst/>
              </a:prstGeom>
              <a:blipFill>
                <a:blip r:embed="rId5"/>
                <a:stretch>
                  <a:fillRect l="-1613" t="-7576" r="-806" b="-25758"/>
                </a:stretch>
              </a:blipFill>
              <a:ln w="254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D4552624-7A8E-7F6D-17F2-E56F2F9484A4}"/>
                  </a:ext>
                </a:extLst>
              </p:cNvPr>
              <p:cNvSpPr txBox="1"/>
              <p:nvPr/>
            </p:nvSpPr>
            <p:spPr>
              <a:xfrm>
                <a:off x="3739628" y="3609821"/>
                <a:ext cx="1513259" cy="40011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square">
                <a:spAutoFit/>
              </a:bodyPr>
              <a:lstStyle/>
              <a:p>
                <a:pPr algn="just"/>
                <a14:m>
                  <m:oMath xmlns:m="http://schemas.openxmlformats.org/officeDocument/2006/math">
                    <m:r>
                      <a:rPr lang="en-US" sz="2000" b="0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ℤ</m:t>
                    </m:r>
                  </m:oMath>
                </a14:m>
                <a:r>
                  <a:rPr lang="en-US" sz="2000" b="0" dirty="0">
                    <a:effectLst/>
                    <a:ea typeface="Cambria Math" panose="02040503050406030204" pitchFamily="18" charset="0"/>
                  </a:rPr>
                  <a:t>: Integers</a:t>
                </a: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D4552624-7A8E-7F6D-17F2-E56F2F9484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9628" y="3609821"/>
                <a:ext cx="1513259" cy="400110"/>
              </a:xfrm>
              <a:prstGeom prst="rect">
                <a:avLst/>
              </a:prstGeom>
              <a:blipFill>
                <a:blip r:embed="rId6"/>
                <a:stretch>
                  <a:fillRect t="-7576" b="-25758"/>
                </a:stretch>
              </a:blipFill>
              <a:ln w="254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CD04E489-CE84-B5FA-9BFA-2F13FC8FCF5F}"/>
                  </a:ext>
                </a:extLst>
              </p:cNvPr>
              <p:cNvSpPr txBox="1"/>
              <p:nvPr/>
            </p:nvSpPr>
            <p:spPr>
              <a:xfrm>
                <a:off x="5695526" y="3447848"/>
                <a:ext cx="2574298" cy="707886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ℕ</m:t>
                        </m:r>
                      </m:e>
                      <m:sub>
                        <m:r>
                          <a:rPr lang="en-US" sz="2000" b="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000" b="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p>
                        <m:r>
                          <a:rPr lang="en-US" sz="2000" b="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sz="2000" b="0" dirty="0">
                    <a:effectLst/>
                    <a:ea typeface="Cambria Math" panose="02040503050406030204" pitchFamily="18" charset="0"/>
                  </a:rPr>
                  <a:t>:</a:t>
                </a:r>
              </a:p>
              <a:p>
                <a:pPr algn="ctr"/>
                <a:r>
                  <a:rPr lang="en-US" sz="2000" b="0" dirty="0">
                    <a:effectLst/>
                    <a:ea typeface="Cambria Math" panose="02040503050406030204" pitchFamily="18" charset="0"/>
                  </a:rPr>
                  <a:t>Naturals (without zero)</a:t>
                </a: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CD04E489-CE84-B5FA-9BFA-2F13FC8FCF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5526" y="3447848"/>
                <a:ext cx="2574298" cy="707886"/>
              </a:xfrm>
              <a:prstGeom prst="rect">
                <a:avLst/>
              </a:prstGeom>
              <a:blipFill>
                <a:blip r:embed="rId7"/>
                <a:stretch>
                  <a:fillRect l="-2364" t="-5172" r="-2364" b="-14655"/>
                </a:stretch>
              </a:blipFill>
              <a:ln w="254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EC2B80C4-1EA3-6715-C820-399AEA51BCE9}"/>
                  </a:ext>
                </a:extLst>
              </p:cNvPr>
              <p:cNvSpPr txBox="1"/>
              <p:nvPr/>
            </p:nvSpPr>
            <p:spPr>
              <a:xfrm>
                <a:off x="5090546" y="3602548"/>
                <a:ext cx="383660" cy="40011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squar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ℕ</m:t>
                          </m:r>
                        </m:e>
                        <m:sub>
                          <m:r>
                            <a:rPr lang="en-US" sz="2000" b="0" i="1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2000" b="0" dirty="0">
                  <a:effectLst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EC2B80C4-1EA3-6715-C820-399AEA51BC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0546" y="3602548"/>
                <a:ext cx="383660" cy="400110"/>
              </a:xfrm>
              <a:prstGeom prst="rect">
                <a:avLst/>
              </a:prstGeom>
              <a:blipFill>
                <a:blip r:embed="rId8"/>
                <a:stretch>
                  <a:fillRect r="-17460"/>
                </a:stretch>
              </a:blipFill>
              <a:ln w="254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2"/>
          <p:cNvSpPr txBox="1">
            <a:spLocks/>
          </p:cNvSpPr>
          <p:nvPr/>
        </p:nvSpPr>
        <p:spPr>
          <a:xfrm>
            <a:off x="471489" y="69597"/>
            <a:ext cx="11153622" cy="5656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/>
              <a:t>Venn Diagrams with Number Systems</a:t>
            </a:r>
          </a:p>
        </p:txBody>
      </p:sp>
    </p:spTree>
    <p:extLst>
      <p:ext uri="{BB962C8B-B14F-4D97-AF65-F5344CB8AC3E}">
        <p14:creationId xmlns:p14="http://schemas.microsoft.com/office/powerpoint/2010/main" val="1628308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9" grpId="0"/>
      <p:bldP spid="24" grpId="0"/>
      <p:bldP spid="26" grpId="0"/>
      <p:bldP spid="28" grpId="0"/>
      <p:bldP spid="29" grpId="0"/>
      <p:bldP spid="3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3106E5CF-E58E-A70B-FB44-FAF83B3ADCE5}"/>
              </a:ext>
            </a:extLst>
          </p:cNvPr>
          <p:cNvGrpSpPr/>
          <p:nvPr/>
        </p:nvGrpSpPr>
        <p:grpSpPr>
          <a:xfrm>
            <a:off x="5345473" y="3147715"/>
            <a:ext cx="1497381" cy="1047481"/>
            <a:chOff x="5345473" y="3147715"/>
            <a:chExt cx="1497381" cy="1047481"/>
          </a:xfrm>
        </p:grpSpPr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623E908F-91A8-FD99-392A-BF7E5D7C2CB2}"/>
                </a:ext>
              </a:extLst>
            </p:cNvPr>
            <p:cNvSpPr/>
            <p:nvPr/>
          </p:nvSpPr>
          <p:spPr>
            <a:xfrm>
              <a:off x="5409810" y="3203614"/>
              <a:ext cx="1089854" cy="563198"/>
            </a:xfrm>
            <a:prstGeom prst="rect">
              <a:avLst/>
            </a:prstGeom>
            <a:solidFill>
              <a:srgbClr val="FF0000">
                <a:alpha val="45000"/>
              </a:srgbClr>
            </a:solidFill>
            <a:ln w="19050">
              <a:solidFill>
                <a:schemeClr val="tx1"/>
              </a:solidFill>
            </a:ln>
            <a:effectLst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FA967CB9-4ADE-D6B9-00C4-BEEDDBCD97FC}"/>
                </a:ext>
              </a:extLst>
            </p:cNvPr>
            <p:cNvSpPr/>
            <p:nvPr/>
          </p:nvSpPr>
          <p:spPr>
            <a:xfrm>
              <a:off x="5880115" y="3397480"/>
              <a:ext cx="914400" cy="741184"/>
            </a:xfrm>
            <a:prstGeom prst="rect">
              <a:avLst/>
            </a:prstGeom>
            <a:solidFill>
              <a:srgbClr val="0070C0">
                <a:alpha val="45000"/>
              </a:srgbClr>
            </a:solidFill>
            <a:ln w="19050">
              <a:solidFill>
                <a:schemeClr val="tx1"/>
              </a:solidFill>
            </a:ln>
            <a:effectLst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7405FD4D-571B-A329-A5BE-76B77F968CA1}"/>
                </a:ext>
              </a:extLst>
            </p:cNvPr>
            <p:cNvSpPr/>
            <p:nvPr/>
          </p:nvSpPr>
          <p:spPr>
            <a:xfrm>
              <a:off x="5345473" y="3147715"/>
              <a:ext cx="1497381" cy="1047481"/>
            </a:xfrm>
            <a:prstGeom prst="rect">
              <a:avLst/>
            </a:prstGeom>
            <a:solidFill>
              <a:srgbClr val="FFC000">
                <a:alpha val="10000"/>
              </a:srgbClr>
            </a:solidFill>
            <a:ln w="12700">
              <a:solidFill>
                <a:schemeClr val="tx1"/>
              </a:solidFill>
            </a:ln>
            <a:effectLst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7DDFA961-7DBE-54A4-6DCF-10E5F4A2A935}"/>
                    </a:ext>
                  </a:extLst>
                </p:cNvPr>
                <p:cNvSpPr txBox="1"/>
                <p:nvPr/>
              </p:nvSpPr>
              <p:spPr>
                <a:xfrm>
                  <a:off x="5378754" y="3193608"/>
                  <a:ext cx="339740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en-US" sz="1800" b="1" i="1" smtClean="0">
                            <a:latin typeface="Cambria Math" panose="02040503050406030204" pitchFamily="18" charset="0"/>
                          </a:rPr>
                          <m:t>𝑨</m:t>
                        </m:r>
                      </m:oMath>
                    </m:oMathPara>
                  </a14:m>
                  <a:endParaRPr lang="en-US" b="1" dirty="0"/>
                </a:p>
              </p:txBody>
            </p:sp>
          </mc:Choice>
          <mc:Fallback xmlns="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7DDFA961-7DBE-54A4-6DCF-10E5F4A2A93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78754" y="3193608"/>
                  <a:ext cx="339740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BF9B5D50-4B8C-FC2B-17B4-0B6194605C6D}"/>
                    </a:ext>
                  </a:extLst>
                </p:cNvPr>
                <p:cNvSpPr txBox="1"/>
                <p:nvPr/>
              </p:nvSpPr>
              <p:spPr>
                <a:xfrm>
                  <a:off x="6412551" y="3736390"/>
                  <a:ext cx="380510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en-US" sz="1800" b="1" i="1" smtClean="0">
                            <a:latin typeface="Cambria Math" panose="02040503050406030204" pitchFamily="18" charset="0"/>
                          </a:rPr>
                          <m:t>𝑩</m:t>
                        </m:r>
                      </m:oMath>
                    </m:oMathPara>
                  </a14:m>
                  <a:endParaRPr lang="en-US" b="1" dirty="0"/>
                </a:p>
              </p:txBody>
            </p:sp>
          </mc:Choice>
          <mc:Fallback xmlns="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BF9B5D50-4B8C-FC2B-17B4-0B6194605C6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12551" y="3736390"/>
                  <a:ext cx="380510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" name="Title 12"/>
          <p:cNvSpPr txBox="1">
            <a:spLocks/>
          </p:cNvSpPr>
          <p:nvPr/>
        </p:nvSpPr>
        <p:spPr>
          <a:xfrm>
            <a:off x="471489" y="69597"/>
            <a:ext cx="11153622" cy="5656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/>
              <a:t>Set Operations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3">
                <a:extLst>
                  <a:ext uri="{FF2B5EF4-FFF2-40B4-BE49-F238E27FC236}">
                    <a16:creationId xmlns:a16="http://schemas.microsoft.com/office/drawing/2014/main" id="{B8E7D1FF-DFE3-7EAB-5CB3-804697E2A320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443525" y="812800"/>
                <a:ext cx="4396388" cy="5494813"/>
              </a:xfrm>
              <a:prstGeom prst="rect">
                <a:avLst/>
              </a:prstGeom>
              <a:ln w="25400">
                <a:solidFill>
                  <a:schemeClr val="tx1"/>
                </a:solidFill>
              </a:ln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Clr>
                    <a:schemeClr val="accent3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Clr>
                    <a:schemeClr val="accent3"/>
                  </a:buClr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Clr>
                    <a:schemeClr val="accent3"/>
                  </a:buClr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Clr>
                    <a:schemeClr val="accent3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Clr>
                    <a:schemeClr val="accent3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just">
                  <a:spcBef>
                    <a:spcPts val="3000"/>
                  </a:spcBef>
                  <a:buNone/>
                </a:pPr>
                <a:r>
                  <a:rPr lang="en-US" altLang="en-US" sz="2000" b="1" i="1" dirty="0"/>
                  <a:t>Definitions.</a:t>
                </a:r>
                <a:r>
                  <a:rPr lang="en-US" altLang="en-US" sz="2000" dirty="0"/>
                  <a:t> Let </a:t>
                </a:r>
                <a14:m>
                  <m:oMath xmlns:m="http://schemas.openxmlformats.org/officeDocument/2006/math">
                    <m:r>
                      <a:rPr lang="en-US" altLang="en-US" sz="20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altLang="en-US" sz="2000" dirty="0"/>
                  <a:t> and </a:t>
                </a:r>
                <a14:m>
                  <m:oMath xmlns:m="http://schemas.openxmlformats.org/officeDocument/2006/math"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altLang="en-US" sz="2000" dirty="0"/>
                  <a:t> be sets and </a:t>
                </a:r>
                <a14:m>
                  <m:oMath xmlns:m="http://schemas.openxmlformats.org/officeDocument/2006/math"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en-US" altLang="en-US" sz="2000" dirty="0"/>
                  <a:t> be the universal set (the set containing all elements).</a:t>
                </a:r>
              </a:p>
              <a:p>
                <a:pPr marL="0" indent="0" algn="just">
                  <a:spcBef>
                    <a:spcPts val="3000"/>
                  </a:spcBef>
                  <a:buNone/>
                </a:pPr>
                <a:r>
                  <a:rPr lang="en-US" altLang="en-US" sz="2000" dirty="0"/>
                  <a:t>The </a:t>
                </a:r>
                <a:r>
                  <a:rPr lang="en-US" altLang="en-US" sz="2000" b="1" i="1" dirty="0"/>
                  <a:t>union</a:t>
                </a:r>
                <a:r>
                  <a:rPr lang="en-US" altLang="en-US" sz="2000" dirty="0"/>
                  <a:t> of </a:t>
                </a:r>
                <a14:m>
                  <m:oMath xmlns:m="http://schemas.openxmlformats.org/officeDocument/2006/math"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altLang="en-US" sz="2000" dirty="0"/>
                  <a:t> and </a:t>
                </a:r>
                <a14:m>
                  <m:oMath xmlns:m="http://schemas.openxmlformats.org/officeDocument/2006/math"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altLang="en-US" sz="2000" dirty="0"/>
                  <a:t>, denoted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en-US" sz="2000" b="0" i="0" smtClean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∪</m:t>
                    </m:r>
                    <m:r>
                      <a:rPr lang="en-US" altLang="en-US" sz="2000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altLang="en-US" sz="2000" dirty="0"/>
                  <a:t>, is the set of all elements that are in at least one of </a:t>
                </a:r>
                <a14:m>
                  <m:oMath xmlns:m="http://schemas.openxmlformats.org/officeDocument/2006/math"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altLang="en-US" sz="2000" dirty="0"/>
                  <a:t> or </a:t>
                </a:r>
                <a14:m>
                  <m:oMath xmlns:m="http://schemas.openxmlformats.org/officeDocument/2006/math">
                    <m:r>
                      <a:rPr lang="en-US" altLang="en-US" sz="2000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altLang="en-US" sz="2000" dirty="0"/>
                  <a:t>.</a:t>
                </a:r>
              </a:p>
              <a:p>
                <a:pPr marL="0" indent="0" algn="just">
                  <a:spcBef>
                    <a:spcPts val="3000"/>
                  </a:spcBef>
                  <a:buNone/>
                </a:pPr>
                <a:r>
                  <a:rPr lang="en-US" altLang="en-US" sz="2000" dirty="0"/>
                  <a:t>The </a:t>
                </a:r>
                <a:r>
                  <a:rPr lang="en-US" altLang="en-US" sz="2000" b="1" i="1" dirty="0"/>
                  <a:t>intersection</a:t>
                </a:r>
                <a:r>
                  <a:rPr lang="en-US" altLang="en-US" sz="2000" dirty="0"/>
                  <a:t> of </a:t>
                </a:r>
                <a14:m>
                  <m:oMath xmlns:m="http://schemas.openxmlformats.org/officeDocument/2006/math"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altLang="en-US" sz="2000" dirty="0"/>
                  <a:t> and </a:t>
                </a:r>
                <a14:m>
                  <m:oMath xmlns:m="http://schemas.openxmlformats.org/officeDocument/2006/math"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altLang="en-US" sz="2000" dirty="0"/>
                  <a:t>, denoted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en-US" sz="2000" b="0" i="0" smtClean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∩</m:t>
                    </m:r>
                    <m:r>
                      <a:rPr lang="en-US" altLang="en-US" sz="2000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altLang="en-US" sz="2000" dirty="0"/>
                  <a:t>, is the set of all elements that are in both </a:t>
                </a:r>
                <a14:m>
                  <m:oMath xmlns:m="http://schemas.openxmlformats.org/officeDocument/2006/math"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altLang="en-US" sz="2000" dirty="0"/>
                  <a:t> and </a:t>
                </a:r>
                <a14:m>
                  <m:oMath xmlns:m="http://schemas.openxmlformats.org/officeDocument/2006/math">
                    <m:r>
                      <a:rPr lang="en-US" altLang="en-US" sz="2000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altLang="en-US" sz="2000" dirty="0"/>
                  <a:t>.</a:t>
                </a:r>
              </a:p>
              <a:p>
                <a:pPr marL="0" indent="0" algn="just">
                  <a:spcBef>
                    <a:spcPts val="3000"/>
                  </a:spcBef>
                  <a:buNone/>
                </a:pPr>
                <a:r>
                  <a:rPr lang="en-US" altLang="en-US" sz="2000" dirty="0"/>
                  <a:t>The </a:t>
                </a:r>
                <a:r>
                  <a:rPr lang="en-US" altLang="en-US" sz="2000" b="1" i="1" dirty="0"/>
                  <a:t>difference</a:t>
                </a:r>
                <a:r>
                  <a:rPr lang="en-US" altLang="en-US" sz="2000" dirty="0"/>
                  <a:t> of </a:t>
                </a:r>
                <a14:m>
                  <m:oMath xmlns:m="http://schemas.openxmlformats.org/officeDocument/2006/math"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altLang="en-US" sz="2000" dirty="0"/>
                  <a:t> minus </a:t>
                </a:r>
                <a14:m>
                  <m:oMath xmlns:m="http://schemas.openxmlformats.org/officeDocument/2006/math"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altLang="en-US" sz="2000" dirty="0"/>
                  <a:t>, denoted </a:t>
                </a:r>
                <a14:m>
                  <m:oMath xmlns:m="http://schemas.openxmlformats.org/officeDocument/2006/math">
                    <m:r>
                      <a:rPr lang="en-US" altLang="en-US" sz="200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altLang="en-US" sz="2000" dirty="0"/>
                  <a:t> or </a:t>
                </a:r>
                <a14:m>
                  <m:oMath xmlns:m="http://schemas.openxmlformats.org/officeDocument/2006/math">
                    <m:r>
                      <a:rPr lang="en-US" altLang="en-US" sz="2000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∖</m:t>
                    </m:r>
                    <m:r>
                      <a:rPr lang="en-US" altLang="en-US" sz="20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altLang="en-US" sz="2000" dirty="0"/>
                  <a:t>, is the set of all elements in </a:t>
                </a:r>
                <a14:m>
                  <m:oMath xmlns:m="http://schemas.openxmlformats.org/officeDocument/2006/math"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en-US" sz="20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en-US" sz="2000" dirty="0"/>
                  <a:t>that are not in </a:t>
                </a:r>
                <a14:m>
                  <m:oMath xmlns:m="http://schemas.openxmlformats.org/officeDocument/2006/math"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altLang="en-US" sz="2000" dirty="0"/>
                  <a:t>.</a:t>
                </a:r>
              </a:p>
              <a:p>
                <a:pPr marL="0" indent="0" algn="just">
                  <a:spcBef>
                    <a:spcPts val="3000"/>
                  </a:spcBef>
                  <a:buNone/>
                </a:pPr>
                <a:r>
                  <a:rPr lang="en-US" altLang="en-US" sz="2000" dirty="0"/>
                  <a:t>The </a:t>
                </a:r>
                <a:r>
                  <a:rPr lang="en-US" altLang="en-US" sz="2000" b="1" i="1" dirty="0"/>
                  <a:t>complement</a:t>
                </a:r>
                <a:r>
                  <a:rPr lang="en-US" altLang="en-US" sz="2000" dirty="0"/>
                  <a:t> of </a:t>
                </a:r>
                <a14:m>
                  <m:oMath xmlns:m="http://schemas.openxmlformats.org/officeDocument/2006/math"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altLang="en-US" sz="2000" dirty="0"/>
                  <a:t>, denoted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p>
                    </m:sSup>
                  </m:oMath>
                </a14:m>
                <a:r>
                  <a:rPr lang="en-US" altLang="en-US" sz="2000" dirty="0"/>
                  <a:t> is the set of all elements in </a:t>
                </a:r>
                <a14:m>
                  <m:oMath xmlns:m="http://schemas.openxmlformats.org/officeDocument/2006/math"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en-US" altLang="en-US" sz="2000" dirty="0"/>
                  <a:t> that are not in </a:t>
                </a:r>
                <a14:m>
                  <m:oMath xmlns:m="http://schemas.openxmlformats.org/officeDocument/2006/math"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altLang="en-US" sz="2000" dirty="0"/>
                  <a:t>.</a:t>
                </a:r>
              </a:p>
            </p:txBody>
          </p:sp>
        </mc:Choice>
        <mc:Fallback xmlns="">
          <p:sp>
            <p:nvSpPr>
              <p:cNvPr id="3" name="Rectangle 3">
                <a:extLst>
                  <a:ext uri="{FF2B5EF4-FFF2-40B4-BE49-F238E27FC236}">
                    <a16:creationId xmlns:a16="http://schemas.microsoft.com/office/drawing/2014/main" id="{B8E7D1FF-DFE3-7EAB-5CB3-804697E2A3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525" y="812800"/>
                <a:ext cx="4396388" cy="5494813"/>
              </a:xfrm>
              <a:prstGeom prst="rect">
                <a:avLst/>
              </a:prstGeom>
              <a:blipFill>
                <a:blip r:embed="rId4"/>
                <a:stretch>
                  <a:fillRect l="-1241" t="-883" r="-1103" b="-993"/>
                </a:stretch>
              </a:blipFill>
              <a:ln w="254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3">
                <a:extLst>
                  <a:ext uri="{FF2B5EF4-FFF2-40B4-BE49-F238E27FC236}">
                    <a16:creationId xmlns:a16="http://schemas.microsoft.com/office/drawing/2014/main" id="{31DD669F-A359-46F7-93A6-F7C2205CDFCD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7885973" y="2149139"/>
                <a:ext cx="3779908" cy="349879"/>
              </a:xfrm>
              <a:prstGeom prst="rect">
                <a:avLst/>
              </a:prstGeom>
              <a:ln w="6350">
                <a:solidFill>
                  <a:schemeClr val="tx1"/>
                </a:solidFill>
              </a:ln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Clr>
                    <a:schemeClr val="accent3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Clr>
                    <a:schemeClr val="accent3"/>
                  </a:buClr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Clr>
                    <a:schemeClr val="accent3"/>
                  </a:buClr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Clr>
                    <a:schemeClr val="accent3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Clr>
                    <a:schemeClr val="accent3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just">
                  <a:spcBef>
                    <a:spcPts val="24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2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en-US" sz="2000" b="0" i="1" smtClean="0">
                          <a:latin typeface="Cambria Math" panose="02040503050406030204" pitchFamily="18" charset="0"/>
                        </a:rPr>
                        <m:t>∪</m:t>
                      </m:r>
                      <m:r>
                        <a:rPr lang="en-US" altLang="en-US" sz="2000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alt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en-US" sz="2000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altLang="en-US" sz="2000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  <m:r>
                            <a:rPr lang="en-US" altLang="en-US" sz="2000" b="0" i="1" smtClean="0">
                              <a:latin typeface="Cambria Math" panose="02040503050406030204" pitchFamily="18" charset="0"/>
                            </a:rPr>
                            <m:t>∣</m:t>
                          </m:r>
                          <m:r>
                            <a:rPr lang="en-US" alt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en-US" sz="2000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m:rPr>
                              <m:sty m:val="p"/>
                            </m:rPr>
                            <a:rPr lang="en-US" altLang="en-US" sz="2000" b="0" i="0" smtClean="0">
                              <a:latin typeface="Cambria Math" panose="02040503050406030204" pitchFamily="18" charset="0"/>
                            </a:rPr>
                            <m:t>A</m:t>
                          </m:r>
                          <m:r>
                            <a:rPr lang="en-US" altLang="en-US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en-US" sz="2000" b="1" i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𝐨𝐫</m:t>
                          </m:r>
                          <m:r>
                            <a:rPr lang="en-US" altLang="en-US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en-US" sz="2000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altLang="en-US" sz="20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</m:oMath>
                  </m:oMathPara>
                </a14:m>
                <a:endParaRPr lang="en-US" altLang="en-US" sz="2000" dirty="0"/>
              </a:p>
            </p:txBody>
          </p:sp>
        </mc:Choice>
        <mc:Fallback xmlns="">
          <p:sp>
            <p:nvSpPr>
              <p:cNvPr id="2" name="Rectangle 3">
                <a:extLst>
                  <a:ext uri="{FF2B5EF4-FFF2-40B4-BE49-F238E27FC236}">
                    <a16:creationId xmlns:a16="http://schemas.microsoft.com/office/drawing/2014/main" id="{31DD669F-A359-46F7-93A6-F7C2205CDF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5973" y="2149139"/>
                <a:ext cx="3779908" cy="349879"/>
              </a:xfrm>
              <a:prstGeom prst="rect">
                <a:avLst/>
              </a:prstGeom>
              <a:blipFill>
                <a:blip r:embed="rId5"/>
                <a:stretch>
                  <a:fillRect b="-6897"/>
                </a:stretch>
              </a:blipFill>
              <a:ln w="63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3">
                <a:extLst>
                  <a:ext uri="{FF2B5EF4-FFF2-40B4-BE49-F238E27FC236}">
                    <a16:creationId xmlns:a16="http://schemas.microsoft.com/office/drawing/2014/main" id="{0B4ECAF4-4223-0F6D-B543-A5ADA8BA8642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7885972" y="4617501"/>
                <a:ext cx="3972108" cy="349879"/>
              </a:xfrm>
              <a:prstGeom prst="rect">
                <a:avLst/>
              </a:prstGeom>
              <a:ln w="6350">
                <a:solidFill>
                  <a:schemeClr val="tx1"/>
                </a:solidFill>
              </a:ln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Clr>
                    <a:schemeClr val="accent3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Clr>
                    <a:schemeClr val="accent3"/>
                  </a:buClr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Clr>
                    <a:schemeClr val="accent3"/>
                  </a:buClr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Clr>
                    <a:schemeClr val="accent3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Clr>
                    <a:schemeClr val="accent3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just">
                  <a:spcBef>
                    <a:spcPts val="24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2000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altLang="en-US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en-US" sz="2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en-US" sz="2000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altLang="en-US" sz="2000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  <m:r>
                            <a:rPr lang="en-US" altLang="en-US" sz="2000" b="0" i="1" smtClean="0">
                              <a:latin typeface="Cambria Math" panose="02040503050406030204" pitchFamily="18" charset="0"/>
                            </a:rPr>
                            <m:t>∣</m:t>
                          </m:r>
                          <m:r>
                            <a:rPr lang="en-US" alt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en-US" sz="2000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m:rPr>
                              <m:sty m:val="p"/>
                            </m:rPr>
                            <a:rPr lang="en-US" altLang="en-US" sz="2000" b="0" i="0" smtClean="0">
                              <a:latin typeface="Cambria Math" panose="02040503050406030204" pitchFamily="18" charset="0"/>
                            </a:rPr>
                            <m:t>B</m:t>
                          </m:r>
                          <m:r>
                            <a:rPr lang="en-US" altLang="en-US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en-US" sz="2000" b="1" i="0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𝐚𝐧𝐝</m:t>
                          </m:r>
                          <m:r>
                            <a:rPr lang="en-US" altLang="en-US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en-US" sz="2000" b="0" i="1" smtClean="0">
                              <a:latin typeface="Cambria Math" panose="02040503050406030204" pitchFamily="18" charset="0"/>
                            </a:rPr>
                            <m:t>∉</m:t>
                          </m:r>
                          <m:r>
                            <a:rPr lang="en-US" altLang="en-US" sz="20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</m:oMath>
                  </m:oMathPara>
                </a14:m>
                <a:endParaRPr lang="en-US" altLang="en-US" sz="2000" dirty="0"/>
              </a:p>
              <a:p>
                <a:pPr marL="0" indent="0" algn="just">
                  <a:spcBef>
                    <a:spcPts val="2400"/>
                  </a:spcBef>
                  <a:buNone/>
                </a:pPr>
                <a:endParaRPr lang="en-US" altLang="en-US" sz="2000" dirty="0"/>
              </a:p>
              <a:p>
                <a:pPr marL="0" indent="0" algn="just">
                  <a:spcBef>
                    <a:spcPts val="2400"/>
                  </a:spcBef>
                  <a:buNone/>
                </a:pPr>
                <a:endParaRPr lang="en-US" altLang="en-US" sz="2000" dirty="0"/>
              </a:p>
            </p:txBody>
          </p:sp>
        </mc:Choice>
        <mc:Fallback xmlns="">
          <p:sp>
            <p:nvSpPr>
              <p:cNvPr id="14" name="Rectangle 3">
                <a:extLst>
                  <a:ext uri="{FF2B5EF4-FFF2-40B4-BE49-F238E27FC236}">
                    <a16:creationId xmlns:a16="http://schemas.microsoft.com/office/drawing/2014/main" id="{0B4ECAF4-4223-0F6D-B543-A5ADA8BA86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5972" y="4617501"/>
                <a:ext cx="3972108" cy="349879"/>
              </a:xfrm>
              <a:prstGeom prst="rect">
                <a:avLst/>
              </a:prstGeom>
              <a:blipFill>
                <a:blip r:embed="rId6"/>
                <a:stretch>
                  <a:fillRect b="-5085"/>
                </a:stretch>
              </a:blipFill>
              <a:ln w="63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3">
                <a:extLst>
                  <a:ext uri="{FF2B5EF4-FFF2-40B4-BE49-F238E27FC236}">
                    <a16:creationId xmlns:a16="http://schemas.microsoft.com/office/drawing/2014/main" id="{9A01C204-A9A3-5B3E-2C8E-F23ACCB33049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7885972" y="3472081"/>
                <a:ext cx="3972108" cy="349879"/>
              </a:xfrm>
              <a:prstGeom prst="rect">
                <a:avLst/>
              </a:prstGeom>
              <a:ln w="6350">
                <a:solidFill>
                  <a:schemeClr val="tx1"/>
                </a:solidFill>
              </a:ln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Clr>
                    <a:schemeClr val="accent3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Clr>
                    <a:schemeClr val="accent3"/>
                  </a:buClr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Clr>
                    <a:schemeClr val="accent3"/>
                  </a:buClr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Clr>
                    <a:schemeClr val="accent3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Clr>
                    <a:schemeClr val="accent3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just">
                  <a:spcBef>
                    <a:spcPts val="24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2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en-US" sz="2000" b="0" i="1" smtClean="0">
                          <a:latin typeface="Cambria Math" panose="02040503050406030204" pitchFamily="18" charset="0"/>
                        </a:rPr>
                        <m:t>∩</m:t>
                      </m:r>
                      <m:r>
                        <a:rPr lang="en-US" altLang="en-US" sz="2000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alt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en-US" sz="2000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altLang="en-US" sz="2000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  <m:r>
                            <a:rPr lang="en-US" altLang="en-US" sz="2000" b="0" i="1" smtClean="0">
                              <a:latin typeface="Cambria Math" panose="02040503050406030204" pitchFamily="18" charset="0"/>
                            </a:rPr>
                            <m:t>∣</m:t>
                          </m:r>
                          <m:r>
                            <a:rPr lang="en-US" alt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en-US" sz="2000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m:rPr>
                              <m:sty m:val="p"/>
                            </m:rPr>
                            <a:rPr lang="en-US" altLang="en-US" sz="2000" b="0" i="0" smtClean="0">
                              <a:latin typeface="Cambria Math" panose="02040503050406030204" pitchFamily="18" charset="0"/>
                            </a:rPr>
                            <m:t>A</m:t>
                          </m:r>
                          <m:r>
                            <a:rPr lang="en-US" altLang="en-US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en-US" sz="2000" b="1" i="0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𝐚𝐧𝐝</m:t>
                          </m:r>
                          <m:r>
                            <a:rPr lang="en-US" altLang="en-US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en-US" sz="2000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altLang="en-US" sz="20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</m:oMath>
                  </m:oMathPara>
                </a14:m>
                <a:endParaRPr lang="en-US" altLang="en-US" sz="2000" dirty="0"/>
              </a:p>
            </p:txBody>
          </p:sp>
        </mc:Choice>
        <mc:Fallback xmlns="">
          <p:sp>
            <p:nvSpPr>
              <p:cNvPr id="19" name="Rectangle 3">
                <a:extLst>
                  <a:ext uri="{FF2B5EF4-FFF2-40B4-BE49-F238E27FC236}">
                    <a16:creationId xmlns:a16="http://schemas.microsoft.com/office/drawing/2014/main" id="{9A01C204-A9A3-5B3E-2C8E-F23ACCB330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5972" y="3472081"/>
                <a:ext cx="3972108" cy="349879"/>
              </a:xfrm>
              <a:prstGeom prst="rect">
                <a:avLst/>
              </a:prstGeom>
              <a:blipFill>
                <a:blip r:embed="rId7"/>
                <a:stretch>
                  <a:fillRect b="-6897"/>
                </a:stretch>
              </a:blipFill>
              <a:ln w="63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3">
                <a:extLst>
                  <a:ext uri="{FF2B5EF4-FFF2-40B4-BE49-F238E27FC236}">
                    <a16:creationId xmlns:a16="http://schemas.microsoft.com/office/drawing/2014/main" id="{EA968736-5D60-F3C2-679F-8682D87F7FD7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7885971" y="5838978"/>
                <a:ext cx="2527706" cy="349879"/>
              </a:xfrm>
              <a:prstGeom prst="rect">
                <a:avLst/>
              </a:prstGeom>
              <a:ln w="6350">
                <a:solidFill>
                  <a:schemeClr val="tx1"/>
                </a:solidFill>
              </a:ln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Clr>
                    <a:schemeClr val="accent3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Clr>
                    <a:schemeClr val="accent3"/>
                  </a:buClr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Clr>
                    <a:schemeClr val="accent3"/>
                  </a:buClr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Clr>
                    <a:schemeClr val="accent3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Clr>
                    <a:schemeClr val="accent3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just">
                  <a:spcBef>
                    <a:spcPts val="24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en-US" sz="20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n-US" altLang="en-US" sz="20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p>
                      </m:sSup>
                      <m:r>
                        <a:rPr lang="en-US" alt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en-US" sz="2000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altLang="en-US" sz="2000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  <m:r>
                            <a:rPr lang="en-US" altLang="en-US" sz="2000" b="0" i="1" smtClean="0">
                              <a:latin typeface="Cambria Math" panose="02040503050406030204" pitchFamily="18" charset="0"/>
                            </a:rPr>
                            <m:t>∣</m:t>
                          </m:r>
                          <m:r>
                            <a:rPr lang="en-US" alt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en-US" sz="2000" b="0" i="1" smtClean="0">
                              <a:latin typeface="Cambria Math" panose="02040503050406030204" pitchFamily="18" charset="0"/>
                            </a:rPr>
                            <m:t>∉</m:t>
                          </m:r>
                          <m:r>
                            <m:rPr>
                              <m:sty m:val="p"/>
                            </m:rPr>
                            <a:rPr lang="en-US" altLang="en-US" sz="2000" b="0" i="0" smtClean="0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</m:d>
                    </m:oMath>
                  </m:oMathPara>
                </a14:m>
                <a:endParaRPr lang="en-US" altLang="en-US" sz="2000" dirty="0"/>
              </a:p>
              <a:p>
                <a:pPr marL="0" indent="0" algn="just">
                  <a:spcBef>
                    <a:spcPts val="2400"/>
                  </a:spcBef>
                  <a:buNone/>
                </a:pPr>
                <a:endParaRPr lang="en-US" altLang="en-US" sz="2000" dirty="0"/>
              </a:p>
            </p:txBody>
          </p:sp>
        </mc:Choice>
        <mc:Fallback xmlns="">
          <p:sp>
            <p:nvSpPr>
              <p:cNvPr id="20" name="Rectangle 3">
                <a:extLst>
                  <a:ext uri="{FF2B5EF4-FFF2-40B4-BE49-F238E27FC236}">
                    <a16:creationId xmlns:a16="http://schemas.microsoft.com/office/drawing/2014/main" id="{EA968736-5D60-F3C2-679F-8682D87F7F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5971" y="5838978"/>
                <a:ext cx="2527706" cy="349879"/>
              </a:xfrm>
              <a:prstGeom prst="rect">
                <a:avLst/>
              </a:prstGeom>
              <a:blipFill>
                <a:blip r:embed="rId8"/>
                <a:stretch>
                  <a:fillRect b="-8621"/>
                </a:stretch>
              </a:blipFill>
              <a:ln w="63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7" name="Group 36">
            <a:extLst>
              <a:ext uri="{FF2B5EF4-FFF2-40B4-BE49-F238E27FC236}">
                <a16:creationId xmlns:a16="http://schemas.microsoft.com/office/drawing/2014/main" id="{A9A6EFE6-BECD-0537-0681-88330BBD8599}"/>
              </a:ext>
            </a:extLst>
          </p:cNvPr>
          <p:cNvGrpSpPr/>
          <p:nvPr/>
        </p:nvGrpSpPr>
        <p:grpSpPr>
          <a:xfrm>
            <a:off x="5343971" y="5555197"/>
            <a:ext cx="1473524" cy="952590"/>
            <a:chOff x="5374408" y="5562700"/>
            <a:chExt cx="1473524" cy="952590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8F90D402-66AE-D7F5-F864-9A05270889FB}"/>
                </a:ext>
              </a:extLst>
            </p:cNvPr>
            <p:cNvSpPr/>
            <p:nvPr/>
          </p:nvSpPr>
          <p:spPr>
            <a:xfrm>
              <a:off x="5374408" y="5562700"/>
              <a:ext cx="1473524" cy="952590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50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B96355A9-2D18-D008-EFF2-FF721F4BC2BE}"/>
                </a:ext>
              </a:extLst>
            </p:cNvPr>
            <p:cNvSpPr/>
            <p:nvPr/>
          </p:nvSpPr>
          <p:spPr>
            <a:xfrm>
              <a:off x="5487593" y="5897712"/>
              <a:ext cx="582226" cy="540984"/>
            </a:xfrm>
            <a:prstGeom prst="ellipse">
              <a:avLst/>
            </a:prstGeom>
            <a:solidFill>
              <a:srgbClr val="5ACAD6">
                <a:alpha val="50000"/>
              </a:srgbClr>
            </a:solidFill>
            <a:ln w="12700">
              <a:solidFill>
                <a:schemeClr val="tx1"/>
              </a:solidFill>
            </a:ln>
            <a:effectLst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DD22A783-3DC8-D1E9-7E1E-CBAAFD4EE495}"/>
                    </a:ext>
                  </a:extLst>
                </p:cNvPr>
                <p:cNvSpPr txBox="1"/>
                <p:nvPr/>
              </p:nvSpPr>
              <p:spPr>
                <a:xfrm>
                  <a:off x="5612716" y="5998729"/>
                  <a:ext cx="331978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en-US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oMath>
                    </m:oMathPara>
                  </a14:m>
                  <a:endParaRPr 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DD22A783-3DC8-D1E9-7E1E-CBAAFD4EE49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12716" y="5998729"/>
                  <a:ext cx="331978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AA9AE5E2-CF28-5867-BFC5-94C12189D16E}"/>
              </a:ext>
            </a:extLst>
          </p:cNvPr>
          <p:cNvGrpSpPr/>
          <p:nvPr/>
        </p:nvGrpSpPr>
        <p:grpSpPr>
          <a:xfrm>
            <a:off x="5798889" y="3397480"/>
            <a:ext cx="808108" cy="369332"/>
            <a:chOff x="6921443" y="3478659"/>
            <a:chExt cx="808108" cy="369332"/>
          </a:xfrm>
        </p:grpSpPr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8A0AD2DA-7A45-FD10-BFA7-BA276F12E42D}"/>
                </a:ext>
              </a:extLst>
            </p:cNvPr>
            <p:cNvSpPr/>
            <p:nvPr/>
          </p:nvSpPr>
          <p:spPr>
            <a:xfrm>
              <a:off x="7003384" y="3478659"/>
              <a:ext cx="619549" cy="369332"/>
            </a:xfrm>
            <a:prstGeom prst="rect">
              <a:avLst/>
            </a:prstGeom>
            <a:solidFill>
              <a:srgbClr val="7030A0"/>
            </a:solidFill>
            <a:ln w="19050">
              <a:solidFill>
                <a:schemeClr val="tx1"/>
              </a:solidFill>
            </a:ln>
            <a:effectLst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0A63D0D1-5802-7561-1700-5629B1918A9F}"/>
                    </a:ext>
                  </a:extLst>
                </p:cNvPr>
                <p:cNvSpPr txBox="1"/>
                <p:nvPr/>
              </p:nvSpPr>
              <p:spPr>
                <a:xfrm>
                  <a:off x="6921443" y="3478659"/>
                  <a:ext cx="808108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en-US" sz="1800" b="1" i="1" smtClean="0">
                            <a:latin typeface="Cambria Math" panose="02040503050406030204" pitchFamily="18" charset="0"/>
                          </a:rPr>
                          <m:t>𝑨</m:t>
                        </m:r>
                        <m:r>
                          <a:rPr lang="en-US" altLang="en-US" sz="1800" b="1" i="1" smtClean="0">
                            <a:latin typeface="Cambria Math" panose="02040503050406030204" pitchFamily="18" charset="0"/>
                          </a:rPr>
                          <m:t>∩</m:t>
                        </m:r>
                        <m:r>
                          <a:rPr lang="en-US" altLang="en-US" sz="1800" b="1" i="1" smtClean="0">
                            <a:latin typeface="Cambria Math" panose="02040503050406030204" pitchFamily="18" charset="0"/>
                          </a:rPr>
                          <m:t>𝑩</m:t>
                        </m:r>
                      </m:oMath>
                    </m:oMathPara>
                  </a14:m>
                  <a:endParaRPr lang="en-US" b="1" dirty="0"/>
                </a:p>
              </p:txBody>
            </p:sp>
          </mc:Choice>
          <mc:Fallback xmlns="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0A63D0D1-5802-7561-1700-5629B1918A9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21443" y="3478659"/>
                  <a:ext cx="808108" cy="36933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47085855-2C21-CFC1-5D02-9666A556C154}"/>
              </a:ext>
            </a:extLst>
          </p:cNvPr>
          <p:cNvGrpSpPr/>
          <p:nvPr/>
        </p:nvGrpSpPr>
        <p:grpSpPr>
          <a:xfrm>
            <a:off x="5345473" y="4330309"/>
            <a:ext cx="1514475" cy="1064885"/>
            <a:chOff x="5345473" y="4330309"/>
            <a:chExt cx="1514475" cy="1064885"/>
          </a:xfrm>
        </p:grpSpPr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8A555756-F29A-22E5-C6E3-27D34874725C}"/>
                </a:ext>
              </a:extLst>
            </p:cNvPr>
            <p:cNvSpPr/>
            <p:nvPr/>
          </p:nvSpPr>
          <p:spPr>
            <a:xfrm>
              <a:off x="5345473" y="4330309"/>
              <a:ext cx="1514475" cy="1064885"/>
            </a:xfrm>
            <a:prstGeom prst="rect">
              <a:avLst/>
            </a:prstGeom>
            <a:solidFill>
              <a:srgbClr val="FFC000">
                <a:alpha val="10000"/>
              </a:srgbClr>
            </a:solidFill>
            <a:ln w="12700">
              <a:solidFill>
                <a:schemeClr val="tx1"/>
              </a:solidFill>
            </a:ln>
            <a:effectLst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C5EE5CC9-24AC-2CD4-9FFA-2D560E702C3B}"/>
                </a:ext>
              </a:extLst>
            </p:cNvPr>
            <p:cNvSpPr/>
            <p:nvPr/>
          </p:nvSpPr>
          <p:spPr>
            <a:xfrm>
              <a:off x="5893169" y="4592790"/>
              <a:ext cx="914400" cy="741184"/>
            </a:xfrm>
            <a:prstGeom prst="rect">
              <a:avLst/>
            </a:prstGeom>
            <a:solidFill>
              <a:srgbClr val="0070C0"/>
            </a:solidFill>
            <a:ln w="19050">
              <a:solidFill>
                <a:schemeClr val="tx1"/>
              </a:solidFill>
            </a:ln>
            <a:effectLst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930DF881-E630-5DC4-5B70-741717D78739}"/>
                </a:ext>
              </a:extLst>
            </p:cNvPr>
            <p:cNvSpPr/>
            <p:nvPr/>
          </p:nvSpPr>
          <p:spPr>
            <a:xfrm>
              <a:off x="5422864" y="4398924"/>
              <a:ext cx="1089854" cy="563198"/>
            </a:xfrm>
            <a:prstGeom prst="rect">
              <a:avLst/>
            </a:prstGeom>
            <a:solidFill>
              <a:srgbClr val="FF0000"/>
            </a:solidFill>
            <a:ln w="19050">
              <a:solidFill>
                <a:schemeClr val="tx1"/>
              </a:solidFill>
            </a:ln>
            <a:effectLst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76F4FD74-2AC4-3670-4FD5-811ED8E4FA3F}"/>
                    </a:ext>
                  </a:extLst>
                </p:cNvPr>
                <p:cNvSpPr txBox="1"/>
                <p:nvPr/>
              </p:nvSpPr>
              <p:spPr>
                <a:xfrm>
                  <a:off x="5391808" y="4388918"/>
                  <a:ext cx="339740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en-US" sz="1800" b="1" i="1" smtClean="0">
                            <a:latin typeface="Cambria Math" panose="02040503050406030204" pitchFamily="18" charset="0"/>
                          </a:rPr>
                          <m:t>𝑨</m:t>
                        </m:r>
                      </m:oMath>
                    </m:oMathPara>
                  </a14:m>
                  <a:endParaRPr lang="en-US" b="1" dirty="0"/>
                </a:p>
              </p:txBody>
            </p:sp>
          </mc:Choice>
          <mc:Fallback xmlns=""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76F4FD74-2AC4-3670-4FD5-811ED8E4FA3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91808" y="4388918"/>
                  <a:ext cx="339740" cy="36933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602AB13-A305-D1AE-D201-6881B8377630}"/>
                </a:ext>
              </a:extLst>
            </p:cNvPr>
            <p:cNvSpPr/>
            <p:nvPr/>
          </p:nvSpPr>
          <p:spPr>
            <a:xfrm>
              <a:off x="5893169" y="4592790"/>
              <a:ext cx="619549" cy="369332"/>
            </a:xfrm>
            <a:prstGeom prst="rect">
              <a:avLst/>
            </a:prstGeom>
            <a:solidFill>
              <a:srgbClr val="7030A0">
                <a:alpha val="74000"/>
              </a:srgbClr>
            </a:solidFill>
            <a:ln w="19050">
              <a:solidFill>
                <a:schemeClr val="tx1"/>
              </a:solidFill>
              <a:prstDash val="dash"/>
            </a:ln>
            <a:effectLst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2B453B3C-F4CA-3855-9C3E-FF4FF0686B9B}"/>
                    </a:ext>
                  </a:extLst>
                </p:cNvPr>
                <p:cNvSpPr txBox="1"/>
                <p:nvPr/>
              </p:nvSpPr>
              <p:spPr>
                <a:xfrm>
                  <a:off x="5904444" y="4773131"/>
                  <a:ext cx="380510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en-US" sz="1800" b="1" i="1" smtClean="0">
                            <a:latin typeface="Cambria Math" panose="02040503050406030204" pitchFamily="18" charset="0"/>
                          </a:rPr>
                          <m:t>𝑩</m:t>
                        </m:r>
                      </m:oMath>
                    </m:oMathPara>
                  </a14:m>
                  <a:endParaRPr lang="en-US" b="1" dirty="0"/>
                </a:p>
              </p:txBody>
            </p:sp>
          </mc:Choice>
          <mc:Fallback xmlns="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2B453B3C-F4CA-3855-9C3E-FF4FF0686B9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04444" y="4773131"/>
                  <a:ext cx="380510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A6A0B6F1-63E3-74E0-98DC-CD2FB32CC733}"/>
              </a:ext>
            </a:extLst>
          </p:cNvPr>
          <p:cNvGrpSpPr/>
          <p:nvPr/>
        </p:nvGrpSpPr>
        <p:grpSpPr>
          <a:xfrm>
            <a:off x="5345473" y="1811099"/>
            <a:ext cx="1507764" cy="1211008"/>
            <a:chOff x="5352184" y="1653696"/>
            <a:chExt cx="1507764" cy="1211008"/>
          </a:xfrm>
        </p:grpSpPr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D0DD5484-EB6C-B594-7622-7A5D2DF28E1F}"/>
                </a:ext>
              </a:extLst>
            </p:cNvPr>
            <p:cNvSpPr/>
            <p:nvPr/>
          </p:nvSpPr>
          <p:spPr>
            <a:xfrm>
              <a:off x="5352184" y="1653696"/>
              <a:ext cx="1507764" cy="1211008"/>
            </a:xfrm>
            <a:prstGeom prst="rect">
              <a:avLst/>
            </a:prstGeom>
            <a:solidFill>
              <a:srgbClr val="FFC000">
                <a:alpha val="0"/>
              </a:srgbClr>
            </a:solidFill>
            <a:ln w="12700">
              <a:solidFill>
                <a:schemeClr val="tx1"/>
              </a:solidFill>
            </a:ln>
            <a:effectLst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8B01A770-B208-CBFB-025E-6D139132D8D0}"/>
                    </a:ext>
                  </a:extLst>
                </p:cNvPr>
                <p:cNvSpPr txBox="1"/>
                <p:nvPr/>
              </p:nvSpPr>
              <p:spPr>
                <a:xfrm>
                  <a:off x="5934513" y="1815842"/>
                  <a:ext cx="339740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en-US" sz="1800" b="1" i="1" smtClean="0">
                            <a:latin typeface="Cambria Math" panose="02040503050406030204" pitchFamily="18" charset="0"/>
                          </a:rPr>
                          <m:t>𝑨</m:t>
                        </m:r>
                      </m:oMath>
                    </m:oMathPara>
                  </a14:m>
                  <a:endParaRPr lang="en-US" b="1" dirty="0"/>
                </a:p>
              </p:txBody>
            </p:sp>
          </mc:Choice>
          <mc:Fallback xmlns="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8B01A770-B208-CBFB-025E-6D139132D8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34513" y="1815842"/>
                  <a:ext cx="339740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FF6FAE5E-D2B2-968C-B2C8-4CB4EB22CE35}"/>
                    </a:ext>
                  </a:extLst>
                </p:cNvPr>
                <p:cNvSpPr txBox="1"/>
                <p:nvPr/>
              </p:nvSpPr>
              <p:spPr>
                <a:xfrm>
                  <a:off x="5976300" y="2185174"/>
                  <a:ext cx="380510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en-US" sz="1800" b="1" i="1" smtClean="0">
                            <a:latin typeface="Cambria Math" panose="02040503050406030204" pitchFamily="18" charset="0"/>
                          </a:rPr>
                          <m:t>𝑩</m:t>
                        </m:r>
                      </m:oMath>
                    </m:oMathPara>
                  </a14:m>
                  <a:endParaRPr lang="en-US" b="1" dirty="0"/>
                </a:p>
              </p:txBody>
            </p:sp>
          </mc:Choice>
          <mc:Fallback xmlns="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FF6FAE5E-D2B2-968C-B2C8-4CB4EB22CE3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76300" y="2185174"/>
                  <a:ext cx="380510" cy="369332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326C9E26-69B5-073A-09FD-372805FF6513}"/>
                </a:ext>
              </a:extLst>
            </p:cNvPr>
            <p:cNvSpPr/>
            <p:nvPr/>
          </p:nvSpPr>
          <p:spPr>
            <a:xfrm>
              <a:off x="5551073" y="1753505"/>
              <a:ext cx="1089854" cy="563198"/>
            </a:xfrm>
            <a:prstGeom prst="rect">
              <a:avLst/>
            </a:prstGeom>
            <a:solidFill>
              <a:srgbClr val="00B0F0">
                <a:alpha val="36000"/>
              </a:srgbClr>
            </a:solidFill>
            <a:ln w="6350">
              <a:solidFill>
                <a:schemeClr val="tx1"/>
              </a:solidFill>
              <a:prstDash val="solid"/>
            </a:ln>
            <a:effectLst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8BF8061E-DC0F-FE1D-16B1-3A0E5DE2A43F}"/>
                </a:ext>
              </a:extLst>
            </p:cNvPr>
            <p:cNvSpPr/>
            <p:nvPr/>
          </p:nvSpPr>
          <p:spPr>
            <a:xfrm>
              <a:off x="5726527" y="2029358"/>
              <a:ext cx="914400" cy="741184"/>
            </a:xfrm>
            <a:prstGeom prst="rect">
              <a:avLst/>
            </a:prstGeom>
            <a:solidFill>
              <a:srgbClr val="FF0000">
                <a:alpha val="40000"/>
              </a:srgbClr>
            </a:solidFill>
            <a:ln w="6350">
              <a:solidFill>
                <a:schemeClr val="tx1"/>
              </a:solidFill>
              <a:prstDash val="solid"/>
            </a:ln>
            <a:effectLst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09DE93F9-E5E0-0B0D-6CBD-60FBD51A94ED}"/>
              </a:ext>
            </a:extLst>
          </p:cNvPr>
          <p:cNvGrpSpPr/>
          <p:nvPr/>
        </p:nvGrpSpPr>
        <p:grpSpPr>
          <a:xfrm>
            <a:off x="5544362" y="1910908"/>
            <a:ext cx="1089854" cy="1017037"/>
            <a:chOff x="7560602" y="1175410"/>
            <a:chExt cx="1089854" cy="1017037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8B70B5F0-F9AE-6AA1-DB33-07B4F920E6C5}"/>
                </a:ext>
              </a:extLst>
            </p:cNvPr>
            <p:cNvGrpSpPr/>
            <p:nvPr/>
          </p:nvGrpSpPr>
          <p:grpSpPr>
            <a:xfrm>
              <a:off x="7560602" y="1175410"/>
              <a:ext cx="1089854" cy="1017037"/>
              <a:chOff x="7560602" y="1175410"/>
              <a:chExt cx="1089854" cy="1017037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156DF909-EDB0-F256-7AAA-291592192125}"/>
                  </a:ext>
                </a:extLst>
              </p:cNvPr>
              <p:cNvSpPr/>
              <p:nvPr/>
            </p:nvSpPr>
            <p:spPr>
              <a:xfrm>
                <a:off x="7560602" y="1175410"/>
                <a:ext cx="1089854" cy="563198"/>
              </a:xfrm>
              <a:prstGeom prst="rect">
                <a:avLst/>
              </a:prstGeom>
              <a:solidFill>
                <a:srgbClr val="00B050"/>
              </a:solidFill>
              <a:ln w="6350">
                <a:noFill/>
                <a:prstDash val="solid"/>
              </a:ln>
              <a:effectLst/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8B1E87EE-72AD-FC4E-D49E-157B9F9F0555}"/>
                  </a:ext>
                </a:extLst>
              </p:cNvPr>
              <p:cNvSpPr/>
              <p:nvPr/>
            </p:nvSpPr>
            <p:spPr>
              <a:xfrm>
                <a:off x="7736056" y="1451263"/>
                <a:ext cx="914400" cy="741184"/>
              </a:xfrm>
              <a:prstGeom prst="rect">
                <a:avLst/>
              </a:prstGeom>
              <a:solidFill>
                <a:srgbClr val="00B050"/>
              </a:solidFill>
              <a:ln w="6350">
                <a:noFill/>
                <a:prstDash val="solid"/>
              </a:ln>
              <a:effectLst/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B292FFFC-3AD3-93E3-4A08-2C5F6FCA2D9C}"/>
                    </a:ext>
                  </a:extLst>
                </p:cNvPr>
                <p:cNvSpPr txBox="1"/>
                <p:nvPr/>
              </p:nvSpPr>
              <p:spPr>
                <a:xfrm>
                  <a:off x="7755082" y="1491982"/>
                  <a:ext cx="808108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en-US" sz="1800" b="1" i="1" smtClean="0">
                            <a:latin typeface="Cambria Math" panose="02040503050406030204" pitchFamily="18" charset="0"/>
                          </a:rPr>
                          <m:t>𝑨</m:t>
                        </m:r>
                        <m:r>
                          <a:rPr lang="en-US" altLang="en-US" sz="1800" b="1" i="1" smtClean="0">
                            <a:latin typeface="Cambria Math" panose="02040503050406030204" pitchFamily="18" charset="0"/>
                          </a:rPr>
                          <m:t>∪</m:t>
                        </m:r>
                        <m:r>
                          <a:rPr lang="en-US" altLang="en-US" sz="1800" b="1" i="1" smtClean="0">
                            <a:latin typeface="Cambria Math" panose="02040503050406030204" pitchFamily="18" charset="0"/>
                          </a:rPr>
                          <m:t>𝑩</m:t>
                        </m:r>
                      </m:oMath>
                    </m:oMathPara>
                  </a14:m>
                  <a:endParaRPr lang="en-US" b="1" dirty="0"/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B292FFFC-3AD3-93E3-4A08-2C5F6FCA2D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55082" y="1491982"/>
                  <a:ext cx="808108" cy="369332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2A63B868-5B5B-CFB9-7402-EDC66019EB7D}"/>
              </a:ext>
            </a:extLst>
          </p:cNvPr>
          <p:cNvGrpSpPr/>
          <p:nvPr/>
        </p:nvGrpSpPr>
        <p:grpSpPr>
          <a:xfrm>
            <a:off x="5893169" y="4591515"/>
            <a:ext cx="977273" cy="742459"/>
            <a:chOff x="6965453" y="4586567"/>
            <a:chExt cx="977273" cy="742459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F59D86CB-3B2D-D673-9178-B66C3285B5C7}"/>
                </a:ext>
              </a:extLst>
            </p:cNvPr>
            <p:cNvGrpSpPr/>
            <p:nvPr/>
          </p:nvGrpSpPr>
          <p:grpSpPr>
            <a:xfrm>
              <a:off x="6965453" y="4586567"/>
              <a:ext cx="914400" cy="742459"/>
              <a:chOff x="5892141" y="4589618"/>
              <a:chExt cx="914400" cy="742459"/>
            </a:xfrm>
          </p:grpSpPr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EDE4210D-BA85-8E51-0212-ECA9467AF3D8}"/>
                  </a:ext>
                </a:extLst>
              </p:cNvPr>
              <p:cNvSpPr/>
              <p:nvPr/>
            </p:nvSpPr>
            <p:spPr>
              <a:xfrm>
                <a:off x="6511689" y="4589618"/>
                <a:ext cx="292625" cy="741184"/>
              </a:xfrm>
              <a:prstGeom prst="rect">
                <a:avLst/>
              </a:prstGeom>
              <a:solidFill>
                <a:srgbClr val="00B050"/>
              </a:solidFill>
              <a:ln w="19050">
                <a:noFill/>
              </a:ln>
              <a:effectLst/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3260F53F-2148-78C9-E749-6C207770B5BA}"/>
                  </a:ext>
                </a:extLst>
              </p:cNvPr>
              <p:cNvSpPr/>
              <p:nvPr/>
            </p:nvSpPr>
            <p:spPr>
              <a:xfrm>
                <a:off x="5892141" y="4972128"/>
                <a:ext cx="914400" cy="359949"/>
              </a:xfrm>
              <a:prstGeom prst="rect">
                <a:avLst/>
              </a:prstGeom>
              <a:solidFill>
                <a:srgbClr val="00B050"/>
              </a:solidFill>
              <a:ln w="19050">
                <a:noFill/>
              </a:ln>
              <a:effectLst/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0D2932CA-15DE-04BB-2206-2B2026CC7DDB}"/>
                    </a:ext>
                  </a:extLst>
                </p:cNvPr>
                <p:cNvSpPr txBox="1"/>
                <p:nvPr/>
              </p:nvSpPr>
              <p:spPr>
                <a:xfrm rot="19912972">
                  <a:off x="7134618" y="4915066"/>
                  <a:ext cx="808108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en-US" sz="1800" b="1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𝐁</m:t>
                        </m:r>
                        <m:r>
                          <a:rPr lang="en-US" altLang="en-US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en-US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oMath>
                    </m:oMathPara>
                  </a14:m>
                  <a:endParaRPr 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0D2932CA-15DE-04BB-2206-2B2026CC7DD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9912972">
                  <a:off x="7134618" y="4915066"/>
                  <a:ext cx="808108" cy="369332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D8FF69E5-5A92-1658-AF41-48B89DE01019}"/>
              </a:ext>
            </a:extLst>
          </p:cNvPr>
          <p:cNvGrpSpPr/>
          <p:nvPr/>
        </p:nvGrpSpPr>
        <p:grpSpPr>
          <a:xfrm>
            <a:off x="5343971" y="5549874"/>
            <a:ext cx="1473524" cy="952590"/>
            <a:chOff x="6951517" y="5562700"/>
            <a:chExt cx="1473524" cy="952590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741B755B-DDA4-88F5-FCB6-7A2737DFC434}"/>
                </a:ext>
              </a:extLst>
            </p:cNvPr>
            <p:cNvGrpSpPr/>
            <p:nvPr/>
          </p:nvGrpSpPr>
          <p:grpSpPr>
            <a:xfrm>
              <a:off x="6951517" y="5562700"/>
              <a:ext cx="1473524" cy="952590"/>
              <a:chOff x="6951517" y="5562700"/>
              <a:chExt cx="1473524" cy="952590"/>
            </a:xfrm>
          </p:grpSpPr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7C4F9AFA-C7E0-BBAB-E3D8-3EDA61D6CB02}"/>
                  </a:ext>
                </a:extLst>
              </p:cNvPr>
              <p:cNvSpPr/>
              <p:nvPr/>
            </p:nvSpPr>
            <p:spPr>
              <a:xfrm>
                <a:off x="6951517" y="5562700"/>
                <a:ext cx="1473524" cy="952590"/>
              </a:xfrm>
              <a:prstGeom prst="rect">
                <a:avLst/>
              </a:prstGeom>
              <a:pattFill prst="diagBrick">
                <a:fgClr>
                  <a:schemeClr val="accent2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  <a:ln w="12700">
                <a:solidFill>
                  <a:schemeClr val="tx1"/>
                </a:solidFill>
              </a:ln>
              <a:effectLst/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CA06DCC4-EE00-42E6-027E-66FD7082140C}"/>
                  </a:ext>
                </a:extLst>
              </p:cNvPr>
              <p:cNvSpPr/>
              <p:nvPr/>
            </p:nvSpPr>
            <p:spPr>
              <a:xfrm>
                <a:off x="7064702" y="5897712"/>
                <a:ext cx="582226" cy="540984"/>
              </a:xfrm>
              <a:prstGeom prst="ellipse">
                <a:avLst/>
              </a:prstGeom>
              <a:solidFill>
                <a:schemeClr val="bg1"/>
              </a:solidFill>
              <a:ln w="12700">
                <a:noFill/>
              </a:ln>
              <a:effectLst/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06C6C1E1-2EF0-DEFB-3BE1-940ED91D9043}"/>
                    </a:ext>
                  </a:extLst>
                </p:cNvPr>
                <p:cNvSpPr txBox="1"/>
                <p:nvPr/>
              </p:nvSpPr>
              <p:spPr>
                <a:xfrm>
                  <a:off x="7780950" y="5654666"/>
                  <a:ext cx="350908" cy="37555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en-US" sz="18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en-US" sz="18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𝑨</m:t>
                            </m:r>
                          </m:e>
                          <m:sup>
                            <m:r>
                              <a:rPr lang="en-US" altLang="en-US" sz="18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𝑪</m:t>
                            </m:r>
                          </m:sup>
                        </m:sSup>
                      </m:oMath>
                    </m:oMathPara>
                  </a14:m>
                  <a:endParaRPr 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06C6C1E1-2EF0-DEFB-3BE1-940ED91D90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80950" y="5654666"/>
                  <a:ext cx="350908" cy="375552"/>
                </a:xfrm>
                <a:prstGeom prst="rect">
                  <a:avLst/>
                </a:prstGeom>
                <a:blipFill>
                  <a:blip r:embed="rId17"/>
                  <a:stretch>
                    <a:fillRect r="-19298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9376194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4" grpId="0" animBg="1"/>
      <p:bldP spid="19" grpId="0" animBg="1"/>
      <p:bldP spid="2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2"/>
          <p:cNvSpPr txBox="1">
            <a:spLocks/>
          </p:cNvSpPr>
          <p:nvPr/>
        </p:nvSpPr>
        <p:spPr>
          <a:xfrm>
            <a:off x="471489" y="69597"/>
            <a:ext cx="11153622" cy="5656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3600" dirty="0"/>
              <a:t>Interval Notation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C01A2AF-0857-FADC-7189-5127815A4211}"/>
                  </a:ext>
                </a:extLst>
              </p:cNvPr>
              <p:cNvSpPr txBox="1"/>
              <p:nvPr/>
            </p:nvSpPr>
            <p:spPr>
              <a:xfrm>
                <a:off x="195764" y="147260"/>
                <a:ext cx="2807538" cy="40011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2000" dirty="0">
                    <a:effectLst/>
                  </a:rPr>
                  <a:t>Let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effectLst/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000" b="0" i="1" smtClean="0">
                        <a:effectLst/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0" i="1" smtClean="0">
                        <a:effectLst/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000" b="0" i="1" smtClean="0">
                        <a:effectLst/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000" b="0" i="1" smtClean="0">
                        <a:effectLst/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US" sz="2000" dirty="0">
                    <a:effectLst/>
                  </a:rPr>
                  <a:t> with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effectLst/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000" b="0" i="1" smtClean="0">
                        <a:effectLst/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000" b="0" i="1" smtClean="0">
                        <a:effectLst/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000" dirty="0">
                    <a:effectLst/>
                  </a:rPr>
                  <a:t>.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C01A2AF-0857-FADC-7189-5127815A42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764" y="147260"/>
                <a:ext cx="2807538" cy="400110"/>
              </a:xfrm>
              <a:prstGeom prst="rect">
                <a:avLst/>
              </a:prstGeom>
              <a:blipFill>
                <a:blip r:embed="rId2"/>
                <a:stretch>
                  <a:fillRect l="-2169" t="-7576" b="-25758"/>
                </a:stretch>
              </a:blipFill>
              <a:ln w="254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5B8233E-8AF9-5E33-C5A3-1B29A15E6734}"/>
                  </a:ext>
                </a:extLst>
              </p:cNvPr>
              <p:cNvSpPr txBox="1"/>
              <p:nvPr/>
            </p:nvSpPr>
            <p:spPr>
              <a:xfrm>
                <a:off x="2946599" y="927909"/>
                <a:ext cx="3523915" cy="40011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squar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000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effectLst/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2000" b="0" i="1" smtClean="0">
                              <a:effectLst/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0" i="1" smtClean="0">
                              <a:effectLst/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sz="2000" b="0" i="1" smtClean="0"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000" b="0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effectLst/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000" b="0" i="1" smtClean="0">
                              <a:effectLst/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2000" b="0" i="1" smtClean="0">
                              <a:effectLst/>
                              <a:latin typeface="Cambria Math" panose="02040503050406030204" pitchFamily="18" charset="0"/>
                            </a:rPr>
                            <m:t>ℝ</m:t>
                          </m:r>
                          <m:r>
                            <a:rPr lang="en-US" sz="2000" b="0" i="1" smtClean="0">
                              <a:effectLst/>
                              <a:latin typeface="Cambria Math" panose="02040503050406030204" pitchFamily="18" charset="0"/>
                            </a:rPr>
                            <m:t>∣</m:t>
                          </m:r>
                          <m:r>
                            <a:rPr lang="en-US" sz="2000" b="0" i="1" smtClean="0">
                              <a:effectLst/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2000" b="0" i="1" smtClean="0">
                              <a:effectLst/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sz="2000" b="0" i="1" smtClean="0">
                              <a:effectLst/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000" b="0" i="1" smtClean="0">
                              <a:effectLst/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sz="2000" b="0" i="1" smtClean="0">
                              <a:effectLst/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lang="en-US" sz="2000" dirty="0">
                  <a:effectLst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5B8233E-8AF9-5E33-C5A3-1B29A15E67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6599" y="927909"/>
                <a:ext cx="3523915" cy="400110"/>
              </a:xfrm>
              <a:prstGeom prst="rect">
                <a:avLst/>
              </a:prstGeom>
              <a:blipFill>
                <a:blip r:embed="rId3"/>
                <a:stretch>
                  <a:fillRect b="-1515"/>
                </a:stretch>
              </a:blipFill>
              <a:ln w="254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8" name="Group 57">
            <a:extLst>
              <a:ext uri="{FF2B5EF4-FFF2-40B4-BE49-F238E27FC236}">
                <a16:creationId xmlns:a16="http://schemas.microsoft.com/office/drawing/2014/main" id="{D92A1714-303A-8977-7207-5C982033599F}"/>
              </a:ext>
            </a:extLst>
          </p:cNvPr>
          <p:cNvGrpSpPr/>
          <p:nvPr/>
        </p:nvGrpSpPr>
        <p:grpSpPr>
          <a:xfrm>
            <a:off x="3050169" y="1483777"/>
            <a:ext cx="3319796" cy="433226"/>
            <a:chOff x="896928" y="2261345"/>
            <a:chExt cx="3319796" cy="433226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926DCB28-09FE-87F7-2BD9-54950F786013}"/>
                </a:ext>
              </a:extLst>
            </p:cNvPr>
            <p:cNvCxnSpPr/>
            <p:nvPr/>
          </p:nvCxnSpPr>
          <p:spPr>
            <a:xfrm>
              <a:off x="896928" y="2318033"/>
              <a:ext cx="3319796" cy="0"/>
            </a:xfrm>
            <a:prstGeom prst="line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3A166101-1B9C-B5AC-EF91-C601C5D50B65}"/>
                </a:ext>
              </a:extLst>
            </p:cNvPr>
            <p:cNvSpPr/>
            <p:nvPr/>
          </p:nvSpPr>
          <p:spPr>
            <a:xfrm>
              <a:off x="1599533" y="2261345"/>
              <a:ext cx="113375" cy="11337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84E342C0-0ADF-38D8-998C-2CBD9B903622}"/>
                </a:ext>
              </a:extLst>
            </p:cNvPr>
            <p:cNvSpPr/>
            <p:nvPr/>
          </p:nvSpPr>
          <p:spPr>
            <a:xfrm>
              <a:off x="3597402" y="2261345"/>
              <a:ext cx="113375" cy="11337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42187B36-E0EC-D152-2740-1E3827EEF41D}"/>
                    </a:ext>
                  </a:extLst>
                </p:cNvPr>
                <p:cNvSpPr txBox="1"/>
                <p:nvPr/>
              </p:nvSpPr>
              <p:spPr>
                <a:xfrm>
                  <a:off x="1398251" y="2294461"/>
                  <a:ext cx="515937" cy="40011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 algn="just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en-US" sz="2000" dirty="0">
                    <a:effectLst/>
                  </a:endParaRPr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42187B36-E0EC-D152-2740-1E3827EEF41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98251" y="2294461"/>
                  <a:ext cx="515937" cy="40011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B9248140-8621-8E79-94B7-E52D8441C9E4}"/>
                    </a:ext>
                  </a:extLst>
                </p:cNvPr>
                <p:cNvSpPr txBox="1"/>
                <p:nvPr/>
              </p:nvSpPr>
              <p:spPr>
                <a:xfrm>
                  <a:off x="3396120" y="2294461"/>
                  <a:ext cx="515937" cy="40011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 algn="just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en-US" sz="2000" dirty="0">
                    <a:effectLst/>
                  </a:endParaRPr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B9248140-8621-8E79-94B7-E52D8441C9E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96120" y="2294461"/>
                  <a:ext cx="515937" cy="40011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EEBD92A-E462-676A-F795-95565B1D76CB}"/>
                </a:ext>
              </a:extLst>
            </p:cNvPr>
            <p:cNvCxnSpPr>
              <a:cxnSpLocks/>
              <a:stCxn id="19" idx="6"/>
              <a:endCxn id="20" idx="2"/>
            </p:cNvCxnSpPr>
            <p:nvPr/>
          </p:nvCxnSpPr>
          <p:spPr>
            <a:xfrm>
              <a:off x="1712908" y="2318033"/>
              <a:ext cx="1884494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4684C72C-9035-A210-7442-6579F01CAA8B}"/>
                  </a:ext>
                </a:extLst>
              </p:cNvPr>
              <p:cNvSpPr txBox="1"/>
              <p:nvPr/>
            </p:nvSpPr>
            <p:spPr>
              <a:xfrm>
                <a:off x="6734353" y="901832"/>
                <a:ext cx="3523915" cy="40011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squar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000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sz="2000" b="0" i="1" smtClean="0"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000" b="0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effectLst/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000" b="0" i="1" smtClean="0">
                              <a:effectLst/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2000" b="0" i="1" smtClean="0">
                              <a:effectLst/>
                              <a:latin typeface="Cambria Math" panose="02040503050406030204" pitchFamily="18" charset="0"/>
                            </a:rPr>
                            <m:t>ℝ</m:t>
                          </m:r>
                          <m:r>
                            <a:rPr lang="en-US" sz="2000" b="0" i="1" smtClean="0">
                              <a:effectLst/>
                              <a:latin typeface="Cambria Math" panose="02040503050406030204" pitchFamily="18" charset="0"/>
                            </a:rPr>
                            <m:t>∣</m:t>
                          </m:r>
                          <m:r>
                            <a:rPr lang="en-US" sz="2000" b="0" i="1" smtClean="0">
                              <a:effectLst/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2000" b="0" i="1" smtClean="0">
                              <a:effectLst/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US" sz="2000" b="0" i="1" smtClean="0">
                              <a:effectLst/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000" b="0" i="1" smtClean="0">
                              <a:effectLst/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US" sz="2000" b="0" i="1" smtClean="0">
                              <a:effectLst/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lang="en-US" sz="2000" dirty="0">
                  <a:effectLst/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4684C72C-9035-A210-7442-6579F01CAA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4353" y="901832"/>
                <a:ext cx="3523915" cy="400110"/>
              </a:xfrm>
              <a:prstGeom prst="rect">
                <a:avLst/>
              </a:prstGeom>
              <a:blipFill>
                <a:blip r:embed="rId6"/>
                <a:stretch>
                  <a:fillRect b="-1515"/>
                </a:stretch>
              </a:blipFill>
              <a:ln w="254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9" name="Group 58">
            <a:extLst>
              <a:ext uri="{FF2B5EF4-FFF2-40B4-BE49-F238E27FC236}">
                <a16:creationId xmlns:a16="http://schemas.microsoft.com/office/drawing/2014/main" id="{1A47C652-F6AE-7C17-587C-8804B99A9EEE}"/>
              </a:ext>
            </a:extLst>
          </p:cNvPr>
          <p:cNvGrpSpPr/>
          <p:nvPr/>
        </p:nvGrpSpPr>
        <p:grpSpPr>
          <a:xfrm>
            <a:off x="6836413" y="1478424"/>
            <a:ext cx="3319796" cy="433226"/>
            <a:chOff x="5246678" y="2261345"/>
            <a:chExt cx="3319796" cy="433226"/>
          </a:xfrm>
        </p:grpSpPr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0FE52FA8-A667-5363-0C13-D4D52C8C6A15}"/>
                </a:ext>
              </a:extLst>
            </p:cNvPr>
            <p:cNvCxnSpPr/>
            <p:nvPr/>
          </p:nvCxnSpPr>
          <p:spPr>
            <a:xfrm>
              <a:off x="5246678" y="2318033"/>
              <a:ext cx="3319796" cy="0"/>
            </a:xfrm>
            <a:prstGeom prst="line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84EA64BC-E188-BC26-1C42-2F5C5CD92A36}"/>
                </a:ext>
              </a:extLst>
            </p:cNvPr>
            <p:cNvSpPr/>
            <p:nvPr/>
          </p:nvSpPr>
          <p:spPr>
            <a:xfrm>
              <a:off x="5949283" y="2261345"/>
              <a:ext cx="113375" cy="1133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AF497161-2500-7AEB-2ABB-425659347C56}"/>
                </a:ext>
              </a:extLst>
            </p:cNvPr>
            <p:cNvSpPr/>
            <p:nvPr/>
          </p:nvSpPr>
          <p:spPr>
            <a:xfrm>
              <a:off x="7947152" y="2261345"/>
              <a:ext cx="113375" cy="1133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691D7366-7ED5-4D76-8D3E-9FDADDCC8593}"/>
                    </a:ext>
                  </a:extLst>
                </p:cNvPr>
                <p:cNvSpPr txBox="1"/>
                <p:nvPr/>
              </p:nvSpPr>
              <p:spPr>
                <a:xfrm>
                  <a:off x="5748001" y="2294461"/>
                  <a:ext cx="515937" cy="40011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 algn="just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en-US" sz="2000" dirty="0">
                    <a:effectLst/>
                  </a:endParaRPr>
                </a:p>
              </p:txBody>
            </p:sp>
          </mc:Choice>
          <mc:Fallback xmlns="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691D7366-7ED5-4D76-8D3E-9FDADDCC859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48001" y="2294461"/>
                  <a:ext cx="515937" cy="40011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F6A9F16B-5F6C-39CB-3963-852025A7B3A0}"/>
                    </a:ext>
                  </a:extLst>
                </p:cNvPr>
                <p:cNvSpPr txBox="1"/>
                <p:nvPr/>
              </p:nvSpPr>
              <p:spPr>
                <a:xfrm>
                  <a:off x="7745870" y="2294461"/>
                  <a:ext cx="515937" cy="40011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 algn="just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en-US" sz="2000" dirty="0">
                    <a:effectLst/>
                  </a:endParaRPr>
                </a:p>
              </p:txBody>
            </p:sp>
          </mc:Choice>
          <mc:Fallback xmlns="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F6A9F16B-5F6C-39CB-3963-852025A7B3A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45870" y="2294461"/>
                  <a:ext cx="515937" cy="40011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C9DC8305-755B-5AB0-24BB-3683629E0B9F}"/>
                </a:ext>
              </a:extLst>
            </p:cNvPr>
            <p:cNvCxnSpPr>
              <a:cxnSpLocks/>
              <a:stCxn id="33" idx="6"/>
              <a:endCxn id="34" idx="2"/>
            </p:cNvCxnSpPr>
            <p:nvPr/>
          </p:nvCxnSpPr>
          <p:spPr>
            <a:xfrm>
              <a:off x="6062658" y="2318033"/>
              <a:ext cx="1884494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13686310-C910-884F-301C-52C3A428CBAA}"/>
                  </a:ext>
                </a:extLst>
              </p:cNvPr>
              <p:cNvSpPr txBox="1"/>
              <p:nvPr/>
            </p:nvSpPr>
            <p:spPr>
              <a:xfrm>
                <a:off x="2956935" y="2323737"/>
                <a:ext cx="3523915" cy="40011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squar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effectLst/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2000" b="1" i="1" smtClean="0"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000" b="0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effectLst/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000" b="0" i="1" smtClean="0">
                              <a:effectLst/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2000" b="0" i="1" smtClean="0">
                              <a:effectLst/>
                              <a:latin typeface="Cambria Math" panose="02040503050406030204" pitchFamily="18" charset="0"/>
                            </a:rPr>
                            <m:t>ℝ</m:t>
                          </m:r>
                          <m:r>
                            <a:rPr lang="en-US" sz="2000" b="0" i="1" smtClean="0">
                              <a:effectLst/>
                              <a:latin typeface="Cambria Math" panose="02040503050406030204" pitchFamily="18" charset="0"/>
                            </a:rPr>
                            <m:t>∣</m:t>
                          </m:r>
                          <m:r>
                            <a:rPr lang="en-US" sz="2000" b="0" i="1" smtClean="0">
                              <a:effectLst/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2000" b="0" i="1" smtClean="0">
                              <a:effectLst/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US" sz="2000" b="0" i="1" smtClean="0">
                              <a:effectLst/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000" b="0" i="1" smtClean="0">
                              <a:effectLst/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sz="2000" b="0" i="1" smtClean="0">
                              <a:effectLst/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lang="en-US" sz="2000" dirty="0">
                  <a:effectLst/>
                </a:endParaRP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13686310-C910-884F-301C-52C3A428CB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6935" y="2323737"/>
                <a:ext cx="3523915" cy="400110"/>
              </a:xfrm>
              <a:prstGeom prst="rect">
                <a:avLst/>
              </a:prstGeom>
              <a:blipFill>
                <a:blip r:embed="rId9"/>
                <a:stretch>
                  <a:fillRect b="-15152"/>
                </a:stretch>
              </a:blipFill>
              <a:ln w="254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04C370C-E0CB-FC8B-F2C7-3471475CB29D}"/>
              </a:ext>
            </a:extLst>
          </p:cNvPr>
          <p:cNvCxnSpPr/>
          <p:nvPr/>
        </p:nvCxnSpPr>
        <p:spPr>
          <a:xfrm>
            <a:off x="3130874" y="2968198"/>
            <a:ext cx="3319796" cy="0"/>
          </a:xfrm>
          <a:prstGeom prst="line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0" name="Oval 39">
            <a:extLst>
              <a:ext uri="{FF2B5EF4-FFF2-40B4-BE49-F238E27FC236}">
                <a16:creationId xmlns:a16="http://schemas.microsoft.com/office/drawing/2014/main" id="{9609465F-40F4-5AFC-564E-FA1CF2C97C73}"/>
              </a:ext>
            </a:extLst>
          </p:cNvPr>
          <p:cNvSpPr/>
          <p:nvPr/>
        </p:nvSpPr>
        <p:spPr>
          <a:xfrm>
            <a:off x="3833479" y="2911510"/>
            <a:ext cx="113375" cy="113375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20BDE6A6-A8EA-4C51-6F64-5A8FB96B035E}"/>
              </a:ext>
            </a:extLst>
          </p:cNvPr>
          <p:cNvSpPr/>
          <p:nvPr/>
        </p:nvSpPr>
        <p:spPr>
          <a:xfrm>
            <a:off x="5831348" y="2911510"/>
            <a:ext cx="113375" cy="11337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6796D6E4-DC09-9909-E0A0-4C41093A6599}"/>
                  </a:ext>
                </a:extLst>
              </p:cNvPr>
              <p:cNvSpPr txBox="1"/>
              <p:nvPr/>
            </p:nvSpPr>
            <p:spPr>
              <a:xfrm>
                <a:off x="3632197" y="2944626"/>
                <a:ext cx="515937" cy="40011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squar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sz="2000" dirty="0">
                  <a:effectLst/>
                </a:endParaRP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6796D6E4-DC09-9909-E0A0-4C41093A65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2197" y="2944626"/>
                <a:ext cx="515937" cy="4001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 w="254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C5CEEE2F-0920-C29C-D0E7-7D6CF5E92943}"/>
                  </a:ext>
                </a:extLst>
              </p:cNvPr>
              <p:cNvSpPr txBox="1"/>
              <p:nvPr/>
            </p:nvSpPr>
            <p:spPr>
              <a:xfrm>
                <a:off x="5630066" y="2944626"/>
                <a:ext cx="515937" cy="40011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squar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sz="2000" dirty="0">
                  <a:effectLst/>
                </a:endParaRP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C5CEEE2F-0920-C29C-D0E7-7D6CF5E929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0066" y="2944626"/>
                <a:ext cx="515937" cy="40011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 w="254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E1C2A301-CF42-345F-FB03-C6159B0DB89A}"/>
              </a:ext>
            </a:extLst>
          </p:cNvPr>
          <p:cNvCxnSpPr>
            <a:cxnSpLocks/>
            <a:stCxn id="40" idx="6"/>
            <a:endCxn id="41" idx="2"/>
          </p:cNvCxnSpPr>
          <p:nvPr/>
        </p:nvCxnSpPr>
        <p:spPr>
          <a:xfrm>
            <a:off x="3946854" y="2968198"/>
            <a:ext cx="1884494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3043454B-3125-9DFF-0E18-B358BDB07F07}"/>
                  </a:ext>
                </a:extLst>
              </p:cNvPr>
              <p:cNvSpPr txBox="1"/>
              <p:nvPr/>
            </p:nvSpPr>
            <p:spPr>
              <a:xfrm>
                <a:off x="6836413" y="2334919"/>
                <a:ext cx="3523915" cy="40011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squar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effectLst/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0" i="1" smtClean="0">
                          <a:effectLst/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000" b="0" i="1" smtClean="0">
                          <a:effectLst/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b="0" i="1" smtClean="0">
                          <a:effectLst/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2000" b="0" i="1" smtClean="0">
                          <a:effectLst/>
                          <a:latin typeface="Cambria Math" panose="02040503050406030204" pitchFamily="18" charset="0"/>
                        </a:rPr>
                        <m:t>]=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000" b="0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effectLst/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000" b="0" i="1" smtClean="0">
                              <a:effectLst/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2000" b="0" i="1" smtClean="0">
                              <a:effectLst/>
                              <a:latin typeface="Cambria Math" panose="02040503050406030204" pitchFamily="18" charset="0"/>
                            </a:rPr>
                            <m:t>ℝ</m:t>
                          </m:r>
                          <m:r>
                            <a:rPr lang="en-US" sz="2000" b="0" i="1" smtClean="0">
                              <a:effectLst/>
                              <a:latin typeface="Cambria Math" panose="02040503050406030204" pitchFamily="18" charset="0"/>
                            </a:rPr>
                            <m:t>∣</m:t>
                          </m:r>
                          <m:r>
                            <a:rPr lang="en-US" sz="2000" b="0" i="1" smtClean="0">
                              <a:effectLst/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2000" b="0" i="1" smtClean="0">
                              <a:effectLst/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sz="2000" b="0" i="1" smtClean="0">
                              <a:effectLst/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000" b="0" i="1" smtClean="0">
                              <a:effectLst/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US" sz="2000" b="0" i="1" smtClean="0">
                              <a:effectLst/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lang="en-US" sz="2000" dirty="0">
                  <a:effectLst/>
                </a:endParaRP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3043454B-3125-9DFF-0E18-B358BDB07F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6413" y="2334919"/>
                <a:ext cx="3523915" cy="400110"/>
              </a:xfrm>
              <a:prstGeom prst="rect">
                <a:avLst/>
              </a:prstGeom>
              <a:blipFill>
                <a:blip r:embed="rId12"/>
                <a:stretch>
                  <a:fillRect b="-15152"/>
                </a:stretch>
              </a:blipFill>
              <a:ln w="254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E84430B8-7925-AC73-0A59-AED32F0E62EF}"/>
              </a:ext>
            </a:extLst>
          </p:cNvPr>
          <p:cNvCxnSpPr/>
          <p:nvPr/>
        </p:nvCxnSpPr>
        <p:spPr>
          <a:xfrm>
            <a:off x="6917208" y="2968199"/>
            <a:ext cx="3319796" cy="0"/>
          </a:xfrm>
          <a:prstGeom prst="line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7" name="Oval 46">
            <a:extLst>
              <a:ext uri="{FF2B5EF4-FFF2-40B4-BE49-F238E27FC236}">
                <a16:creationId xmlns:a16="http://schemas.microsoft.com/office/drawing/2014/main" id="{4C1F354B-7E27-EC41-6E6C-0BD3DE852C83}"/>
              </a:ext>
            </a:extLst>
          </p:cNvPr>
          <p:cNvSpPr/>
          <p:nvPr/>
        </p:nvSpPr>
        <p:spPr>
          <a:xfrm>
            <a:off x="7619813" y="2911511"/>
            <a:ext cx="113375" cy="11337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2158A764-0E1F-F6D4-4E22-02FFA9576D5C}"/>
              </a:ext>
            </a:extLst>
          </p:cNvPr>
          <p:cNvSpPr/>
          <p:nvPr/>
        </p:nvSpPr>
        <p:spPr>
          <a:xfrm>
            <a:off x="9617682" y="2911511"/>
            <a:ext cx="113375" cy="113375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9788A73A-C45F-8E38-4DBE-F587DB34DC2A}"/>
                  </a:ext>
                </a:extLst>
              </p:cNvPr>
              <p:cNvSpPr txBox="1"/>
              <p:nvPr/>
            </p:nvSpPr>
            <p:spPr>
              <a:xfrm>
                <a:off x="7418531" y="2944627"/>
                <a:ext cx="515937" cy="40011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squar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sz="2000" dirty="0">
                  <a:effectLst/>
                </a:endParaRPr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9788A73A-C45F-8E38-4DBE-F587DB34DC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8531" y="2944627"/>
                <a:ext cx="515937" cy="40011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 w="254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56D064A2-A0C4-4662-97E8-991BCBB4B0E2}"/>
                  </a:ext>
                </a:extLst>
              </p:cNvPr>
              <p:cNvSpPr txBox="1"/>
              <p:nvPr/>
            </p:nvSpPr>
            <p:spPr>
              <a:xfrm>
                <a:off x="9416400" y="2944627"/>
                <a:ext cx="515937" cy="40011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squar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sz="2000" dirty="0">
                  <a:effectLst/>
                </a:endParaRPr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56D064A2-A0C4-4662-97E8-991BCBB4B0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16400" y="2944627"/>
                <a:ext cx="515937" cy="40011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 w="254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3F673EB4-E49F-AB59-5F99-B49EAC5D1A0F}"/>
              </a:ext>
            </a:extLst>
          </p:cNvPr>
          <p:cNvCxnSpPr>
            <a:cxnSpLocks/>
            <a:stCxn id="47" idx="6"/>
            <a:endCxn id="48" idx="2"/>
          </p:cNvCxnSpPr>
          <p:nvPr/>
        </p:nvCxnSpPr>
        <p:spPr>
          <a:xfrm>
            <a:off x="7733188" y="2968199"/>
            <a:ext cx="1884494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12D4AE43-2375-B05B-13A8-15791632FDEE}"/>
              </a:ext>
            </a:extLst>
          </p:cNvPr>
          <p:cNvSpPr txBox="1"/>
          <p:nvPr/>
        </p:nvSpPr>
        <p:spPr>
          <a:xfrm>
            <a:off x="1574841" y="2544516"/>
            <a:ext cx="1282256" cy="400110"/>
          </a:xfrm>
          <a:prstGeom prst="rect">
            <a:avLst/>
          </a:prstGeom>
          <a:noFill/>
          <a:ln w="25400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2000" dirty="0"/>
              <a:t>h</a:t>
            </a:r>
            <a:r>
              <a:rPr lang="en-US" sz="2000" dirty="0">
                <a:effectLst/>
              </a:rPr>
              <a:t>alf-open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9F5A986-395D-2BF1-50A0-E3C039EB83A7}"/>
              </a:ext>
            </a:extLst>
          </p:cNvPr>
          <p:cNvSpPr txBox="1"/>
          <p:nvPr/>
        </p:nvSpPr>
        <p:spPr>
          <a:xfrm>
            <a:off x="10439262" y="2742787"/>
            <a:ext cx="1282256" cy="400110"/>
          </a:xfrm>
          <a:prstGeom prst="rect">
            <a:avLst/>
          </a:prstGeom>
          <a:noFill/>
          <a:ln w="25400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2000" dirty="0"/>
              <a:t>h</a:t>
            </a:r>
            <a:r>
              <a:rPr lang="en-US" sz="2000" dirty="0">
                <a:effectLst/>
              </a:rPr>
              <a:t>alf-open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8E4B543-2505-6073-9244-670D8610CF23}"/>
              </a:ext>
            </a:extLst>
          </p:cNvPr>
          <p:cNvSpPr txBox="1"/>
          <p:nvPr/>
        </p:nvSpPr>
        <p:spPr>
          <a:xfrm>
            <a:off x="1638183" y="1199517"/>
            <a:ext cx="1282256" cy="400110"/>
          </a:xfrm>
          <a:prstGeom prst="rect">
            <a:avLst/>
          </a:prstGeom>
          <a:noFill/>
          <a:ln w="25400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effectLst/>
              </a:rPr>
              <a:t>open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93EBF60-3E8B-764F-AE8C-3362934858F3}"/>
              </a:ext>
            </a:extLst>
          </p:cNvPr>
          <p:cNvSpPr txBox="1"/>
          <p:nvPr/>
        </p:nvSpPr>
        <p:spPr>
          <a:xfrm>
            <a:off x="10391368" y="1303715"/>
            <a:ext cx="1282256" cy="400110"/>
          </a:xfrm>
          <a:prstGeom prst="rect">
            <a:avLst/>
          </a:prstGeom>
          <a:noFill/>
          <a:ln w="25400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2000" dirty="0"/>
              <a:t>closed</a:t>
            </a:r>
            <a:endParaRPr lang="en-US" sz="2000" dirty="0">
              <a:effectLst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66BADA77-9E3C-810F-0864-5A4118C682C7}"/>
                  </a:ext>
                </a:extLst>
              </p:cNvPr>
              <p:cNvSpPr txBox="1"/>
              <p:nvPr/>
            </p:nvSpPr>
            <p:spPr>
              <a:xfrm>
                <a:off x="1870239" y="3859943"/>
                <a:ext cx="3523915" cy="40011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squar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000" b="0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effectLst/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2000" b="0" i="1" smtClean="0">
                              <a:effectLst/>
                              <a:latin typeface="Cambria Math" panose="02040503050406030204" pitchFamily="18" charset="0"/>
                            </a:rPr>
                            <m:t>,∞</m:t>
                          </m:r>
                        </m:e>
                      </m:d>
                      <m:r>
                        <a:rPr lang="en-US" sz="2000" b="0" i="1" smtClean="0"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000" b="0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effectLst/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000" b="0" i="1" smtClean="0">
                              <a:effectLst/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2000" b="0" i="1" smtClean="0">
                              <a:effectLst/>
                              <a:latin typeface="Cambria Math" panose="02040503050406030204" pitchFamily="18" charset="0"/>
                            </a:rPr>
                            <m:t>ℝ</m:t>
                          </m:r>
                          <m:r>
                            <a:rPr lang="en-US" sz="2000" b="0" i="1" smtClean="0">
                              <a:effectLst/>
                              <a:latin typeface="Cambria Math" panose="02040503050406030204" pitchFamily="18" charset="0"/>
                            </a:rPr>
                            <m:t>∣</m:t>
                          </m:r>
                          <m:r>
                            <a:rPr lang="en-US" sz="2000" b="0" i="1" smtClean="0">
                              <a:effectLst/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000" b="0" i="1" smtClean="0">
                              <a:effectLst/>
                              <a:latin typeface="Cambria Math" panose="02040503050406030204" pitchFamily="18" charset="0"/>
                            </a:rPr>
                            <m:t>&gt;</m:t>
                          </m:r>
                          <m:r>
                            <a:rPr lang="en-US" sz="2000" b="0" i="1" smtClean="0">
                              <a:effectLst/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</m:oMath>
                  </m:oMathPara>
                </a14:m>
                <a:endParaRPr lang="en-US" sz="2000" dirty="0">
                  <a:effectLst/>
                </a:endParaRPr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66BADA77-9E3C-810F-0864-5A4118C682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0239" y="3859943"/>
                <a:ext cx="3523915" cy="400110"/>
              </a:xfrm>
              <a:prstGeom prst="rect">
                <a:avLst/>
              </a:prstGeom>
              <a:blipFill>
                <a:blip r:embed="rId15"/>
                <a:stretch>
                  <a:fillRect b="-1515"/>
                </a:stretch>
              </a:blipFill>
              <a:ln w="254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391D1601-EF2E-2CF6-7A26-AD5617E44689}"/>
              </a:ext>
            </a:extLst>
          </p:cNvPr>
          <p:cNvCxnSpPr/>
          <p:nvPr/>
        </p:nvCxnSpPr>
        <p:spPr>
          <a:xfrm>
            <a:off x="1972299" y="4442814"/>
            <a:ext cx="3319796" cy="0"/>
          </a:xfrm>
          <a:prstGeom prst="line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3" name="Oval 62">
            <a:extLst>
              <a:ext uri="{FF2B5EF4-FFF2-40B4-BE49-F238E27FC236}">
                <a16:creationId xmlns:a16="http://schemas.microsoft.com/office/drawing/2014/main" id="{4A5617AC-EDCF-6613-1F4C-9C234A1A97FB}"/>
              </a:ext>
            </a:extLst>
          </p:cNvPr>
          <p:cNvSpPr/>
          <p:nvPr/>
        </p:nvSpPr>
        <p:spPr>
          <a:xfrm>
            <a:off x="2674904" y="4386126"/>
            <a:ext cx="113375" cy="11337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07F2F34F-F60A-6020-1B9B-8567E5065119}"/>
                  </a:ext>
                </a:extLst>
              </p:cNvPr>
              <p:cNvSpPr txBox="1"/>
              <p:nvPr/>
            </p:nvSpPr>
            <p:spPr>
              <a:xfrm>
                <a:off x="2473622" y="4419242"/>
                <a:ext cx="515937" cy="40011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squar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sz="2000" dirty="0">
                  <a:effectLst/>
                </a:endParaRPr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07F2F34F-F60A-6020-1B9B-8567E50651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3622" y="4419242"/>
                <a:ext cx="515937" cy="40011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 w="254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511DFF5E-EB6A-089E-1DAB-926DAB9888AE}"/>
              </a:ext>
            </a:extLst>
          </p:cNvPr>
          <p:cNvCxnSpPr>
            <a:cxnSpLocks/>
            <a:stCxn id="63" idx="6"/>
          </p:cNvCxnSpPr>
          <p:nvPr/>
        </p:nvCxnSpPr>
        <p:spPr>
          <a:xfrm>
            <a:off x="2788279" y="4442814"/>
            <a:ext cx="2503816" cy="0"/>
          </a:xfrm>
          <a:prstGeom prst="line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AC3E8CB7-BD7B-2224-74C5-457A7F85367D}"/>
                  </a:ext>
                </a:extLst>
              </p:cNvPr>
              <p:cNvSpPr txBox="1"/>
              <p:nvPr/>
            </p:nvSpPr>
            <p:spPr>
              <a:xfrm>
                <a:off x="5656483" y="3869485"/>
                <a:ext cx="3523915" cy="40011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squar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,∞)=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000" b="0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effectLst/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000" b="0" i="1" smtClean="0">
                              <a:effectLst/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2000" b="0" i="1" smtClean="0">
                              <a:effectLst/>
                              <a:latin typeface="Cambria Math" panose="02040503050406030204" pitchFamily="18" charset="0"/>
                            </a:rPr>
                            <m:t>ℝ</m:t>
                          </m:r>
                          <m:r>
                            <a:rPr lang="en-US" sz="2000" b="0" i="1" smtClean="0">
                              <a:effectLst/>
                              <a:latin typeface="Cambria Math" panose="02040503050406030204" pitchFamily="18" charset="0"/>
                            </a:rPr>
                            <m:t>∣</m:t>
                          </m:r>
                          <m:r>
                            <a:rPr lang="en-US" sz="2000" b="0" i="1" smtClean="0">
                              <a:effectLst/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000" b="0" i="1" smtClean="0">
                              <a:effectLst/>
                              <a:latin typeface="Cambria Math" panose="02040503050406030204" pitchFamily="18" charset="0"/>
                            </a:rPr>
                            <m:t>≥</m:t>
                          </m:r>
                          <m:r>
                            <a:rPr lang="en-US" sz="2000" b="0" i="1" smtClean="0">
                              <a:effectLst/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</m:oMath>
                  </m:oMathPara>
                </a14:m>
                <a:endParaRPr lang="en-US" sz="2000" dirty="0">
                  <a:effectLst/>
                </a:endParaRPr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AC3E8CB7-BD7B-2224-74C5-457A7F8536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6483" y="3869485"/>
                <a:ext cx="3523915" cy="400110"/>
              </a:xfrm>
              <a:prstGeom prst="rect">
                <a:avLst/>
              </a:prstGeom>
              <a:blipFill>
                <a:blip r:embed="rId17"/>
                <a:stretch>
                  <a:fillRect b="-15385"/>
                </a:stretch>
              </a:blipFill>
              <a:ln w="254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5A8FE9B4-87C2-4917-1F72-A83355AB1E2C}"/>
              </a:ext>
            </a:extLst>
          </p:cNvPr>
          <p:cNvCxnSpPr/>
          <p:nvPr/>
        </p:nvCxnSpPr>
        <p:spPr>
          <a:xfrm>
            <a:off x="5758543" y="4452356"/>
            <a:ext cx="3319796" cy="0"/>
          </a:xfrm>
          <a:prstGeom prst="line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4" name="Oval 73">
            <a:extLst>
              <a:ext uri="{FF2B5EF4-FFF2-40B4-BE49-F238E27FC236}">
                <a16:creationId xmlns:a16="http://schemas.microsoft.com/office/drawing/2014/main" id="{5085D3DB-243C-B9B8-8AC6-9A2C739590D9}"/>
              </a:ext>
            </a:extLst>
          </p:cNvPr>
          <p:cNvSpPr/>
          <p:nvPr/>
        </p:nvSpPr>
        <p:spPr>
          <a:xfrm>
            <a:off x="6461148" y="4395668"/>
            <a:ext cx="113375" cy="113375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31577B5B-2ADC-D927-D1EA-9FADD8B17895}"/>
                  </a:ext>
                </a:extLst>
              </p:cNvPr>
              <p:cNvSpPr txBox="1"/>
              <p:nvPr/>
            </p:nvSpPr>
            <p:spPr>
              <a:xfrm>
                <a:off x="6259866" y="4428784"/>
                <a:ext cx="515937" cy="40011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squar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sz="2000" dirty="0">
                  <a:effectLst/>
                </a:endParaRPr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31577B5B-2ADC-D927-D1EA-9FADD8B178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9866" y="4428784"/>
                <a:ext cx="515937" cy="40011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  <a:ln w="254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106E1466-4FA5-D1C1-1D5D-37303B64DB54}"/>
              </a:ext>
            </a:extLst>
          </p:cNvPr>
          <p:cNvCxnSpPr>
            <a:cxnSpLocks/>
            <a:stCxn id="74" idx="6"/>
          </p:cNvCxnSpPr>
          <p:nvPr/>
        </p:nvCxnSpPr>
        <p:spPr>
          <a:xfrm>
            <a:off x="6574523" y="4452356"/>
            <a:ext cx="2503816" cy="0"/>
          </a:xfrm>
          <a:prstGeom prst="line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2CD72758-A287-BFBF-C838-5FF5D0F929E8}"/>
                  </a:ext>
                </a:extLst>
              </p:cNvPr>
              <p:cNvSpPr txBox="1"/>
              <p:nvPr/>
            </p:nvSpPr>
            <p:spPr>
              <a:xfrm>
                <a:off x="1789534" y="5085450"/>
                <a:ext cx="3523915" cy="40011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squar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000" b="1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 smtClean="0">
                              <a:effectLst/>
                              <a:latin typeface="Cambria Math" panose="02040503050406030204" pitchFamily="18" charset="0"/>
                            </a:rPr>
                            <m:t>−∞, </m:t>
                          </m:r>
                          <m:r>
                            <a:rPr lang="en-US" sz="2000" b="0" i="1" smtClean="0">
                              <a:effectLst/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sz="2000" b="1" i="1" smtClean="0"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000" b="0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effectLst/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000" b="0" i="1" smtClean="0">
                              <a:effectLst/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2000" b="0" i="1" smtClean="0">
                              <a:effectLst/>
                              <a:latin typeface="Cambria Math" panose="02040503050406030204" pitchFamily="18" charset="0"/>
                            </a:rPr>
                            <m:t>ℝ</m:t>
                          </m:r>
                          <m:r>
                            <a:rPr lang="en-US" sz="2000" b="0" i="1" smtClean="0">
                              <a:effectLst/>
                              <a:latin typeface="Cambria Math" panose="02040503050406030204" pitchFamily="18" charset="0"/>
                            </a:rPr>
                            <m:t>∣</m:t>
                          </m:r>
                          <m:r>
                            <a:rPr lang="en-US" sz="2000" b="0" i="1" smtClean="0">
                              <a:effectLst/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000" b="0" i="1" smtClean="0">
                              <a:effectLst/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sz="2000" b="0" i="1" smtClean="0">
                              <a:effectLst/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lang="en-US" sz="2000" dirty="0">
                  <a:effectLst/>
                </a:endParaRPr>
              </a:p>
            </p:txBody>
          </p:sp>
        </mc:Choice>
        <mc:Fallback xmlns="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2CD72758-A287-BFBF-C838-5FF5D0F929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9534" y="5085450"/>
                <a:ext cx="3523915" cy="400110"/>
              </a:xfrm>
              <a:prstGeom prst="rect">
                <a:avLst/>
              </a:prstGeom>
              <a:blipFill>
                <a:blip r:embed="rId19"/>
                <a:stretch>
                  <a:fillRect b="-1515"/>
                </a:stretch>
              </a:blipFill>
              <a:ln w="254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A0862E46-AFAB-EC08-7E94-3330B7921D1D}"/>
              </a:ext>
            </a:extLst>
          </p:cNvPr>
          <p:cNvCxnSpPr/>
          <p:nvPr/>
        </p:nvCxnSpPr>
        <p:spPr>
          <a:xfrm>
            <a:off x="1963473" y="5679502"/>
            <a:ext cx="3319796" cy="0"/>
          </a:xfrm>
          <a:prstGeom prst="line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0" name="Oval 89">
            <a:extLst>
              <a:ext uri="{FF2B5EF4-FFF2-40B4-BE49-F238E27FC236}">
                <a16:creationId xmlns:a16="http://schemas.microsoft.com/office/drawing/2014/main" id="{165CAE91-1287-FC1D-48E6-C6AC5C4AE8C2}"/>
              </a:ext>
            </a:extLst>
          </p:cNvPr>
          <p:cNvSpPr/>
          <p:nvPr/>
        </p:nvSpPr>
        <p:spPr>
          <a:xfrm>
            <a:off x="4663947" y="5622814"/>
            <a:ext cx="113375" cy="11337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45BB8D12-1C67-BD49-B188-6FE0CEE1C1A4}"/>
                  </a:ext>
                </a:extLst>
              </p:cNvPr>
              <p:cNvSpPr txBox="1"/>
              <p:nvPr/>
            </p:nvSpPr>
            <p:spPr>
              <a:xfrm>
                <a:off x="4462665" y="5655930"/>
                <a:ext cx="515937" cy="40011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squar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sz="2000" dirty="0">
                  <a:effectLst/>
                </a:endParaRPr>
              </a:p>
            </p:txBody>
          </p:sp>
        </mc:Choice>
        <mc:Fallback xmlns="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45BB8D12-1C67-BD49-B188-6FE0CEE1C1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2665" y="5655930"/>
                <a:ext cx="515937" cy="40011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  <a:ln w="254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97EE0381-EE68-44BB-ADD8-217EB47E6B83}"/>
              </a:ext>
            </a:extLst>
          </p:cNvPr>
          <p:cNvCxnSpPr>
            <a:cxnSpLocks/>
            <a:endCxn id="90" idx="2"/>
          </p:cNvCxnSpPr>
          <p:nvPr/>
        </p:nvCxnSpPr>
        <p:spPr>
          <a:xfrm>
            <a:off x="1939624" y="5679502"/>
            <a:ext cx="2724323" cy="0"/>
          </a:xfrm>
          <a:prstGeom prst="line">
            <a:avLst/>
          </a:prstGeom>
          <a:ln w="38100">
            <a:solidFill>
              <a:srgbClr val="0070C0"/>
            </a:solidFill>
            <a:head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DE75558B-DC3A-E85C-A843-E67DFB839E55}"/>
                  </a:ext>
                </a:extLst>
              </p:cNvPr>
              <p:cNvSpPr txBox="1"/>
              <p:nvPr/>
            </p:nvSpPr>
            <p:spPr>
              <a:xfrm>
                <a:off x="5656483" y="5092101"/>
                <a:ext cx="3523915" cy="40011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squar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effectLst/>
                          <a:latin typeface="Cambria Math" panose="02040503050406030204" pitchFamily="18" charset="0"/>
                        </a:rPr>
                        <m:t>(−∞,</m:t>
                      </m:r>
                      <m:r>
                        <a:rPr lang="en-US" sz="2000" b="0" i="1" smtClean="0">
                          <a:effectLst/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2000" b="0" i="1" smtClean="0">
                          <a:effectLst/>
                          <a:latin typeface="Cambria Math" panose="02040503050406030204" pitchFamily="18" charset="0"/>
                        </a:rPr>
                        <m:t>]=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000" b="0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effectLst/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000" b="0" i="1" smtClean="0">
                              <a:effectLst/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2000" b="0" i="1" smtClean="0">
                              <a:effectLst/>
                              <a:latin typeface="Cambria Math" panose="02040503050406030204" pitchFamily="18" charset="0"/>
                            </a:rPr>
                            <m:t>ℝ</m:t>
                          </m:r>
                          <m:r>
                            <a:rPr lang="en-US" sz="2000" b="0" i="1" smtClean="0">
                              <a:effectLst/>
                              <a:latin typeface="Cambria Math" panose="02040503050406030204" pitchFamily="18" charset="0"/>
                            </a:rPr>
                            <m:t>∣</m:t>
                          </m:r>
                          <m:r>
                            <a:rPr lang="en-US" sz="2000" b="0" i="1" smtClean="0">
                              <a:effectLst/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000" b="0" i="1" smtClean="0">
                              <a:effectLst/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US" sz="2000" b="0" i="1" smtClean="0">
                              <a:effectLst/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lang="en-US" sz="2000" dirty="0">
                  <a:effectLst/>
                </a:endParaRPr>
              </a:p>
            </p:txBody>
          </p:sp>
        </mc:Choice>
        <mc:Fallback xmlns="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DE75558B-DC3A-E85C-A843-E67DFB839E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6483" y="5092101"/>
                <a:ext cx="3523915" cy="400110"/>
              </a:xfrm>
              <a:prstGeom prst="rect">
                <a:avLst/>
              </a:prstGeom>
              <a:blipFill>
                <a:blip r:embed="rId21"/>
                <a:stretch>
                  <a:fillRect b="-15152"/>
                </a:stretch>
              </a:blipFill>
              <a:ln w="254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23CA0392-3421-1626-629C-4042CEB3217A}"/>
              </a:ext>
            </a:extLst>
          </p:cNvPr>
          <p:cNvCxnSpPr/>
          <p:nvPr/>
        </p:nvCxnSpPr>
        <p:spPr>
          <a:xfrm>
            <a:off x="5737278" y="5674972"/>
            <a:ext cx="3319796" cy="0"/>
          </a:xfrm>
          <a:prstGeom prst="line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7" name="Oval 96">
            <a:extLst>
              <a:ext uri="{FF2B5EF4-FFF2-40B4-BE49-F238E27FC236}">
                <a16:creationId xmlns:a16="http://schemas.microsoft.com/office/drawing/2014/main" id="{756C6F7B-0AF7-E23C-2102-2014E8C007CE}"/>
              </a:ext>
            </a:extLst>
          </p:cNvPr>
          <p:cNvSpPr/>
          <p:nvPr/>
        </p:nvSpPr>
        <p:spPr>
          <a:xfrm>
            <a:off x="8437752" y="5618284"/>
            <a:ext cx="113375" cy="113375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DE1F1C91-0E36-013D-8E3E-E5A4D62EC1A8}"/>
                  </a:ext>
                </a:extLst>
              </p:cNvPr>
              <p:cNvSpPr txBox="1"/>
              <p:nvPr/>
            </p:nvSpPr>
            <p:spPr>
              <a:xfrm>
                <a:off x="8236470" y="5651400"/>
                <a:ext cx="515937" cy="40011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squar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sz="2000" dirty="0">
                  <a:effectLst/>
                </a:endParaRPr>
              </a:p>
            </p:txBody>
          </p:sp>
        </mc:Choice>
        <mc:Fallback xmlns="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DE1F1C91-0E36-013D-8E3E-E5A4D62EC1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6470" y="5651400"/>
                <a:ext cx="515937" cy="400110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  <a:ln w="254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77717772-9E0F-3C4B-E82E-887B586ADB25}"/>
              </a:ext>
            </a:extLst>
          </p:cNvPr>
          <p:cNvCxnSpPr>
            <a:cxnSpLocks/>
            <a:endCxn id="97" idx="2"/>
          </p:cNvCxnSpPr>
          <p:nvPr/>
        </p:nvCxnSpPr>
        <p:spPr>
          <a:xfrm>
            <a:off x="5737278" y="5674972"/>
            <a:ext cx="2700474" cy="0"/>
          </a:xfrm>
          <a:prstGeom prst="line">
            <a:avLst/>
          </a:prstGeom>
          <a:ln w="38100">
            <a:solidFill>
              <a:srgbClr val="0070C0"/>
            </a:solidFill>
            <a:head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6" name="TextBox 105">
            <a:extLst>
              <a:ext uri="{FF2B5EF4-FFF2-40B4-BE49-F238E27FC236}">
                <a16:creationId xmlns:a16="http://schemas.microsoft.com/office/drawing/2014/main" id="{5981E294-C5F7-C252-6D07-727C36DADAF0}"/>
              </a:ext>
            </a:extLst>
          </p:cNvPr>
          <p:cNvSpPr txBox="1"/>
          <p:nvPr/>
        </p:nvSpPr>
        <p:spPr>
          <a:xfrm>
            <a:off x="112203" y="1001229"/>
            <a:ext cx="1282256" cy="1015663"/>
          </a:xfrm>
          <a:prstGeom prst="rect">
            <a:avLst/>
          </a:prstGeom>
          <a:noFill/>
          <a:ln w="25400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effectLst/>
              </a:rPr>
              <a:t>Finite bounded intervals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7B41BE16-2BCC-62C3-E07C-A77C2CD85DFA}"/>
              </a:ext>
            </a:extLst>
          </p:cNvPr>
          <p:cNvSpPr txBox="1"/>
          <p:nvPr/>
        </p:nvSpPr>
        <p:spPr>
          <a:xfrm>
            <a:off x="112203" y="3631418"/>
            <a:ext cx="1282256" cy="1015663"/>
          </a:xfrm>
          <a:prstGeom prst="rect">
            <a:avLst/>
          </a:prstGeom>
          <a:noFill/>
          <a:ln w="25400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2000" dirty="0"/>
              <a:t>Inf</a:t>
            </a:r>
            <a:r>
              <a:rPr lang="en-US" sz="2000" dirty="0">
                <a:effectLst/>
              </a:rPr>
              <a:t>inite bounded intervals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2F689080-CD10-BF5D-E9ED-4599E72CE11C}"/>
                  </a:ext>
                </a:extLst>
              </p:cNvPr>
              <p:cNvSpPr txBox="1"/>
              <p:nvPr/>
            </p:nvSpPr>
            <p:spPr>
              <a:xfrm>
                <a:off x="8494438" y="6225022"/>
                <a:ext cx="3523915" cy="40011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squar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000" b="0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effectLst/>
                              <a:latin typeface="Cambria Math" panose="02040503050406030204" pitchFamily="18" charset="0"/>
                            </a:rPr>
                            <m:t>−∞,∞</m:t>
                          </m:r>
                        </m:e>
                      </m:d>
                      <m:r>
                        <a:rPr lang="en-US" sz="2000" b="0" i="1" smtClean="0"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000" b="0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effectLst/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000" b="0" i="1" smtClean="0">
                              <a:effectLst/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2000" b="0" i="1" smtClean="0">
                              <a:effectLst/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</m:d>
                    </m:oMath>
                  </m:oMathPara>
                </a14:m>
                <a:endParaRPr lang="en-US" sz="2000" dirty="0">
                  <a:effectLst/>
                </a:endParaRPr>
              </a:p>
            </p:txBody>
          </p:sp>
        </mc:Choice>
        <mc:Fallback xmlns=""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2F689080-CD10-BF5D-E9ED-4599E72CE1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94438" y="6225022"/>
                <a:ext cx="3523915" cy="400110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  <a:ln w="254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C5DC5A5C-0274-D6BA-3241-AEDAE50FD015}"/>
              </a:ext>
            </a:extLst>
          </p:cNvPr>
          <p:cNvCxnSpPr/>
          <p:nvPr/>
        </p:nvCxnSpPr>
        <p:spPr>
          <a:xfrm>
            <a:off x="8657039" y="6679530"/>
            <a:ext cx="3319796" cy="0"/>
          </a:xfrm>
          <a:prstGeom prst="line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493FF878-3B85-E1E7-4710-E064FE3E0363}"/>
              </a:ext>
            </a:extLst>
          </p:cNvPr>
          <p:cNvCxnSpPr>
            <a:cxnSpLocks/>
          </p:cNvCxnSpPr>
          <p:nvPr/>
        </p:nvCxnSpPr>
        <p:spPr>
          <a:xfrm>
            <a:off x="8657039" y="6679530"/>
            <a:ext cx="3343077" cy="0"/>
          </a:xfrm>
          <a:prstGeom prst="line">
            <a:avLst/>
          </a:prstGeom>
          <a:ln w="38100">
            <a:solidFill>
              <a:srgbClr val="0070C0"/>
            </a:solidFill>
            <a:headEnd type="triangl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815C88CF-AE93-C1AC-69A9-B06EF739DE56}"/>
              </a:ext>
            </a:extLst>
          </p:cNvPr>
          <p:cNvCxnSpPr>
            <a:cxnSpLocks/>
          </p:cNvCxnSpPr>
          <p:nvPr/>
        </p:nvCxnSpPr>
        <p:spPr>
          <a:xfrm>
            <a:off x="362171" y="3479393"/>
            <a:ext cx="11537729" cy="0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9172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1" grpId="0"/>
      <p:bldP spid="38" grpId="0"/>
      <p:bldP spid="40" grpId="0" animBg="1"/>
      <p:bldP spid="41" grpId="0" animBg="1"/>
      <p:bldP spid="42" grpId="0"/>
      <p:bldP spid="43" grpId="0"/>
      <p:bldP spid="45" grpId="0"/>
      <p:bldP spid="47" grpId="0" animBg="1"/>
      <p:bldP spid="48" grpId="0" animBg="1"/>
      <p:bldP spid="49" grpId="0"/>
      <p:bldP spid="50" grpId="0"/>
      <p:bldP spid="52" grpId="0"/>
      <p:bldP spid="55" grpId="0"/>
      <p:bldP spid="56" grpId="0"/>
      <p:bldP spid="57" grpId="0"/>
      <p:bldP spid="60" grpId="0"/>
      <p:bldP spid="63" grpId="0" animBg="1"/>
      <p:bldP spid="65" grpId="0"/>
      <p:bldP spid="72" grpId="0"/>
      <p:bldP spid="74" grpId="0" animBg="1"/>
      <p:bldP spid="75" grpId="0"/>
      <p:bldP spid="87" grpId="0"/>
      <p:bldP spid="90" grpId="0" animBg="1"/>
      <p:bldP spid="92" grpId="0"/>
      <p:bldP spid="94" grpId="0"/>
      <p:bldP spid="97" grpId="0" animBg="1"/>
      <p:bldP spid="99" grpId="0"/>
      <p:bldP spid="107" grpId="0"/>
      <p:bldP spid="12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2"/>
          <p:cNvSpPr txBox="1">
            <a:spLocks/>
          </p:cNvSpPr>
          <p:nvPr/>
        </p:nvSpPr>
        <p:spPr>
          <a:xfrm>
            <a:off x="471489" y="69597"/>
            <a:ext cx="11153622" cy="5656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/>
              <a:t>The Empty Set; Disjoint Sets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B65ED7-6EBD-BE1E-5FF0-69C83BB4F678}"/>
              </a:ext>
            </a:extLst>
          </p:cNvPr>
          <p:cNvSpPr txBox="1"/>
          <p:nvPr/>
        </p:nvSpPr>
        <p:spPr>
          <a:xfrm>
            <a:off x="347134" y="941267"/>
            <a:ext cx="3837516" cy="400110"/>
          </a:xfrm>
          <a:prstGeom prst="rect">
            <a:avLst/>
          </a:prstGeom>
          <a:noFill/>
          <a:ln w="25400">
            <a:noFill/>
          </a:ln>
        </p:spPr>
        <p:txBody>
          <a:bodyPr wrap="square">
            <a:spAutoFit/>
          </a:bodyPr>
          <a:lstStyle/>
          <a:p>
            <a:pPr algn="just"/>
            <a:r>
              <a:rPr lang="en-US" sz="2000" dirty="0"/>
              <a:t>Is it possible for a list to be empty? </a:t>
            </a:r>
            <a:endParaRPr lang="en-US" sz="2000" dirty="0">
              <a:effectLst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23281C4-4900-4F44-2ECC-DC4DD2045E0E}"/>
              </a:ext>
            </a:extLst>
          </p:cNvPr>
          <p:cNvSpPr txBox="1"/>
          <p:nvPr/>
        </p:nvSpPr>
        <p:spPr>
          <a:xfrm>
            <a:off x="347133" y="1596698"/>
            <a:ext cx="11191671" cy="400110"/>
          </a:xfrm>
          <a:prstGeom prst="rect">
            <a:avLst/>
          </a:prstGeom>
          <a:noFill/>
          <a:ln w="25400">
            <a:noFill/>
          </a:ln>
        </p:spPr>
        <p:txBody>
          <a:bodyPr wrap="square">
            <a:spAutoFit/>
          </a:bodyPr>
          <a:lstStyle/>
          <a:p>
            <a:pPr algn="just"/>
            <a:r>
              <a:rPr lang="en-US" sz="2000" dirty="0"/>
              <a:t>This is also true for sets. It is possible to have a set that contains no elements.</a:t>
            </a:r>
            <a:endParaRPr lang="en-US" sz="2000" dirty="0">
              <a:effectLst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D196D47-8447-3151-C199-E34F9F330F58}"/>
              </a:ext>
            </a:extLst>
          </p:cNvPr>
          <p:cNvSpPr txBox="1"/>
          <p:nvPr/>
        </p:nvSpPr>
        <p:spPr>
          <a:xfrm>
            <a:off x="347133" y="2427469"/>
            <a:ext cx="3837517" cy="400110"/>
          </a:xfrm>
          <a:prstGeom prst="rect">
            <a:avLst/>
          </a:prstGeom>
          <a:noFill/>
          <a:ln w="25400">
            <a:noFill/>
          </a:ln>
        </p:spPr>
        <p:txBody>
          <a:bodyPr wrap="square">
            <a:spAutoFit/>
          </a:bodyPr>
          <a:lstStyle/>
          <a:p>
            <a:pPr algn="just"/>
            <a:r>
              <a:rPr lang="en-US" sz="2000" dirty="0">
                <a:effectLst/>
              </a:rPr>
              <a:t>We call </a:t>
            </a:r>
            <a:r>
              <a:rPr lang="en-US" sz="2000" dirty="0"/>
              <a:t>such a set, the </a:t>
            </a:r>
            <a:r>
              <a:rPr lang="en-US" sz="2000" b="1" i="1" dirty="0"/>
              <a:t>empty set</a:t>
            </a:r>
            <a:r>
              <a:rPr lang="en-US" sz="2000" dirty="0"/>
              <a:t>.</a:t>
            </a:r>
            <a:endParaRPr lang="en-US" sz="2000" dirty="0">
              <a:effectLst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028F749-A7FF-C1DB-1A5E-E66FFFD8B023}"/>
                  </a:ext>
                </a:extLst>
              </p:cNvPr>
              <p:cNvSpPr txBox="1"/>
              <p:nvPr/>
            </p:nvSpPr>
            <p:spPr>
              <a:xfrm>
                <a:off x="7243471" y="2439263"/>
                <a:ext cx="692692" cy="40011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squar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effectLst/>
                          <a:latin typeface="Cambria Math" panose="02040503050406030204" pitchFamily="18" charset="0"/>
                        </a:rPr>
                        <m:t>∅</m:t>
                      </m:r>
                    </m:oMath>
                  </m:oMathPara>
                </a14:m>
                <a:endParaRPr lang="en-US" sz="2000" dirty="0">
                  <a:effectLst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028F749-A7FF-C1DB-1A5E-E66FFFD8B0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3471" y="2439263"/>
                <a:ext cx="692692" cy="40011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254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74ACE11-B23E-DD9A-B9D8-62E12F686988}"/>
                  </a:ext>
                </a:extLst>
              </p:cNvPr>
              <p:cNvSpPr txBox="1"/>
              <p:nvPr/>
            </p:nvSpPr>
            <p:spPr>
              <a:xfrm>
                <a:off x="7243471" y="2839373"/>
                <a:ext cx="692692" cy="40011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squar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2000" b="0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effectLst/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US" sz="2000" dirty="0">
                  <a:effectLst/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74ACE11-B23E-DD9A-B9D8-62E12F6869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3471" y="2839373"/>
                <a:ext cx="692692" cy="400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254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E10646B4-34AF-A73B-E21B-BC68F88029B4}"/>
              </a:ext>
            </a:extLst>
          </p:cNvPr>
          <p:cNvSpPr txBox="1"/>
          <p:nvPr/>
        </p:nvSpPr>
        <p:spPr>
          <a:xfrm>
            <a:off x="9045364" y="2421786"/>
            <a:ext cx="2355527" cy="400110"/>
          </a:xfrm>
          <a:prstGeom prst="rect">
            <a:avLst/>
          </a:prstGeom>
          <a:noFill/>
          <a:ln w="25400">
            <a:noFill/>
          </a:ln>
        </p:spPr>
        <p:txBody>
          <a:bodyPr wrap="square">
            <a:spAutoFit/>
          </a:bodyPr>
          <a:lstStyle/>
          <a:p>
            <a:pPr algn="just"/>
            <a:r>
              <a:rPr lang="en-US" sz="2000" dirty="0">
                <a:effectLst/>
                <a:latin typeface="Consolas" panose="020B0609020204030204" pitchFamily="49" charset="0"/>
              </a:rPr>
              <a:t>\</a:t>
            </a:r>
            <a:r>
              <a:rPr lang="en-US" sz="2000" dirty="0" err="1">
                <a:effectLst/>
                <a:latin typeface="Consolas" panose="020B0609020204030204" pitchFamily="49" charset="0"/>
              </a:rPr>
              <a:t>emptyset</a:t>
            </a:r>
            <a:endParaRPr lang="en-US" sz="2000" dirty="0">
              <a:effectLst/>
              <a:latin typeface="Consolas" panose="020B0609020204030204" pitchFamily="49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1A9CC0F-C6FC-6E81-B1A6-E74B3D6FBB18}"/>
              </a:ext>
            </a:extLst>
          </p:cNvPr>
          <p:cNvSpPr txBox="1"/>
          <p:nvPr/>
        </p:nvSpPr>
        <p:spPr>
          <a:xfrm>
            <a:off x="9045363" y="2849814"/>
            <a:ext cx="2355528" cy="400110"/>
          </a:xfrm>
          <a:prstGeom prst="rect">
            <a:avLst/>
          </a:prstGeom>
          <a:noFill/>
          <a:ln w="25400">
            <a:noFill/>
          </a:ln>
        </p:spPr>
        <p:txBody>
          <a:bodyPr wrap="square">
            <a:spAutoFit/>
          </a:bodyPr>
          <a:lstStyle/>
          <a:p>
            <a:pPr algn="just"/>
            <a:r>
              <a:rPr lang="en-US" sz="2000" dirty="0">
                <a:effectLst/>
                <a:latin typeface="Consolas" panose="020B0609020204030204" pitchFamily="49" charset="0"/>
              </a:rPr>
              <a:t>\</a:t>
            </a:r>
            <a:r>
              <a:rPr lang="en-US" sz="2000" dirty="0" err="1">
                <a:latin typeface="Consolas" panose="020B0609020204030204" pitchFamily="49" charset="0"/>
              </a:rPr>
              <a:t>l</a:t>
            </a:r>
            <a:r>
              <a:rPr lang="en-US" sz="2000" dirty="0" err="1">
                <a:effectLst/>
                <a:latin typeface="Consolas" panose="020B0609020204030204" pitchFamily="49" charset="0"/>
              </a:rPr>
              <a:t>curly</a:t>
            </a:r>
            <a:r>
              <a:rPr lang="en-US" sz="2000" dirty="0">
                <a:effectLst/>
                <a:latin typeface="Consolas" panose="020B0609020204030204" pitchFamily="49" charset="0"/>
              </a:rPr>
              <a:t> \</a:t>
            </a:r>
            <a:r>
              <a:rPr lang="en-US" sz="2000" dirty="0" err="1">
                <a:latin typeface="Consolas" panose="020B0609020204030204" pitchFamily="49" charset="0"/>
              </a:rPr>
              <a:t>r</a:t>
            </a:r>
            <a:r>
              <a:rPr lang="en-US" sz="2000" dirty="0" err="1">
                <a:effectLst/>
                <a:latin typeface="Consolas" panose="020B0609020204030204" pitchFamily="49" charset="0"/>
              </a:rPr>
              <a:t>curly</a:t>
            </a:r>
            <a:endParaRPr lang="en-US" sz="2000" dirty="0">
              <a:effectLst/>
              <a:latin typeface="Consolas" panose="020B0609020204030204" pitchFamily="49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16D87C5-215E-0287-B095-9160865F0E44}"/>
              </a:ext>
            </a:extLst>
          </p:cNvPr>
          <p:cNvSpPr txBox="1"/>
          <p:nvPr/>
        </p:nvSpPr>
        <p:spPr>
          <a:xfrm>
            <a:off x="9635602" y="2012083"/>
            <a:ext cx="918098" cy="400110"/>
          </a:xfrm>
          <a:prstGeom prst="rect">
            <a:avLst/>
          </a:prstGeom>
          <a:noFill/>
          <a:ln w="25400">
            <a:noFill/>
          </a:ln>
        </p:spPr>
        <p:txBody>
          <a:bodyPr wrap="square">
            <a:spAutoFit/>
          </a:bodyPr>
          <a:lstStyle/>
          <a:p>
            <a:pPr algn="just"/>
            <a:r>
              <a:rPr lang="en-US" sz="2000" dirty="0">
                <a:effectLst/>
              </a:rPr>
              <a:t>LaTeX</a:t>
            </a:r>
            <a:endParaRPr lang="en-US" sz="2000" dirty="0">
              <a:effectLst/>
              <a:latin typeface="Consolas" panose="020B0609020204030204" pitchFamily="49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1ED0DCF-CF35-FD10-483E-8CBA62251FBE}"/>
              </a:ext>
            </a:extLst>
          </p:cNvPr>
          <p:cNvSpPr txBox="1"/>
          <p:nvPr/>
        </p:nvSpPr>
        <p:spPr>
          <a:xfrm>
            <a:off x="6223635" y="2012083"/>
            <a:ext cx="2821729" cy="400110"/>
          </a:xfrm>
          <a:prstGeom prst="rect">
            <a:avLst/>
          </a:prstGeom>
          <a:noFill/>
          <a:ln w="25400">
            <a:noFill/>
          </a:ln>
        </p:spPr>
        <p:txBody>
          <a:bodyPr wrap="square">
            <a:spAutoFit/>
          </a:bodyPr>
          <a:lstStyle/>
          <a:p>
            <a:pPr algn="just"/>
            <a:r>
              <a:rPr lang="en-US" sz="2000" dirty="0">
                <a:effectLst/>
              </a:rPr>
              <a:t>Mathematical Notation</a:t>
            </a:r>
            <a:endParaRPr lang="en-US" sz="2000" dirty="0">
              <a:effectLst/>
              <a:latin typeface="Consolas" panose="020B0609020204030204" pitchFamily="49" charset="0"/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E65E0F49-2681-ED6E-332C-6791754525C2}"/>
              </a:ext>
            </a:extLst>
          </p:cNvPr>
          <p:cNvCxnSpPr>
            <a:cxnSpLocks/>
          </p:cNvCxnSpPr>
          <p:nvPr/>
        </p:nvCxnSpPr>
        <p:spPr>
          <a:xfrm>
            <a:off x="6301224" y="2406424"/>
            <a:ext cx="501447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C31FAE9E-B818-989D-BE5A-7956CF0D4C77}"/>
                  </a:ext>
                </a:extLst>
              </p:cNvPr>
              <p:cNvSpPr txBox="1"/>
              <p:nvPr/>
            </p:nvSpPr>
            <p:spPr>
              <a:xfrm>
                <a:off x="5432425" y="3379581"/>
                <a:ext cx="1327149" cy="40011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squar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sz="2000" b="0" i="1" smtClean="0">
                          <a:effectLst/>
                          <a:latin typeface="Cambria Math" panose="02040503050406030204" pitchFamily="18" charset="0"/>
                        </a:rPr>
                        <m:t>≠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000" b="0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effectLst/>
                              <a:latin typeface="Cambria Math" panose="02040503050406030204" pitchFamily="18" charset="0"/>
                            </a:rPr>
                            <m:t>∅</m:t>
                          </m:r>
                        </m:e>
                      </m:d>
                    </m:oMath>
                  </m:oMathPara>
                </a14:m>
                <a:endParaRPr lang="en-US" sz="2000" dirty="0">
                  <a:effectLst/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C31FAE9E-B818-989D-BE5A-7956CF0D4C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2425" y="3379581"/>
                <a:ext cx="1327149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254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Box 27">
            <a:extLst>
              <a:ext uri="{FF2B5EF4-FFF2-40B4-BE49-F238E27FC236}">
                <a16:creationId xmlns:a16="http://schemas.microsoft.com/office/drawing/2014/main" id="{6569B47C-6601-D9E4-7AF4-93E5F3B0B131}"/>
              </a:ext>
            </a:extLst>
          </p:cNvPr>
          <p:cNvSpPr txBox="1"/>
          <p:nvPr/>
        </p:nvSpPr>
        <p:spPr>
          <a:xfrm>
            <a:off x="4084108" y="3374718"/>
            <a:ext cx="859367" cy="400110"/>
          </a:xfrm>
          <a:prstGeom prst="rect">
            <a:avLst/>
          </a:prstGeom>
          <a:noFill/>
          <a:ln w="25400">
            <a:noFill/>
          </a:ln>
        </p:spPr>
        <p:txBody>
          <a:bodyPr wrap="square">
            <a:spAutoFit/>
          </a:bodyPr>
          <a:lstStyle/>
          <a:p>
            <a:pPr algn="just"/>
            <a:r>
              <a:rPr lang="en-US" sz="2000" dirty="0">
                <a:effectLst/>
              </a:rPr>
              <a:t>Note: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3">
                <a:extLst>
                  <a:ext uri="{FF2B5EF4-FFF2-40B4-BE49-F238E27FC236}">
                    <a16:creationId xmlns:a16="http://schemas.microsoft.com/office/drawing/2014/main" id="{03C251F0-0952-2C88-B03E-B66303CC311C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443525" y="4581468"/>
                <a:ext cx="5780110" cy="1172494"/>
              </a:xfrm>
              <a:prstGeom prst="rect">
                <a:avLst/>
              </a:prstGeom>
              <a:ln w="25400">
                <a:solidFill>
                  <a:schemeClr val="tx1"/>
                </a:solidFill>
              </a:ln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Clr>
                    <a:schemeClr val="accent3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Clr>
                    <a:schemeClr val="accent3"/>
                  </a:buClr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Clr>
                    <a:schemeClr val="accent3"/>
                  </a:buClr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Clr>
                    <a:schemeClr val="accent3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Clr>
                    <a:schemeClr val="accent3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just">
                  <a:spcBef>
                    <a:spcPts val="3000"/>
                  </a:spcBef>
                  <a:buNone/>
                </a:pPr>
                <a:r>
                  <a:rPr lang="en-US" altLang="en-US" sz="2000" b="1" i="1" dirty="0"/>
                  <a:t>Definition</a:t>
                </a:r>
                <a:r>
                  <a:rPr lang="en-US" altLang="en-US" sz="2000" dirty="0"/>
                  <a:t> [Disjoint]</a:t>
                </a:r>
                <a:r>
                  <a:rPr lang="en-US" altLang="en-US" sz="2000" b="1" i="1" dirty="0"/>
                  <a:t>.</a:t>
                </a:r>
                <a:r>
                  <a:rPr lang="en-US" altLang="en-US" sz="2000" dirty="0"/>
                  <a:t> Two sets are called disjoint if, and only if, they have no elements in common.</a:t>
                </a:r>
              </a:p>
              <a:p>
                <a:pPr marL="0" indent="0" algn="ctr">
                  <a:spcBef>
                    <a:spcPts val="1800"/>
                  </a:spcBef>
                  <a:buNone/>
                </a:pPr>
                <a14:m>
                  <m:oMath xmlns:m="http://schemas.openxmlformats.org/officeDocument/2006/math">
                    <m:r>
                      <a:rPr lang="en-US" altLang="en-US" sz="2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altLang="en-US" sz="2000" dirty="0">
                    <a:ea typeface="Cambria Math" panose="020405030504060302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altLang="en-US" sz="2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altLang="en-US" sz="2000" dirty="0">
                    <a:ea typeface="Cambria Math" panose="02040503050406030204" pitchFamily="18" charset="0"/>
                  </a:rPr>
                  <a:t> are disjoint </a:t>
                </a:r>
                <a14:m>
                  <m:oMath xmlns:m="http://schemas.openxmlformats.org/officeDocument/2006/math">
                    <m:r>
                      <a:rPr lang="en-US" alt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⇔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=∅</m:t>
                    </m:r>
                  </m:oMath>
                </a14:m>
                <a:r>
                  <a:rPr lang="en-US" altLang="en-US" sz="2000" dirty="0"/>
                  <a:t>.</a:t>
                </a:r>
              </a:p>
            </p:txBody>
          </p:sp>
        </mc:Choice>
        <mc:Fallback xmlns="">
          <p:sp>
            <p:nvSpPr>
              <p:cNvPr id="29" name="Rectangle 3">
                <a:extLst>
                  <a:ext uri="{FF2B5EF4-FFF2-40B4-BE49-F238E27FC236}">
                    <a16:creationId xmlns:a16="http://schemas.microsoft.com/office/drawing/2014/main" id="{03C251F0-0952-2C88-B03E-B66303CC31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525" y="4581468"/>
                <a:ext cx="5780110" cy="1172494"/>
              </a:xfrm>
              <a:prstGeom prst="rect">
                <a:avLst/>
              </a:prstGeom>
              <a:blipFill>
                <a:blip r:embed="rId5"/>
                <a:stretch>
                  <a:fillRect l="-945" t="-4592" r="-840" b="-6122"/>
                </a:stretch>
              </a:blipFill>
              <a:ln w="254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9" name="Group 38">
            <a:extLst>
              <a:ext uri="{FF2B5EF4-FFF2-40B4-BE49-F238E27FC236}">
                <a16:creationId xmlns:a16="http://schemas.microsoft.com/office/drawing/2014/main" id="{AEEA199E-61AF-E4FE-AA6E-EF74C568B35F}"/>
              </a:ext>
            </a:extLst>
          </p:cNvPr>
          <p:cNvGrpSpPr/>
          <p:nvPr/>
        </p:nvGrpSpPr>
        <p:grpSpPr>
          <a:xfrm>
            <a:off x="7243471" y="5061247"/>
            <a:ext cx="1573809" cy="1211008"/>
            <a:chOff x="9741891" y="5577395"/>
            <a:chExt cx="1573809" cy="1211008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CBAD1EB5-6C5C-CAD5-4F8F-4F18F7A1B8FF}"/>
                </a:ext>
              </a:extLst>
            </p:cNvPr>
            <p:cNvSpPr/>
            <p:nvPr/>
          </p:nvSpPr>
          <p:spPr>
            <a:xfrm>
              <a:off x="9807936" y="5577395"/>
              <a:ext cx="1507764" cy="1211008"/>
            </a:xfrm>
            <a:prstGeom prst="rect">
              <a:avLst/>
            </a:prstGeom>
            <a:solidFill>
              <a:srgbClr val="FFC000">
                <a:alpha val="0"/>
              </a:srgbClr>
            </a:solidFill>
            <a:ln w="12700">
              <a:solidFill>
                <a:schemeClr val="tx1"/>
              </a:solidFill>
            </a:ln>
            <a:effectLst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571F46E8-FFA4-9729-09E3-F29C64AF1082}"/>
                    </a:ext>
                  </a:extLst>
                </p:cNvPr>
                <p:cNvSpPr txBox="1"/>
                <p:nvPr/>
              </p:nvSpPr>
              <p:spPr>
                <a:xfrm>
                  <a:off x="9981596" y="5883394"/>
                  <a:ext cx="339740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en-US" sz="1800" b="1" i="1" smtClean="0">
                            <a:latin typeface="Cambria Math" panose="02040503050406030204" pitchFamily="18" charset="0"/>
                          </a:rPr>
                          <m:t>𝑨</m:t>
                        </m:r>
                      </m:oMath>
                    </m:oMathPara>
                  </a14:m>
                  <a:endParaRPr lang="en-US" b="1" dirty="0"/>
                </a:p>
              </p:txBody>
            </p:sp>
          </mc:Choice>
          <mc:Fallback xmlns="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571F46E8-FFA4-9729-09E3-F29C64AF10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81596" y="5883394"/>
                  <a:ext cx="339740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7" name="Isosceles Triangle 36">
              <a:extLst>
                <a:ext uri="{FF2B5EF4-FFF2-40B4-BE49-F238E27FC236}">
                  <a16:creationId xmlns:a16="http://schemas.microsoft.com/office/drawing/2014/main" id="{6F8AA58C-C12C-DB70-09CC-0558A044D8E0}"/>
                </a:ext>
              </a:extLst>
            </p:cNvPr>
            <p:cNvSpPr/>
            <p:nvPr/>
          </p:nvSpPr>
          <p:spPr>
            <a:xfrm rot="19789680">
              <a:off x="9741891" y="5692610"/>
              <a:ext cx="819150" cy="643766"/>
            </a:xfrm>
            <a:prstGeom prst="triangle">
              <a:avLst/>
            </a:prstGeom>
            <a:solidFill>
              <a:srgbClr val="7030A0">
                <a:alpha val="65000"/>
              </a:srgbClr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C1AFE31E-60BF-016B-E108-6ED5D7CD1E58}"/>
                </a:ext>
              </a:extLst>
            </p:cNvPr>
            <p:cNvSpPr/>
            <p:nvPr/>
          </p:nvSpPr>
          <p:spPr>
            <a:xfrm>
              <a:off x="10223952" y="6055484"/>
              <a:ext cx="992045" cy="638241"/>
            </a:xfrm>
            <a:custGeom>
              <a:avLst/>
              <a:gdLst>
                <a:gd name="connsiteX0" fmla="*/ 306245 w 992045"/>
                <a:gd name="connsiteY0" fmla="*/ 609600 h 638241"/>
                <a:gd name="connsiteX1" fmla="*/ 306245 w 992045"/>
                <a:gd name="connsiteY1" fmla="*/ 609600 h 638241"/>
                <a:gd name="connsiteX2" fmla="*/ 782495 w 992045"/>
                <a:gd name="connsiteY2" fmla="*/ 501650 h 638241"/>
                <a:gd name="connsiteX3" fmla="*/ 839645 w 992045"/>
                <a:gd name="connsiteY3" fmla="*/ 476250 h 638241"/>
                <a:gd name="connsiteX4" fmla="*/ 877745 w 992045"/>
                <a:gd name="connsiteY4" fmla="*/ 444500 h 638241"/>
                <a:gd name="connsiteX5" fmla="*/ 947595 w 992045"/>
                <a:gd name="connsiteY5" fmla="*/ 361950 h 638241"/>
                <a:gd name="connsiteX6" fmla="*/ 992045 w 992045"/>
                <a:gd name="connsiteY6" fmla="*/ 241300 h 638241"/>
                <a:gd name="connsiteX7" fmla="*/ 985695 w 992045"/>
                <a:gd name="connsiteY7" fmla="*/ 63500 h 638241"/>
                <a:gd name="connsiteX8" fmla="*/ 966645 w 992045"/>
                <a:gd name="connsiteY8" fmla="*/ 25400 h 638241"/>
                <a:gd name="connsiteX9" fmla="*/ 960295 w 992045"/>
                <a:gd name="connsiteY9" fmla="*/ 6350 h 638241"/>
                <a:gd name="connsiteX10" fmla="*/ 896795 w 992045"/>
                <a:gd name="connsiteY10" fmla="*/ 0 h 638241"/>
                <a:gd name="connsiteX11" fmla="*/ 795195 w 992045"/>
                <a:gd name="connsiteY11" fmla="*/ 6350 h 638241"/>
                <a:gd name="connsiteX12" fmla="*/ 750745 w 992045"/>
                <a:gd name="connsiteY12" fmla="*/ 12700 h 638241"/>
                <a:gd name="connsiteX13" fmla="*/ 674545 w 992045"/>
                <a:gd name="connsiteY13" fmla="*/ 57150 h 638241"/>
                <a:gd name="connsiteX14" fmla="*/ 649145 w 992045"/>
                <a:gd name="connsiteY14" fmla="*/ 82550 h 638241"/>
                <a:gd name="connsiteX15" fmla="*/ 611045 w 992045"/>
                <a:gd name="connsiteY15" fmla="*/ 146050 h 638241"/>
                <a:gd name="connsiteX16" fmla="*/ 591995 w 992045"/>
                <a:gd name="connsiteY16" fmla="*/ 203200 h 638241"/>
                <a:gd name="connsiteX17" fmla="*/ 572945 w 992045"/>
                <a:gd name="connsiteY17" fmla="*/ 228600 h 638241"/>
                <a:gd name="connsiteX18" fmla="*/ 547545 w 992045"/>
                <a:gd name="connsiteY18" fmla="*/ 234950 h 638241"/>
                <a:gd name="connsiteX19" fmla="*/ 433245 w 992045"/>
                <a:gd name="connsiteY19" fmla="*/ 260350 h 638241"/>
                <a:gd name="connsiteX20" fmla="*/ 388795 w 992045"/>
                <a:gd name="connsiteY20" fmla="*/ 279400 h 638241"/>
                <a:gd name="connsiteX21" fmla="*/ 274495 w 992045"/>
                <a:gd name="connsiteY21" fmla="*/ 323850 h 638241"/>
                <a:gd name="connsiteX22" fmla="*/ 210995 w 992045"/>
                <a:gd name="connsiteY22" fmla="*/ 349250 h 638241"/>
                <a:gd name="connsiteX23" fmla="*/ 160195 w 992045"/>
                <a:gd name="connsiteY23" fmla="*/ 368300 h 638241"/>
                <a:gd name="connsiteX24" fmla="*/ 115745 w 992045"/>
                <a:gd name="connsiteY24" fmla="*/ 393700 h 638241"/>
                <a:gd name="connsiteX25" fmla="*/ 58595 w 992045"/>
                <a:gd name="connsiteY25" fmla="*/ 425450 h 638241"/>
                <a:gd name="connsiteX26" fmla="*/ 26845 w 992045"/>
                <a:gd name="connsiteY26" fmla="*/ 482600 h 638241"/>
                <a:gd name="connsiteX27" fmla="*/ 1445 w 992045"/>
                <a:gd name="connsiteY27" fmla="*/ 584200 h 638241"/>
                <a:gd name="connsiteX28" fmla="*/ 7795 w 992045"/>
                <a:gd name="connsiteY28" fmla="*/ 635000 h 638241"/>
                <a:gd name="connsiteX29" fmla="*/ 58595 w 992045"/>
                <a:gd name="connsiteY29" fmla="*/ 622300 h 638241"/>
                <a:gd name="connsiteX30" fmla="*/ 166545 w 992045"/>
                <a:gd name="connsiteY30" fmla="*/ 552450 h 638241"/>
                <a:gd name="connsiteX31" fmla="*/ 236395 w 992045"/>
                <a:gd name="connsiteY31" fmla="*/ 501650 h 638241"/>
                <a:gd name="connsiteX32" fmla="*/ 280845 w 992045"/>
                <a:gd name="connsiteY32" fmla="*/ 495300 h 638241"/>
                <a:gd name="connsiteX33" fmla="*/ 299895 w 992045"/>
                <a:gd name="connsiteY33" fmla="*/ 501650 h 638241"/>
                <a:gd name="connsiteX34" fmla="*/ 287195 w 992045"/>
                <a:gd name="connsiteY34" fmla="*/ 565150 h 638241"/>
                <a:gd name="connsiteX35" fmla="*/ 306245 w 992045"/>
                <a:gd name="connsiteY35" fmla="*/ 609600 h 6382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992045" h="638241">
                  <a:moveTo>
                    <a:pt x="306245" y="609600"/>
                  </a:moveTo>
                  <a:lnTo>
                    <a:pt x="306245" y="609600"/>
                  </a:lnTo>
                  <a:cubicBezTo>
                    <a:pt x="464995" y="573617"/>
                    <a:pt x="624578" y="541129"/>
                    <a:pt x="782495" y="501650"/>
                  </a:cubicBezTo>
                  <a:cubicBezTo>
                    <a:pt x="802719" y="496594"/>
                    <a:pt x="821769" y="486976"/>
                    <a:pt x="839645" y="476250"/>
                  </a:cubicBezTo>
                  <a:cubicBezTo>
                    <a:pt x="853821" y="467745"/>
                    <a:pt x="865559" y="455671"/>
                    <a:pt x="877745" y="444500"/>
                  </a:cubicBezTo>
                  <a:cubicBezTo>
                    <a:pt x="905530" y="419030"/>
                    <a:pt x="928916" y="395158"/>
                    <a:pt x="947595" y="361950"/>
                  </a:cubicBezTo>
                  <a:cubicBezTo>
                    <a:pt x="971535" y="319390"/>
                    <a:pt x="978067" y="287894"/>
                    <a:pt x="992045" y="241300"/>
                  </a:cubicBezTo>
                  <a:cubicBezTo>
                    <a:pt x="989928" y="182033"/>
                    <a:pt x="992624" y="122398"/>
                    <a:pt x="985695" y="63500"/>
                  </a:cubicBezTo>
                  <a:cubicBezTo>
                    <a:pt x="984036" y="49398"/>
                    <a:pt x="972412" y="38375"/>
                    <a:pt x="966645" y="25400"/>
                  </a:cubicBezTo>
                  <a:cubicBezTo>
                    <a:pt x="963927" y="19283"/>
                    <a:pt x="966585" y="8637"/>
                    <a:pt x="960295" y="6350"/>
                  </a:cubicBezTo>
                  <a:cubicBezTo>
                    <a:pt x="940303" y="-920"/>
                    <a:pt x="917962" y="2117"/>
                    <a:pt x="896795" y="0"/>
                  </a:cubicBezTo>
                  <a:cubicBezTo>
                    <a:pt x="862928" y="2117"/>
                    <a:pt x="829000" y="3410"/>
                    <a:pt x="795195" y="6350"/>
                  </a:cubicBezTo>
                  <a:cubicBezTo>
                    <a:pt x="780284" y="7647"/>
                    <a:pt x="765050" y="8298"/>
                    <a:pt x="750745" y="12700"/>
                  </a:cubicBezTo>
                  <a:cubicBezTo>
                    <a:pt x="731784" y="18534"/>
                    <a:pt x="689210" y="45418"/>
                    <a:pt x="674545" y="57150"/>
                  </a:cubicBezTo>
                  <a:cubicBezTo>
                    <a:pt x="665195" y="64630"/>
                    <a:pt x="656105" y="72807"/>
                    <a:pt x="649145" y="82550"/>
                  </a:cubicBezTo>
                  <a:cubicBezTo>
                    <a:pt x="634798" y="102636"/>
                    <a:pt x="611045" y="146050"/>
                    <a:pt x="611045" y="146050"/>
                  </a:cubicBezTo>
                  <a:cubicBezTo>
                    <a:pt x="604168" y="187312"/>
                    <a:pt x="611406" y="176025"/>
                    <a:pt x="591995" y="203200"/>
                  </a:cubicBezTo>
                  <a:cubicBezTo>
                    <a:pt x="585844" y="211812"/>
                    <a:pt x="581557" y="222449"/>
                    <a:pt x="572945" y="228600"/>
                  </a:cubicBezTo>
                  <a:cubicBezTo>
                    <a:pt x="565843" y="233673"/>
                    <a:pt x="555747" y="231968"/>
                    <a:pt x="547545" y="234950"/>
                  </a:cubicBezTo>
                  <a:cubicBezTo>
                    <a:pt x="465906" y="264637"/>
                    <a:pt x="541919" y="250471"/>
                    <a:pt x="433245" y="260350"/>
                  </a:cubicBezTo>
                  <a:cubicBezTo>
                    <a:pt x="396176" y="285063"/>
                    <a:pt x="433900" y="262998"/>
                    <a:pt x="388795" y="279400"/>
                  </a:cubicBezTo>
                  <a:cubicBezTo>
                    <a:pt x="350377" y="293370"/>
                    <a:pt x="312544" y="308902"/>
                    <a:pt x="274495" y="323850"/>
                  </a:cubicBezTo>
                  <a:lnTo>
                    <a:pt x="210995" y="349250"/>
                  </a:lnTo>
                  <a:cubicBezTo>
                    <a:pt x="194140" y="355805"/>
                    <a:pt x="175897" y="359327"/>
                    <a:pt x="160195" y="368300"/>
                  </a:cubicBezTo>
                  <a:cubicBezTo>
                    <a:pt x="145378" y="376767"/>
                    <a:pt x="130770" y="385609"/>
                    <a:pt x="115745" y="393700"/>
                  </a:cubicBezTo>
                  <a:cubicBezTo>
                    <a:pt x="57341" y="425148"/>
                    <a:pt x="96703" y="400044"/>
                    <a:pt x="58595" y="425450"/>
                  </a:cubicBezTo>
                  <a:cubicBezTo>
                    <a:pt x="48012" y="444500"/>
                    <a:pt x="36061" y="462852"/>
                    <a:pt x="26845" y="482600"/>
                  </a:cubicBezTo>
                  <a:cubicBezTo>
                    <a:pt x="13177" y="511889"/>
                    <a:pt x="7325" y="554800"/>
                    <a:pt x="1445" y="584200"/>
                  </a:cubicBezTo>
                  <a:cubicBezTo>
                    <a:pt x="3562" y="601133"/>
                    <a:pt x="-6404" y="625534"/>
                    <a:pt x="7795" y="635000"/>
                  </a:cubicBezTo>
                  <a:cubicBezTo>
                    <a:pt x="22318" y="644682"/>
                    <a:pt x="43109" y="630353"/>
                    <a:pt x="58595" y="622300"/>
                  </a:cubicBezTo>
                  <a:cubicBezTo>
                    <a:pt x="96620" y="602527"/>
                    <a:pt x="131080" y="576516"/>
                    <a:pt x="166545" y="552450"/>
                  </a:cubicBezTo>
                  <a:cubicBezTo>
                    <a:pt x="190368" y="536284"/>
                    <a:pt x="207895" y="505721"/>
                    <a:pt x="236395" y="501650"/>
                  </a:cubicBezTo>
                  <a:lnTo>
                    <a:pt x="280845" y="495300"/>
                  </a:lnTo>
                  <a:cubicBezTo>
                    <a:pt x="287195" y="497417"/>
                    <a:pt x="298272" y="495156"/>
                    <a:pt x="299895" y="501650"/>
                  </a:cubicBezTo>
                  <a:cubicBezTo>
                    <a:pt x="311555" y="548290"/>
                    <a:pt x="289800" y="533885"/>
                    <a:pt x="287195" y="565150"/>
                  </a:cubicBezTo>
                  <a:cubicBezTo>
                    <a:pt x="285613" y="584134"/>
                    <a:pt x="303070" y="602192"/>
                    <a:pt x="306245" y="609600"/>
                  </a:cubicBez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CFBACE67-6AD8-C846-2AC3-97BC13D366D9}"/>
                    </a:ext>
                  </a:extLst>
                </p:cNvPr>
                <p:cNvSpPr txBox="1"/>
                <p:nvPr/>
              </p:nvSpPr>
              <p:spPr>
                <a:xfrm>
                  <a:off x="10835487" y="6086262"/>
                  <a:ext cx="380510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en-US" sz="1800" b="1" i="1" smtClean="0">
                            <a:latin typeface="Cambria Math" panose="02040503050406030204" pitchFamily="18" charset="0"/>
                          </a:rPr>
                          <m:t>𝑩</m:t>
                        </m:r>
                      </m:oMath>
                    </m:oMathPara>
                  </a14:m>
                  <a:endParaRPr lang="en-US" b="1" dirty="0"/>
                </a:p>
              </p:txBody>
            </p:sp>
          </mc:Choice>
          <mc:Fallback xmlns="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CFBACE67-6AD8-C846-2AC3-97BC13D366D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835487" y="6086262"/>
                  <a:ext cx="380510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ED6E1842-F357-CE3C-0E7F-62208370064F}"/>
                  </a:ext>
                </a:extLst>
              </p:cNvPr>
              <p:cNvSpPr txBox="1"/>
              <p:nvPr/>
            </p:nvSpPr>
            <p:spPr>
              <a:xfrm>
                <a:off x="9270331" y="4861192"/>
                <a:ext cx="2566737" cy="40011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squar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1,3,5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∩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2,4,6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=∅</m:t>
                      </m:r>
                    </m:oMath>
                  </m:oMathPara>
                </a14:m>
                <a:endParaRPr lang="en-US" sz="2000" dirty="0">
                  <a:effectLst/>
                </a:endParaRP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ED6E1842-F357-CE3C-0E7F-6220837006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70331" y="4861192"/>
                <a:ext cx="2566737" cy="4001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254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A15710AD-7245-B8EC-9CC0-3DF4BA40BC69}"/>
                  </a:ext>
                </a:extLst>
              </p:cNvPr>
              <p:cNvSpPr txBox="1"/>
              <p:nvPr/>
            </p:nvSpPr>
            <p:spPr>
              <a:xfrm>
                <a:off x="9270331" y="5415119"/>
                <a:ext cx="2566737" cy="40011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squar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∩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=∅</m:t>
                      </m:r>
                    </m:oMath>
                  </m:oMathPara>
                </a14:m>
                <a:endParaRPr lang="en-US" sz="2000" dirty="0">
                  <a:effectLst/>
                </a:endParaRP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A15710AD-7245-B8EC-9CC0-3DF4BA40BC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70331" y="5415119"/>
                <a:ext cx="2566737" cy="4001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254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B1C34A37-3FCF-68F9-8896-8160741AE9C5}"/>
                  </a:ext>
                </a:extLst>
              </p:cNvPr>
              <p:cNvSpPr txBox="1"/>
              <p:nvPr/>
            </p:nvSpPr>
            <p:spPr>
              <a:xfrm>
                <a:off x="9270331" y="5969046"/>
                <a:ext cx="2566737" cy="40011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squar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−4,4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∩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=∅</m:t>
                      </m:r>
                    </m:oMath>
                  </m:oMathPara>
                </a14:m>
                <a:endParaRPr lang="en-US" sz="2000" dirty="0">
                  <a:effectLst/>
                </a:endParaRP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B1C34A37-3FCF-68F9-8896-8160741AE9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70331" y="5969046"/>
                <a:ext cx="2566737" cy="4001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 w="254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4CBAE9BD-8B93-1AB9-E05A-782511676D41}"/>
              </a:ext>
            </a:extLst>
          </p:cNvPr>
          <p:cNvCxnSpPr>
            <a:cxnSpLocks/>
          </p:cNvCxnSpPr>
          <p:nvPr/>
        </p:nvCxnSpPr>
        <p:spPr>
          <a:xfrm>
            <a:off x="362171" y="4076293"/>
            <a:ext cx="11537729" cy="0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7521AD6-8FC1-DD02-7228-07F7A768720A}"/>
              </a:ext>
            </a:extLst>
          </p:cNvPr>
          <p:cNvSpPr txBox="1"/>
          <p:nvPr/>
        </p:nvSpPr>
        <p:spPr>
          <a:xfrm>
            <a:off x="4305543" y="946986"/>
            <a:ext cx="1378880" cy="4001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dirty="0"/>
              <a:t>Of course.</a:t>
            </a:r>
          </a:p>
        </p:txBody>
      </p:sp>
    </p:spTree>
    <p:extLst>
      <p:ext uri="{BB962C8B-B14F-4D97-AF65-F5344CB8AC3E}">
        <p14:creationId xmlns:p14="http://schemas.microsoft.com/office/powerpoint/2010/main" val="21521211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/>
      <p:bldP spid="14" grpId="0"/>
      <p:bldP spid="19" grpId="0"/>
      <p:bldP spid="20" grpId="0"/>
      <p:bldP spid="22" grpId="0"/>
      <p:bldP spid="23" grpId="0"/>
      <p:bldP spid="24" grpId="0"/>
      <p:bldP spid="27" grpId="0"/>
      <p:bldP spid="28" grpId="0"/>
      <p:bldP spid="29" grpId="0" animBg="1"/>
      <p:bldP spid="40" grpId="0"/>
      <p:bldP spid="41" grpId="0"/>
      <p:bldP spid="42" grpId="0"/>
      <p:bldP spid="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itle 12"/>
              <p:cNvSpPr txBox="1">
                <a:spLocks/>
              </p:cNvSpPr>
              <p:nvPr/>
            </p:nvSpPr>
            <p:spPr>
              <a:xfrm>
                <a:off x="471489" y="69597"/>
                <a:ext cx="11153622" cy="565671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l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accent1">
                        <a:lumMod val="75000"/>
                      </a:schemeClr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 xmlns:m="http://schemas.openxmlformats.org/officeDocument/2006/math"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∅</m:t>
                    </m:r>
                  </m:oMath>
                </a14:m>
                <a:r>
                  <a:rPr lang="en-US" sz="3600" dirty="0"/>
                  <a:t>-Related Proofs</a:t>
                </a:r>
              </a:p>
            </p:txBody>
          </p:sp>
        </mc:Choice>
        <mc:Fallback xmlns="">
          <p:sp>
            <p:nvSpPr>
              <p:cNvPr id="4" name="Title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489" y="69597"/>
                <a:ext cx="11153622" cy="565671"/>
              </a:xfrm>
              <a:prstGeom prst="rect">
                <a:avLst/>
              </a:prstGeom>
              <a:blipFill>
                <a:blip r:embed="rId2"/>
                <a:stretch>
                  <a:fillRect t="-22581" b="-473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FB65ED7-6EBD-BE1E-5FF0-69C83BB4F678}"/>
                  </a:ext>
                </a:extLst>
              </p:cNvPr>
              <p:cNvSpPr txBox="1"/>
              <p:nvPr/>
            </p:nvSpPr>
            <p:spPr>
              <a:xfrm>
                <a:off x="347133" y="712385"/>
                <a:ext cx="11191671" cy="40011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2000" dirty="0"/>
                  <a:t>[</a:t>
                </a:r>
                <a:r>
                  <a:rPr lang="en-US" sz="2000" dirty="0" err="1"/>
                  <a:t>Emptyset</a:t>
                </a:r>
                <a:r>
                  <a:rPr lang="en-US" sz="2000" dirty="0"/>
                  <a:t> is a Subset of Every Set] If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sz="2000" dirty="0"/>
                  <a:t> is a set with no elements and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dirty="0">
                    <a:effectLst/>
                  </a:rPr>
                  <a:t> is any set, then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effectLst/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sz="2000" b="0" i="1" dirty="0" smtClean="0">
                        <a:effectLst/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sz="2000" b="0" i="1" dirty="0" smtClean="0">
                        <a:effectLst/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dirty="0">
                    <a:effectLst/>
                  </a:rPr>
                  <a:t>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FB65ED7-6EBD-BE1E-5FF0-69C83BB4F6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133" y="712385"/>
                <a:ext cx="11191671" cy="400110"/>
              </a:xfrm>
              <a:prstGeom prst="rect">
                <a:avLst/>
              </a:prstGeom>
              <a:blipFill>
                <a:blip r:embed="rId3"/>
                <a:stretch>
                  <a:fillRect l="-599" t="-9231" b="-27692"/>
                </a:stretch>
              </a:blipFill>
              <a:ln w="254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3A2E2107-3725-456E-9E13-FD5C78BF8CF7}"/>
              </a:ext>
            </a:extLst>
          </p:cNvPr>
          <p:cNvSpPr txBox="1"/>
          <p:nvPr/>
        </p:nvSpPr>
        <p:spPr>
          <a:xfrm>
            <a:off x="347133" y="1293467"/>
            <a:ext cx="11191671" cy="400110"/>
          </a:xfrm>
          <a:prstGeom prst="rect">
            <a:avLst/>
          </a:prstGeom>
          <a:noFill/>
          <a:ln w="25400">
            <a:noFill/>
          </a:ln>
        </p:spPr>
        <p:txBody>
          <a:bodyPr wrap="square">
            <a:spAutoFit/>
          </a:bodyPr>
          <a:lstStyle/>
          <a:p>
            <a:pPr algn="just"/>
            <a:r>
              <a:rPr lang="en-US" sz="2000" i="1" dirty="0"/>
              <a:t>Proof by contradiction.</a:t>
            </a:r>
            <a:endParaRPr lang="en-US" sz="2000" i="1" dirty="0">
              <a:effectLst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05DB1E4-7CD0-5402-6B46-81F2F86FC2D9}"/>
                  </a:ext>
                </a:extLst>
              </p:cNvPr>
              <p:cNvSpPr txBox="1"/>
              <p:nvPr/>
            </p:nvSpPr>
            <p:spPr>
              <a:xfrm>
                <a:off x="347134" y="1941542"/>
                <a:ext cx="9961708" cy="40011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2000" dirty="0">
                    <a:effectLst/>
                  </a:rPr>
                  <a:t>Suppose there exists a set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effectLst/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sz="2000" dirty="0">
                    <a:effectLst/>
                  </a:rPr>
                  <a:t> with no elements and a set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effectLst/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dirty="0">
                    <a:effectLst/>
                  </a:rPr>
                  <a:t> such that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effectLst/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sz="2000" b="0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⊈</m:t>
                    </m:r>
                    <m:r>
                      <a:rPr lang="en-US" sz="2000" b="0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dirty="0">
                    <a:effectLst/>
                  </a:rPr>
                  <a:t>.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05DB1E4-7CD0-5402-6B46-81F2F86FC2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134" y="1941542"/>
                <a:ext cx="9961708" cy="400110"/>
              </a:xfrm>
              <a:prstGeom prst="rect">
                <a:avLst/>
              </a:prstGeom>
              <a:blipFill>
                <a:blip r:embed="rId4"/>
                <a:stretch>
                  <a:fillRect l="-673" t="-7576" b="-25758"/>
                </a:stretch>
              </a:blipFill>
              <a:ln w="254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6C98ED5-CC31-EF77-8B8F-3783A1DD3F14}"/>
                  </a:ext>
                </a:extLst>
              </p:cNvPr>
              <p:cNvSpPr txBox="1"/>
              <p:nvPr/>
            </p:nvSpPr>
            <p:spPr>
              <a:xfrm>
                <a:off x="347134" y="2442423"/>
                <a:ext cx="9961708" cy="40011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2000" dirty="0"/>
                  <a:t>Then there exists an element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sz="2000" dirty="0">
                    <a:effectLst/>
                  </a:rPr>
                  <a:t>, but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effectLst/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sz="2000" b="0" i="1" smtClean="0">
                        <a:effectLst/>
                        <a:latin typeface="Cambria Math" panose="02040503050406030204" pitchFamily="18" charset="0"/>
                      </a:rPr>
                      <m:t>∉</m:t>
                    </m:r>
                    <m:r>
                      <a:rPr lang="en-US" sz="2000" b="0" i="1" smtClean="0">
                        <a:effectLst/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dirty="0">
                    <a:effectLst/>
                  </a:rPr>
                  <a:t>.</a:t>
                </a: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6C98ED5-CC31-EF77-8B8F-3783A1DD3F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134" y="2442423"/>
                <a:ext cx="9961708" cy="400110"/>
              </a:xfrm>
              <a:prstGeom prst="rect">
                <a:avLst/>
              </a:prstGeom>
              <a:blipFill>
                <a:blip r:embed="rId5"/>
                <a:stretch>
                  <a:fillRect l="-673" t="-9231" b="-27692"/>
                </a:stretch>
              </a:blipFill>
              <a:ln w="254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7F400C0-D380-AA6A-06F5-3CB5A9BC9F86}"/>
                  </a:ext>
                </a:extLst>
              </p:cNvPr>
              <p:cNvSpPr txBox="1"/>
              <p:nvPr/>
            </p:nvSpPr>
            <p:spPr>
              <a:xfrm>
                <a:off x="347134" y="3005915"/>
                <a:ext cx="9961708" cy="40011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2000" dirty="0"/>
                  <a:t>This is a contradiction since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sz="2000" dirty="0">
                    <a:effectLst/>
                  </a:rPr>
                  <a:t> contains no elements.</a:t>
                </a: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7F400C0-D380-AA6A-06F5-3CB5A9BC9F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134" y="3005915"/>
                <a:ext cx="9961708" cy="400110"/>
              </a:xfrm>
              <a:prstGeom prst="rect">
                <a:avLst/>
              </a:prstGeom>
              <a:blipFill>
                <a:blip r:embed="rId6"/>
                <a:stretch>
                  <a:fillRect l="-673" t="-7576" b="-25758"/>
                </a:stretch>
              </a:blipFill>
              <a:ln w="254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6A1DBF91-5139-B908-21E8-677A0EF695BC}"/>
                  </a:ext>
                </a:extLst>
              </p:cNvPr>
              <p:cNvSpPr txBox="1"/>
              <p:nvPr/>
            </p:nvSpPr>
            <p:spPr>
              <a:xfrm>
                <a:off x="5686703" y="3145290"/>
                <a:ext cx="512530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∎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6A1DBF91-5139-B908-21E8-677A0EF695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6703" y="3145290"/>
                <a:ext cx="512530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61D9C31C-B9CC-732E-B27A-FE88116B6EE4}"/>
              </a:ext>
            </a:extLst>
          </p:cNvPr>
          <p:cNvCxnSpPr>
            <a:cxnSpLocks/>
          </p:cNvCxnSpPr>
          <p:nvPr/>
        </p:nvCxnSpPr>
        <p:spPr>
          <a:xfrm>
            <a:off x="362171" y="3721016"/>
            <a:ext cx="11537729" cy="0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02FA9E10-C4AB-2656-54EA-47C5D3150D47}"/>
              </a:ext>
            </a:extLst>
          </p:cNvPr>
          <p:cNvSpPr txBox="1"/>
          <p:nvPr/>
        </p:nvSpPr>
        <p:spPr>
          <a:xfrm>
            <a:off x="347133" y="3992995"/>
            <a:ext cx="11191671" cy="400110"/>
          </a:xfrm>
          <a:prstGeom prst="rect">
            <a:avLst/>
          </a:prstGeom>
          <a:noFill/>
          <a:ln w="25400">
            <a:noFill/>
          </a:ln>
        </p:spPr>
        <p:txBody>
          <a:bodyPr wrap="square">
            <a:spAutoFit/>
          </a:bodyPr>
          <a:lstStyle/>
          <a:p>
            <a:pPr algn="just"/>
            <a:r>
              <a:rPr lang="en-US" sz="2000" dirty="0"/>
              <a:t>[Uniqueness of the Empty Set] There is only one set with no elements.</a:t>
            </a:r>
            <a:endParaRPr lang="en-US" sz="2000" dirty="0">
              <a:effectLst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312B50C-CF92-BB49-DBCD-ECD6FFB9A574}"/>
              </a:ext>
            </a:extLst>
          </p:cNvPr>
          <p:cNvSpPr txBox="1"/>
          <p:nvPr/>
        </p:nvSpPr>
        <p:spPr>
          <a:xfrm>
            <a:off x="347133" y="4574077"/>
            <a:ext cx="11191671" cy="400110"/>
          </a:xfrm>
          <a:prstGeom prst="rect">
            <a:avLst/>
          </a:prstGeom>
          <a:noFill/>
          <a:ln w="25400">
            <a:noFill/>
          </a:ln>
        </p:spPr>
        <p:txBody>
          <a:bodyPr wrap="square">
            <a:spAutoFit/>
          </a:bodyPr>
          <a:lstStyle/>
          <a:p>
            <a:pPr algn="just"/>
            <a:r>
              <a:rPr lang="en-US" sz="2000" i="1" dirty="0"/>
              <a:t>Proof.</a:t>
            </a:r>
            <a:endParaRPr lang="en-US" sz="2000" i="1" dirty="0">
              <a:effectLst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7DD8C268-EBCD-7199-3FDB-B4D714AB665D}"/>
                  </a:ext>
                </a:extLst>
              </p:cNvPr>
              <p:cNvSpPr txBox="1"/>
              <p:nvPr/>
            </p:nvSpPr>
            <p:spPr>
              <a:xfrm>
                <a:off x="347133" y="5100381"/>
                <a:ext cx="11191671" cy="40011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2000" dirty="0"/>
                  <a:t>Suppose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dirty="0">
                    <a:effectLst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effectLst/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sz="2000" b="0" i="1" smtClean="0">
                            <a:effectLst/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000" dirty="0">
                    <a:effectLst/>
                  </a:rPr>
                  <a:t> are both sets with no elements.</a:t>
                </a: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7DD8C268-EBCD-7199-3FDB-B4D714AB66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133" y="5100381"/>
                <a:ext cx="11191671" cy="400110"/>
              </a:xfrm>
              <a:prstGeom prst="rect">
                <a:avLst/>
              </a:prstGeom>
              <a:blipFill>
                <a:blip r:embed="rId8"/>
                <a:stretch>
                  <a:fillRect l="-599" t="-9231" b="-27692"/>
                </a:stretch>
              </a:blipFill>
              <a:ln w="254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2B3DEB49-24F1-922F-DBB8-4DA7685A54B5}"/>
                  </a:ext>
                </a:extLst>
              </p:cNvPr>
              <p:cNvSpPr txBox="1"/>
              <p:nvPr/>
            </p:nvSpPr>
            <p:spPr>
              <a:xfrm>
                <a:off x="347133" y="5696237"/>
                <a:ext cx="5011135" cy="40011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2000" dirty="0"/>
                  <a:t>By the previous result,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⊆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000" dirty="0">
                    <a:effectLst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⊆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dirty="0">
                    <a:effectLst/>
                  </a:rPr>
                  <a:t>.</a:t>
                </a: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2B3DEB49-24F1-922F-DBB8-4DA7685A54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133" y="5696237"/>
                <a:ext cx="5011135" cy="400110"/>
              </a:xfrm>
              <a:prstGeom prst="rect">
                <a:avLst/>
              </a:prstGeom>
              <a:blipFill>
                <a:blip r:embed="rId9"/>
                <a:stretch>
                  <a:fillRect l="-1338" t="-7576" b="-25758"/>
                </a:stretch>
              </a:blipFill>
              <a:ln w="254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D662EA88-86D3-FE38-85B3-1C9F212B9AF1}"/>
                  </a:ext>
                </a:extLst>
              </p:cNvPr>
              <p:cNvSpPr txBox="1"/>
              <p:nvPr/>
            </p:nvSpPr>
            <p:spPr>
              <a:xfrm>
                <a:off x="347133" y="6202165"/>
                <a:ext cx="5011135" cy="40011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2000" dirty="0"/>
                  <a:t>Thus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000" dirty="0">
                    <a:effectLst/>
                  </a:rPr>
                  <a:t> by the definition of set equality.</a:t>
                </a: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D662EA88-86D3-FE38-85B3-1C9F212B9A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133" y="6202165"/>
                <a:ext cx="5011135" cy="400110"/>
              </a:xfrm>
              <a:prstGeom prst="rect">
                <a:avLst/>
              </a:prstGeom>
              <a:blipFill>
                <a:blip r:embed="rId10"/>
                <a:stretch>
                  <a:fillRect l="-1338" t="-7576" b="-25758"/>
                </a:stretch>
              </a:blipFill>
              <a:ln w="254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089D217A-E235-C521-2028-55C2C9290870}"/>
                  </a:ext>
                </a:extLst>
              </p:cNvPr>
              <p:cNvSpPr txBox="1"/>
              <p:nvPr/>
            </p:nvSpPr>
            <p:spPr>
              <a:xfrm>
                <a:off x="5071723" y="6326340"/>
                <a:ext cx="512530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∎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089D217A-E235-C521-2028-55C2C92908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1723" y="6326340"/>
                <a:ext cx="512530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59170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  <p:bldP spid="23" grpId="0"/>
      <p:bldP spid="24" grpId="0"/>
      <p:bldP spid="25" grpId="0"/>
      <p:bldP spid="27" grpId="0"/>
      <p:bldP spid="28" grpId="0"/>
      <p:bldP spid="29" grpId="0"/>
      <p:bldP spid="30" grpId="0"/>
      <p:bldP spid="31" grpId="0"/>
      <p:bldP spid="3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2"/>
          <p:cNvSpPr txBox="1">
            <a:spLocks/>
          </p:cNvSpPr>
          <p:nvPr/>
        </p:nvSpPr>
        <p:spPr>
          <a:xfrm>
            <a:off x="471489" y="69597"/>
            <a:ext cx="11153622" cy="5656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/>
              <a:t>Cardinality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B65ED7-6EBD-BE1E-5FF0-69C83BB4F678}"/>
              </a:ext>
            </a:extLst>
          </p:cNvPr>
          <p:cNvSpPr txBox="1"/>
          <p:nvPr/>
        </p:nvSpPr>
        <p:spPr>
          <a:xfrm>
            <a:off x="372532" y="3993591"/>
            <a:ext cx="3234267" cy="400110"/>
          </a:xfrm>
          <a:prstGeom prst="rect">
            <a:avLst/>
          </a:prstGeom>
          <a:noFill/>
          <a:ln w="25400">
            <a:noFill/>
          </a:ln>
        </p:spPr>
        <p:txBody>
          <a:bodyPr wrap="square">
            <a:spAutoFit/>
          </a:bodyPr>
          <a:lstStyle/>
          <a:p>
            <a:pPr algn="just"/>
            <a:r>
              <a:rPr lang="en-US" sz="2000" dirty="0"/>
              <a:t>Evaluate the expression.</a:t>
            </a:r>
            <a:endParaRPr lang="en-US" sz="2000" dirty="0">
              <a:effectLst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C31FAE9E-B818-989D-BE5A-7956CF0D4C77}"/>
                  </a:ext>
                </a:extLst>
              </p:cNvPr>
              <p:cNvSpPr txBox="1"/>
              <p:nvPr/>
            </p:nvSpPr>
            <p:spPr>
              <a:xfrm>
                <a:off x="571501" y="4801062"/>
                <a:ext cx="673100" cy="40011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squar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∅</m:t>
                          </m:r>
                        </m:e>
                      </m:d>
                    </m:oMath>
                  </m:oMathPara>
                </a14:m>
                <a:endParaRPr lang="en-US" sz="2000" dirty="0">
                  <a:effectLst/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C31FAE9E-B818-989D-BE5A-7956CF0D4C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501" y="4801062"/>
                <a:ext cx="673100" cy="400110"/>
              </a:xfrm>
              <a:prstGeom prst="rect">
                <a:avLst/>
              </a:prstGeom>
              <a:blipFill>
                <a:blip r:embed="rId2"/>
                <a:stretch>
                  <a:fillRect b="-1538"/>
                </a:stretch>
              </a:blipFill>
              <a:ln w="254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E01627B-0692-ABBE-BF90-179F7E651938}"/>
                  </a:ext>
                </a:extLst>
              </p:cNvPr>
              <p:cNvSpPr txBox="1"/>
              <p:nvPr/>
            </p:nvSpPr>
            <p:spPr>
              <a:xfrm>
                <a:off x="347133" y="829554"/>
                <a:ext cx="11191671" cy="707886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2000" dirty="0"/>
                  <a:t>We sometimes talk about the size of a set. Mathematically, we say that the number of elements in a set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2000" dirty="0"/>
                  <a:t> is called its cardinality and is denoted as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d>
                  </m:oMath>
                </a14:m>
                <a:r>
                  <a:rPr lang="en-US" sz="2000" dirty="0"/>
                  <a:t>.</a:t>
                </a:r>
                <a:endParaRPr lang="en-US" sz="2000" dirty="0">
                  <a:effectLst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E01627B-0692-ABBE-BF90-179F7E651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133" y="829554"/>
                <a:ext cx="11191671" cy="707886"/>
              </a:xfrm>
              <a:prstGeom prst="rect">
                <a:avLst/>
              </a:prstGeom>
              <a:blipFill>
                <a:blip r:embed="rId3"/>
                <a:stretch>
                  <a:fillRect l="-599" t="-4310" b="-14655"/>
                </a:stretch>
              </a:blipFill>
              <a:ln w="254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F668D3AD-A717-F280-4529-01383BC7E417}"/>
              </a:ext>
            </a:extLst>
          </p:cNvPr>
          <p:cNvSpPr txBox="1"/>
          <p:nvPr/>
        </p:nvSpPr>
        <p:spPr>
          <a:xfrm>
            <a:off x="347133" y="1756414"/>
            <a:ext cx="11191671" cy="707886"/>
          </a:xfrm>
          <a:prstGeom prst="rect">
            <a:avLst/>
          </a:prstGeom>
          <a:noFill/>
          <a:ln w="25400">
            <a:noFill/>
          </a:ln>
        </p:spPr>
        <p:txBody>
          <a:bodyPr wrap="square">
            <a:spAutoFit/>
          </a:bodyPr>
          <a:lstStyle/>
          <a:p>
            <a:pPr algn="just"/>
            <a:r>
              <a:rPr lang="en-US" sz="2000" dirty="0"/>
              <a:t>Since this is a computing-based course, we will generally focus on (1) the use of proper notation and (2) cardinalities of finite sets.</a:t>
            </a:r>
            <a:endParaRPr lang="en-US" sz="2000" dirty="0">
              <a:effectLst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F1A604-D7CF-D2DF-3639-601CE8617B64}"/>
              </a:ext>
            </a:extLst>
          </p:cNvPr>
          <p:cNvSpPr txBox="1"/>
          <p:nvPr/>
        </p:nvSpPr>
        <p:spPr>
          <a:xfrm>
            <a:off x="5994400" y="2438459"/>
            <a:ext cx="5544404" cy="1323439"/>
          </a:xfrm>
          <a:prstGeom prst="rect">
            <a:avLst/>
          </a:prstGeom>
          <a:noFill/>
          <a:ln w="25400">
            <a:noFill/>
          </a:ln>
        </p:spPr>
        <p:txBody>
          <a:bodyPr wrap="square">
            <a:spAutoFit/>
          </a:bodyPr>
          <a:lstStyle/>
          <a:p>
            <a:pPr algn="just"/>
            <a:r>
              <a:rPr lang="en-US" sz="2000" dirty="0"/>
              <a:t>(While it is a reasonable mathematical exercise to consider cardinalities of infinite sets and correspondences among those sets, that will not be our focus. Yes, there are different sizes of infinity.)</a:t>
            </a:r>
            <a:endParaRPr lang="en-US" sz="2000" dirty="0">
              <a:effectLst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1E0EAC7-E9EF-CF1C-A7D3-8CB877FACC23}"/>
                  </a:ext>
                </a:extLst>
              </p:cNvPr>
              <p:cNvSpPr txBox="1"/>
              <p:nvPr/>
            </p:nvSpPr>
            <p:spPr>
              <a:xfrm>
                <a:off x="4151566" y="4801062"/>
                <a:ext cx="1314449" cy="40011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squar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2, 2, 2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sz="2000" dirty="0">
                  <a:effectLst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1E0EAC7-E9EF-CF1C-A7D3-8CB877FACC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1566" y="4801062"/>
                <a:ext cx="1314449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254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B75A271-4AB5-482B-C5C7-54EE78A25D94}"/>
                  </a:ext>
                </a:extLst>
              </p:cNvPr>
              <p:cNvSpPr txBox="1"/>
              <p:nvPr/>
            </p:nvSpPr>
            <p:spPr>
              <a:xfrm>
                <a:off x="2042573" y="4801062"/>
                <a:ext cx="1314449" cy="40011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squar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1, 2, 3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sz="2000" dirty="0">
                  <a:effectLst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B75A271-4AB5-482B-C5C7-54EE78A25D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2573" y="4801062"/>
                <a:ext cx="1314449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254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DA9D660-1883-E594-250C-553D37E9CCD8}"/>
                  </a:ext>
                </a:extLst>
              </p:cNvPr>
              <p:cNvSpPr txBox="1"/>
              <p:nvPr/>
            </p:nvSpPr>
            <p:spPr>
              <a:xfrm>
                <a:off x="6449346" y="4801062"/>
                <a:ext cx="1314449" cy="40011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squar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ℕ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ℕ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000" dirty="0">
                  <a:effectLst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DA9D660-1883-E594-250C-553D37E9CC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9346" y="4801062"/>
                <a:ext cx="1314449" cy="400110"/>
              </a:xfrm>
              <a:prstGeom prst="rect">
                <a:avLst/>
              </a:prstGeom>
              <a:blipFill>
                <a:blip r:embed="rId6"/>
                <a:stretch>
                  <a:fillRect b="-1538"/>
                </a:stretch>
              </a:blipFill>
              <a:ln w="254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19BFB95-E2A9-59CE-A52B-0CAF22C8F89C}"/>
                  </a:ext>
                </a:extLst>
              </p:cNvPr>
              <p:cNvSpPr txBox="1"/>
              <p:nvPr/>
            </p:nvSpPr>
            <p:spPr>
              <a:xfrm>
                <a:off x="978425" y="5319021"/>
                <a:ext cx="673100" cy="40011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squar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000" dirty="0">
                  <a:solidFill>
                    <a:srgbClr val="FF0000"/>
                  </a:solidFill>
                  <a:effectLst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19BFB95-E2A9-59CE-A52B-0CAF22C8F8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8425" y="5319021"/>
                <a:ext cx="673100" cy="4001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254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6F25367-470C-634E-60C2-03F764DF69C2}"/>
                  </a:ext>
                </a:extLst>
              </p:cNvPr>
              <p:cNvSpPr txBox="1"/>
              <p:nvPr/>
            </p:nvSpPr>
            <p:spPr>
              <a:xfrm>
                <a:off x="8839739" y="4801062"/>
                <a:ext cx="673100" cy="40011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squar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∅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sz="2000" dirty="0">
                  <a:effectLst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6F25367-470C-634E-60C2-03F764DF69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39739" y="4801062"/>
                <a:ext cx="673100" cy="400110"/>
              </a:xfrm>
              <a:prstGeom prst="rect">
                <a:avLst/>
              </a:prstGeom>
              <a:blipFill>
                <a:blip r:embed="rId8"/>
                <a:stretch>
                  <a:fillRect b="-1538"/>
                </a:stretch>
              </a:blipFill>
              <a:ln w="254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6107491-8AF0-A6CB-7BC9-BE0E0F556B66}"/>
                  </a:ext>
                </a:extLst>
              </p:cNvPr>
              <p:cNvSpPr txBox="1"/>
              <p:nvPr/>
            </p:nvSpPr>
            <p:spPr>
              <a:xfrm>
                <a:off x="9246663" y="5346853"/>
                <a:ext cx="673100" cy="40011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squar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000" dirty="0">
                  <a:solidFill>
                    <a:srgbClr val="FF0000"/>
                  </a:solidFill>
                  <a:effectLst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6107491-8AF0-A6CB-7BC9-BE0E0F556B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46663" y="5346853"/>
                <a:ext cx="673100" cy="4001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254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E5D3DF6-3258-41E7-5E47-9EE198C9A166}"/>
                  </a:ext>
                </a:extLst>
              </p:cNvPr>
              <p:cNvSpPr txBox="1"/>
              <p:nvPr/>
            </p:nvSpPr>
            <p:spPr>
              <a:xfrm>
                <a:off x="3015711" y="5319021"/>
                <a:ext cx="673100" cy="40011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squar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sz="2000" dirty="0">
                  <a:solidFill>
                    <a:srgbClr val="FF0000"/>
                  </a:solidFill>
                  <a:effectLst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E5D3DF6-3258-41E7-5E47-9EE198C9A1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5711" y="5319021"/>
                <a:ext cx="673100" cy="4001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 w="254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D4ADF9F-FBB1-9BF5-0184-F4BC1962285A}"/>
                  </a:ext>
                </a:extLst>
              </p:cNvPr>
              <p:cNvSpPr txBox="1"/>
              <p:nvPr/>
            </p:nvSpPr>
            <p:spPr>
              <a:xfrm>
                <a:off x="5350922" y="5319021"/>
                <a:ext cx="673100" cy="40011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squar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000" dirty="0">
                  <a:solidFill>
                    <a:srgbClr val="FF0000"/>
                  </a:solidFill>
                  <a:effectLst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D4ADF9F-FBB1-9BF5-0184-F4BC196228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0922" y="5319021"/>
                <a:ext cx="673100" cy="40011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 w="254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9463FEF8-BD02-E4B6-83EA-C923A611F539}"/>
              </a:ext>
            </a:extLst>
          </p:cNvPr>
          <p:cNvSpPr txBox="1"/>
          <p:nvPr/>
        </p:nvSpPr>
        <p:spPr>
          <a:xfrm>
            <a:off x="4202113" y="5746963"/>
            <a:ext cx="1965867" cy="523220"/>
          </a:xfrm>
          <a:prstGeom prst="rect">
            <a:avLst/>
          </a:prstGeom>
          <a:noFill/>
          <a:ln w="25400">
            <a:noFill/>
          </a:ln>
        </p:spPr>
        <p:txBody>
          <a:bodyPr wrap="square">
            <a:spAutoFit/>
          </a:bodyPr>
          <a:lstStyle/>
          <a:p>
            <a:pPr algn="just"/>
            <a:r>
              <a:rPr lang="en-US" sz="1400" dirty="0">
                <a:solidFill>
                  <a:srgbClr val="FF0000"/>
                </a:solidFill>
                <a:effectLst/>
              </a:rPr>
              <a:t>Recall, sets do not have redundant elements.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4E01A99-CB9B-631C-5671-461C502A9B20}"/>
                  </a:ext>
                </a:extLst>
              </p:cNvPr>
              <p:cNvSpPr txBox="1"/>
              <p:nvPr/>
            </p:nvSpPr>
            <p:spPr>
              <a:xfrm>
                <a:off x="7582821" y="5319021"/>
                <a:ext cx="673100" cy="40011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squar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000" dirty="0">
                  <a:solidFill>
                    <a:srgbClr val="FF0000"/>
                  </a:solidFill>
                  <a:effectLst/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4E01A99-CB9B-631C-5671-461C502A9B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2821" y="5319021"/>
                <a:ext cx="673100" cy="40011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 w="254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6038603-1F95-79F6-A5E4-9762F8BC03E0}"/>
                  </a:ext>
                </a:extLst>
              </p:cNvPr>
              <p:cNvSpPr txBox="1"/>
              <p:nvPr/>
            </p:nvSpPr>
            <p:spPr>
              <a:xfrm>
                <a:off x="10224355" y="4801062"/>
                <a:ext cx="1314449" cy="40011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squar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ℤ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sup>
                          </m:s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∩</m:t>
                          </m:r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ℤ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2000" dirty="0">
                  <a:effectLst/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6038603-1F95-79F6-A5E4-9762F8BC03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24355" y="4801062"/>
                <a:ext cx="1314449" cy="40011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 w="254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60EDBAB5-C921-0291-54B7-D700E1A58E2C}"/>
                  </a:ext>
                </a:extLst>
              </p:cNvPr>
              <p:cNvSpPr txBox="1"/>
              <p:nvPr/>
            </p:nvSpPr>
            <p:spPr>
              <a:xfrm>
                <a:off x="11070226" y="5319021"/>
                <a:ext cx="673100" cy="40011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squar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000" dirty="0">
                  <a:solidFill>
                    <a:srgbClr val="FF0000"/>
                  </a:solidFill>
                  <a:effectLst/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60EDBAB5-C921-0291-54B7-D700E1A58E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70226" y="5319021"/>
                <a:ext cx="673100" cy="40011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 w="254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39435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7" grpId="0"/>
      <p:bldP spid="8" grpId="0"/>
      <p:bldP spid="10" grpId="0"/>
      <p:bldP spid="11" grpId="0"/>
      <p:bldP spid="12" grpId="0"/>
      <p:bldP spid="13" grpId="0"/>
      <p:bldP spid="15" grpId="0"/>
      <p:bldP spid="16" grpId="0"/>
      <p:bldP spid="17" grpId="0"/>
      <p:bldP spid="18" grpId="0"/>
      <p:bldP spid="21" grpId="0"/>
      <p:bldP spid="26" grpId="0"/>
      <p:bldP spid="2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2"/>
          <p:cNvSpPr txBox="1">
            <a:spLocks/>
          </p:cNvSpPr>
          <p:nvPr/>
        </p:nvSpPr>
        <p:spPr>
          <a:xfrm>
            <a:off x="471489" y="69597"/>
            <a:ext cx="11153622" cy="5656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/>
              <a:t>Properties of Sets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3">
                <a:extLst>
                  <a:ext uri="{FF2B5EF4-FFF2-40B4-BE49-F238E27FC236}">
                    <a16:creationId xmlns:a16="http://schemas.microsoft.com/office/drawing/2014/main" id="{D2AD01C1-57BB-FCCA-3BF3-2D7EC9244B28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443524" y="1494232"/>
                <a:ext cx="11316675" cy="4295026"/>
              </a:xfrm>
              <a:prstGeom prst="rect">
                <a:avLst/>
              </a:prstGeom>
              <a:ln w="25400">
                <a:solidFill>
                  <a:schemeClr val="tx1"/>
                </a:solidFill>
              </a:ln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Clr>
                    <a:schemeClr val="accent3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Clr>
                    <a:schemeClr val="accent3"/>
                  </a:buClr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Clr>
                    <a:schemeClr val="accent3"/>
                  </a:buClr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Clr>
                    <a:schemeClr val="accent3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Clr>
                    <a:schemeClr val="accent3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just">
                  <a:spcBef>
                    <a:spcPts val="1800"/>
                  </a:spcBef>
                  <a:buNone/>
                </a:pPr>
                <a:r>
                  <a:rPr lang="en-US" altLang="en-US" sz="2000" b="1" i="1" dirty="0"/>
                  <a:t>Theorem. </a:t>
                </a:r>
                <a:r>
                  <a:rPr lang="en-US" altLang="en-US" sz="2000" dirty="0"/>
                  <a:t>For all sets </a:t>
                </a:r>
                <a14:m>
                  <m:oMath xmlns:m="http://schemas.openxmlformats.org/officeDocument/2006/math">
                    <m:r>
                      <a:rPr lang="en-US" altLang="en-US" sz="20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altLang="en-US" sz="2000" dirty="0"/>
                  <a:t>, </a:t>
                </a:r>
                <a14:m>
                  <m:oMath xmlns:m="http://schemas.openxmlformats.org/officeDocument/2006/math"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altLang="en-US" sz="2000" dirty="0"/>
                  <a:t>, and </a:t>
                </a:r>
                <a14:m>
                  <m:oMath xmlns:m="http://schemas.openxmlformats.org/officeDocument/2006/math">
                    <m:r>
                      <a:rPr lang="en-US" altLang="en-US" sz="2000" b="0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altLang="en-US" sz="2000" dirty="0"/>
                  <a:t>:</a:t>
                </a:r>
              </a:p>
              <a:p>
                <a:pPr marL="0" indent="0" algn="just">
                  <a:spcBef>
                    <a:spcPts val="1800"/>
                  </a:spcBef>
                  <a:buNone/>
                </a:pPr>
                <a:r>
                  <a:rPr lang="en-US" altLang="en-US" sz="2000" dirty="0"/>
                  <a:t>Inclusion of Intersection:</a:t>
                </a:r>
              </a:p>
              <a:p>
                <a:pPr marL="0" indent="0" algn="ctr"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∩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altLang="en-US" sz="2000" dirty="0"/>
                  <a:t> and </a:t>
                </a:r>
                <a14:m>
                  <m:oMath xmlns:m="http://schemas.openxmlformats.org/officeDocument/2006/math">
                    <m:r>
                      <a:rPr lang="en-US" altLang="en-US" sz="20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en-US" sz="2000" i="1">
                        <a:latin typeface="Cambria Math" panose="02040503050406030204" pitchFamily="18" charset="0"/>
                      </a:rPr>
                      <m:t>∩</m:t>
                    </m:r>
                    <m:r>
                      <a:rPr lang="en-US" altLang="en-US" sz="2000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en-US" sz="2000" i="1"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endParaRPr lang="en-US" altLang="en-US" sz="2000" dirty="0"/>
              </a:p>
              <a:p>
                <a:pPr marL="0" indent="0" algn="just">
                  <a:spcBef>
                    <a:spcPts val="1800"/>
                  </a:spcBef>
                  <a:buNone/>
                </a:pPr>
                <a:endParaRPr lang="en-US" altLang="en-US" sz="2000" dirty="0"/>
              </a:p>
              <a:p>
                <a:pPr marL="0" indent="0" algn="just">
                  <a:spcBef>
                    <a:spcPts val="1800"/>
                  </a:spcBef>
                  <a:buNone/>
                </a:pPr>
                <a:r>
                  <a:rPr lang="en-US" altLang="en-US" sz="2000" dirty="0"/>
                  <a:t>Inclusion in Union:</a:t>
                </a:r>
              </a:p>
              <a:p>
                <a:pPr marL="0" indent="0" algn="ctr"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∪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altLang="en-US" sz="2000" dirty="0"/>
                  <a:t> and </a:t>
                </a:r>
                <a14:m>
                  <m:oMath xmlns:m="http://schemas.openxmlformats.org/officeDocument/2006/math"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∪</m:t>
                    </m:r>
                    <m:r>
                      <a:rPr lang="en-US" altLang="en-US" sz="2000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endParaRPr lang="en-US" altLang="en-US" sz="2000" dirty="0"/>
              </a:p>
              <a:p>
                <a:pPr marL="0" indent="0" algn="just">
                  <a:spcBef>
                    <a:spcPts val="1800"/>
                  </a:spcBef>
                  <a:buNone/>
                </a:pPr>
                <a:endParaRPr lang="en-US" altLang="en-US" sz="2000" dirty="0"/>
              </a:p>
              <a:p>
                <a:pPr marL="0" indent="0" algn="just">
                  <a:spcBef>
                    <a:spcPts val="1800"/>
                  </a:spcBef>
                  <a:buNone/>
                </a:pPr>
                <a:r>
                  <a:rPr lang="en-US" altLang="en-US" sz="2000" dirty="0"/>
                  <a:t>Transitive Property of Subsets:</a:t>
                </a:r>
              </a:p>
              <a:p>
                <a:pPr marL="0" indent="0" algn="ctr">
                  <a:spcBef>
                    <a:spcPts val="0"/>
                  </a:spcBef>
                  <a:buNone/>
                </a:pPr>
                <a:r>
                  <a:rPr lang="en-US" altLang="en-US" sz="2000" dirty="0"/>
                  <a:t>If </a:t>
                </a:r>
                <a14:m>
                  <m:oMath xmlns:m="http://schemas.openxmlformats.org/officeDocument/2006/math"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altLang="en-US" sz="2000" dirty="0"/>
                  <a:t> and </a:t>
                </a:r>
                <a14:m>
                  <m:oMath xmlns:m="http://schemas.openxmlformats.org/officeDocument/2006/math"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en-US" sz="2000" i="1"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altLang="en-US" sz="2000" dirty="0"/>
                  <a:t>, then </a:t>
                </a:r>
                <a14:m>
                  <m:oMath xmlns:m="http://schemas.openxmlformats.org/officeDocument/2006/math">
                    <m:r>
                      <a:rPr lang="en-US" altLang="en-US" sz="20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en-US" sz="2000" i="1"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altLang="en-US" sz="2000" dirty="0"/>
                  <a:t>.</a:t>
                </a:r>
              </a:p>
            </p:txBody>
          </p:sp>
        </mc:Choice>
        <mc:Fallback xmlns="">
          <p:sp>
            <p:nvSpPr>
              <p:cNvPr id="3" name="Rectangle 3">
                <a:extLst>
                  <a:ext uri="{FF2B5EF4-FFF2-40B4-BE49-F238E27FC236}">
                    <a16:creationId xmlns:a16="http://schemas.microsoft.com/office/drawing/2014/main" id="{D2AD01C1-57BB-FCCA-3BF3-2D7EC9244B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524" y="1494232"/>
                <a:ext cx="11316675" cy="4295026"/>
              </a:xfrm>
              <a:prstGeom prst="rect">
                <a:avLst/>
              </a:prstGeom>
              <a:blipFill>
                <a:blip r:embed="rId2"/>
                <a:stretch>
                  <a:fillRect l="-484" t="-1128"/>
                </a:stretch>
              </a:blipFill>
              <a:ln w="254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roup 1">
            <a:extLst>
              <a:ext uri="{FF2B5EF4-FFF2-40B4-BE49-F238E27FC236}">
                <a16:creationId xmlns:a16="http://schemas.microsoft.com/office/drawing/2014/main" id="{73665473-CAAB-D2B4-1EC6-F6D9D1771060}"/>
              </a:ext>
            </a:extLst>
          </p:cNvPr>
          <p:cNvGrpSpPr/>
          <p:nvPr/>
        </p:nvGrpSpPr>
        <p:grpSpPr>
          <a:xfrm>
            <a:off x="8077690" y="2978686"/>
            <a:ext cx="1507764" cy="1211008"/>
            <a:chOff x="5352184" y="1653696"/>
            <a:chExt cx="1507764" cy="1211008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ACB3973-21B4-F9E8-6C45-7F57DB9B48BB}"/>
                </a:ext>
              </a:extLst>
            </p:cNvPr>
            <p:cNvSpPr/>
            <p:nvPr/>
          </p:nvSpPr>
          <p:spPr>
            <a:xfrm>
              <a:off x="5352184" y="1653696"/>
              <a:ext cx="1507764" cy="1211008"/>
            </a:xfrm>
            <a:prstGeom prst="rect">
              <a:avLst/>
            </a:prstGeom>
            <a:solidFill>
              <a:srgbClr val="FFC000">
                <a:alpha val="0"/>
              </a:srgbClr>
            </a:solidFill>
            <a:ln w="12700">
              <a:solidFill>
                <a:schemeClr val="tx1"/>
              </a:solidFill>
            </a:ln>
            <a:effectLst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764A23E2-AFEB-BEF9-B6EF-DE801ECFD666}"/>
                    </a:ext>
                  </a:extLst>
                </p:cNvPr>
                <p:cNvSpPr txBox="1"/>
                <p:nvPr/>
              </p:nvSpPr>
              <p:spPr>
                <a:xfrm>
                  <a:off x="5934513" y="1815842"/>
                  <a:ext cx="339740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en-US" sz="1800" b="1" i="1" smtClean="0">
                            <a:latin typeface="Cambria Math" panose="02040503050406030204" pitchFamily="18" charset="0"/>
                          </a:rPr>
                          <m:t>𝑨</m:t>
                        </m:r>
                      </m:oMath>
                    </m:oMathPara>
                  </a14:m>
                  <a:endParaRPr lang="en-US" b="1" dirty="0"/>
                </a:p>
              </p:txBody>
            </p:sp>
          </mc:Choice>
          <mc:Fallback xmlns="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8B01A770-B208-CBFB-025E-6D139132D8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34513" y="1815842"/>
                  <a:ext cx="339740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A14458C8-5D1A-EC94-4908-A5F160B503A7}"/>
                    </a:ext>
                  </a:extLst>
                </p:cNvPr>
                <p:cNvSpPr txBox="1"/>
                <p:nvPr/>
              </p:nvSpPr>
              <p:spPr>
                <a:xfrm>
                  <a:off x="5976300" y="2185174"/>
                  <a:ext cx="380510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en-US" sz="1800" b="1" i="1" smtClean="0">
                            <a:latin typeface="Cambria Math" panose="02040503050406030204" pitchFamily="18" charset="0"/>
                          </a:rPr>
                          <m:t>𝑩</m:t>
                        </m:r>
                      </m:oMath>
                    </m:oMathPara>
                  </a14:m>
                  <a:endParaRPr lang="en-US" b="1" dirty="0"/>
                </a:p>
              </p:txBody>
            </p:sp>
          </mc:Choice>
          <mc:Fallback xmlns="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FF6FAE5E-D2B2-968C-B2C8-4CB4EB22CE3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76300" y="2185174"/>
                  <a:ext cx="380510" cy="369332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BDFBA73-8D1C-004C-304B-437728552FBD}"/>
                </a:ext>
              </a:extLst>
            </p:cNvPr>
            <p:cNvSpPr/>
            <p:nvPr/>
          </p:nvSpPr>
          <p:spPr>
            <a:xfrm>
              <a:off x="5551073" y="1753505"/>
              <a:ext cx="1089854" cy="563198"/>
            </a:xfrm>
            <a:prstGeom prst="rect">
              <a:avLst/>
            </a:prstGeom>
            <a:solidFill>
              <a:srgbClr val="00B0F0">
                <a:alpha val="36000"/>
              </a:srgbClr>
            </a:solidFill>
            <a:ln w="6350">
              <a:solidFill>
                <a:schemeClr val="tx1"/>
              </a:solidFill>
              <a:prstDash val="solid"/>
            </a:ln>
            <a:effectLst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009C14A-F230-7965-E212-017A77D57C5C}"/>
                </a:ext>
              </a:extLst>
            </p:cNvPr>
            <p:cNvSpPr/>
            <p:nvPr/>
          </p:nvSpPr>
          <p:spPr>
            <a:xfrm>
              <a:off x="5726527" y="2029358"/>
              <a:ext cx="914400" cy="741184"/>
            </a:xfrm>
            <a:prstGeom prst="rect">
              <a:avLst/>
            </a:prstGeom>
            <a:solidFill>
              <a:srgbClr val="FF0000">
                <a:alpha val="40000"/>
              </a:srgbClr>
            </a:solidFill>
            <a:ln w="6350">
              <a:solidFill>
                <a:schemeClr val="tx1"/>
              </a:solidFill>
              <a:prstDash val="solid"/>
            </a:ln>
            <a:effectLst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22" name="Picture 21">
            <a:extLst>
              <a:ext uri="{FF2B5EF4-FFF2-40B4-BE49-F238E27FC236}">
                <a16:creationId xmlns:a16="http://schemas.microsoft.com/office/drawing/2014/main" id="{095E8B2F-2F76-A03A-2CBB-894D382CB99C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082316" y="1718472"/>
            <a:ext cx="1511939" cy="1060796"/>
          </a:xfrm>
          <a:prstGeom prst="rect">
            <a:avLst/>
          </a:prstGeom>
        </p:spPr>
      </p:pic>
      <p:grpSp>
        <p:nvGrpSpPr>
          <p:cNvPr id="32" name="Group 31">
            <a:extLst>
              <a:ext uri="{FF2B5EF4-FFF2-40B4-BE49-F238E27FC236}">
                <a16:creationId xmlns:a16="http://schemas.microsoft.com/office/drawing/2014/main" id="{E95130FB-1B30-92C0-2781-9C54775D9213}"/>
              </a:ext>
            </a:extLst>
          </p:cNvPr>
          <p:cNvGrpSpPr/>
          <p:nvPr/>
        </p:nvGrpSpPr>
        <p:grpSpPr>
          <a:xfrm>
            <a:off x="8753560" y="4387455"/>
            <a:ext cx="2002120" cy="1319522"/>
            <a:chOff x="4965418" y="5295591"/>
            <a:chExt cx="2002120" cy="1319522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5C9F2107-6E49-DC0F-0F5E-7D4270B6A5FF}"/>
                </a:ext>
              </a:extLst>
            </p:cNvPr>
            <p:cNvSpPr/>
            <p:nvPr/>
          </p:nvSpPr>
          <p:spPr>
            <a:xfrm>
              <a:off x="5167313" y="5295591"/>
              <a:ext cx="1800225" cy="1319522"/>
            </a:xfrm>
            <a:prstGeom prst="rect">
              <a:avLst/>
            </a:prstGeom>
            <a:solidFill>
              <a:srgbClr val="FFC000">
                <a:alpha val="0"/>
              </a:srgbClr>
            </a:solidFill>
            <a:ln w="12700">
              <a:solidFill>
                <a:schemeClr val="tx1"/>
              </a:solidFill>
            </a:ln>
            <a:effectLst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3263BD48-14DF-00BF-71AE-9A3B27F7820C}"/>
                </a:ext>
              </a:extLst>
            </p:cNvPr>
            <p:cNvSpPr/>
            <p:nvPr/>
          </p:nvSpPr>
          <p:spPr>
            <a:xfrm>
              <a:off x="5241132" y="5369718"/>
              <a:ext cx="1640682" cy="1194159"/>
            </a:xfrm>
            <a:prstGeom prst="rect">
              <a:avLst/>
            </a:prstGeom>
            <a:solidFill>
              <a:srgbClr val="00B0F0">
                <a:alpha val="36000"/>
              </a:srgbClr>
            </a:solidFill>
            <a:ln w="6350">
              <a:solidFill>
                <a:schemeClr val="tx1"/>
              </a:solidFill>
              <a:prstDash val="solid"/>
            </a:ln>
            <a:effectLst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6DC3CBDF-4006-819C-5244-708FC348D954}"/>
                </a:ext>
              </a:extLst>
            </p:cNvPr>
            <p:cNvSpPr/>
            <p:nvPr/>
          </p:nvSpPr>
          <p:spPr>
            <a:xfrm>
              <a:off x="5407819" y="5579269"/>
              <a:ext cx="1121569" cy="747712"/>
            </a:xfrm>
            <a:prstGeom prst="rect">
              <a:avLst/>
            </a:prstGeom>
            <a:solidFill>
              <a:srgbClr val="FF0000">
                <a:alpha val="40000"/>
              </a:srgbClr>
            </a:solidFill>
            <a:ln w="6350">
              <a:solidFill>
                <a:schemeClr val="tx1"/>
              </a:solidFill>
              <a:prstDash val="solid"/>
            </a:ln>
            <a:effectLst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5E662ED6-3C3D-0C3E-456B-F556446DBA80}"/>
                </a:ext>
              </a:extLst>
            </p:cNvPr>
            <p:cNvSpPr/>
            <p:nvPr/>
          </p:nvSpPr>
          <p:spPr>
            <a:xfrm>
              <a:off x="5512666" y="5689379"/>
              <a:ext cx="977836" cy="597772"/>
            </a:xfrm>
            <a:prstGeom prst="ellipse">
              <a:avLst/>
            </a:prstGeom>
            <a:solidFill>
              <a:srgbClr val="7030A0">
                <a:alpha val="40000"/>
              </a:srgb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85A1840E-F18C-B074-28CB-6C28B3138BEF}"/>
                    </a:ext>
                  </a:extLst>
                </p:cNvPr>
                <p:cNvSpPr txBox="1"/>
                <p:nvPr/>
              </p:nvSpPr>
              <p:spPr>
                <a:xfrm>
                  <a:off x="5110521" y="5516443"/>
                  <a:ext cx="804290" cy="71767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en-US" sz="1800" b="1" i="1" smtClean="0">
                            <a:latin typeface="Cambria Math" panose="02040503050406030204" pitchFamily="18" charset="0"/>
                          </a:rPr>
                          <m:t>𝑩</m:t>
                        </m:r>
                      </m:oMath>
                    </m:oMathPara>
                  </a14:m>
                  <a:endParaRPr lang="en-US" b="1" dirty="0"/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85A1840E-F18C-B074-28CB-6C28B3138BE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10521" y="5516443"/>
                  <a:ext cx="804290" cy="717678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ECC95B5D-4DAA-C1AD-9386-8669101459BE}"/>
                    </a:ext>
                  </a:extLst>
                </p:cNvPr>
                <p:cNvSpPr txBox="1"/>
                <p:nvPr/>
              </p:nvSpPr>
              <p:spPr>
                <a:xfrm>
                  <a:off x="5642527" y="5800756"/>
                  <a:ext cx="718114" cy="71767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en-US" sz="1800" b="1" i="1" smtClean="0">
                            <a:latin typeface="Cambria Math" panose="02040503050406030204" pitchFamily="18" charset="0"/>
                          </a:rPr>
                          <m:t>𝑨</m:t>
                        </m:r>
                      </m:oMath>
                    </m:oMathPara>
                  </a14:m>
                  <a:endParaRPr lang="en-US" b="1" dirty="0"/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ECC95B5D-4DAA-C1AD-9386-8669101459B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42527" y="5800756"/>
                  <a:ext cx="718114" cy="717678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72145C7C-BB50-B326-FC73-AE22D0F443CB}"/>
                    </a:ext>
                  </a:extLst>
                </p:cNvPr>
                <p:cNvSpPr txBox="1"/>
                <p:nvPr/>
              </p:nvSpPr>
              <p:spPr>
                <a:xfrm>
                  <a:off x="4965418" y="5295591"/>
                  <a:ext cx="718114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en-US" sz="1800" b="1" i="1" smtClean="0">
                            <a:latin typeface="Cambria Math" panose="02040503050406030204" pitchFamily="18" charset="0"/>
                          </a:rPr>
                          <m:t>𝑪</m:t>
                        </m:r>
                      </m:oMath>
                    </m:oMathPara>
                  </a14:m>
                  <a:endParaRPr lang="en-US" b="1" dirty="0"/>
                </a:p>
              </p:txBody>
            </p:sp>
          </mc:Choice>
          <mc:Fallback xmlns="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72145C7C-BB50-B326-FC73-AE22D0F443C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65418" y="5295591"/>
                  <a:ext cx="718114" cy="369332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7867C7C7-9144-AD3C-374F-EBF2E58586A2}"/>
              </a:ext>
            </a:extLst>
          </p:cNvPr>
          <p:cNvGrpSpPr/>
          <p:nvPr/>
        </p:nvGrpSpPr>
        <p:grpSpPr>
          <a:xfrm>
            <a:off x="10069567" y="2978686"/>
            <a:ext cx="1507764" cy="1211008"/>
            <a:chOff x="7319150" y="4004216"/>
            <a:chExt cx="1507764" cy="1211008"/>
          </a:xfrm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DB4C5041-63E2-8EBD-B3CA-A623BCFDCAED}"/>
                </a:ext>
              </a:extLst>
            </p:cNvPr>
            <p:cNvSpPr/>
            <p:nvPr/>
          </p:nvSpPr>
          <p:spPr>
            <a:xfrm>
              <a:off x="7319150" y="4004216"/>
              <a:ext cx="1507764" cy="1211008"/>
            </a:xfrm>
            <a:prstGeom prst="rect">
              <a:avLst/>
            </a:prstGeom>
            <a:solidFill>
              <a:srgbClr val="FFC000">
                <a:alpha val="0"/>
              </a:srgbClr>
            </a:solidFill>
            <a:ln w="12700">
              <a:solidFill>
                <a:schemeClr val="tx1"/>
              </a:solidFill>
            </a:ln>
            <a:effectLst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BACAC666-8CCA-8680-1B5E-F317D42CCC50}"/>
                </a:ext>
              </a:extLst>
            </p:cNvPr>
            <p:cNvGrpSpPr/>
            <p:nvPr/>
          </p:nvGrpSpPr>
          <p:grpSpPr>
            <a:xfrm>
              <a:off x="7528105" y="4104025"/>
              <a:ext cx="1089854" cy="1017037"/>
              <a:chOff x="7560602" y="1175410"/>
              <a:chExt cx="1089854" cy="1017037"/>
            </a:xfrm>
          </p:grpSpPr>
          <p:grpSp>
            <p:nvGrpSpPr>
              <p:cNvPr id="45" name="Group 44">
                <a:extLst>
                  <a:ext uri="{FF2B5EF4-FFF2-40B4-BE49-F238E27FC236}">
                    <a16:creationId xmlns:a16="http://schemas.microsoft.com/office/drawing/2014/main" id="{725CA24F-0FB2-918B-677A-D84FCC4798C6}"/>
                  </a:ext>
                </a:extLst>
              </p:cNvPr>
              <p:cNvGrpSpPr/>
              <p:nvPr/>
            </p:nvGrpSpPr>
            <p:grpSpPr>
              <a:xfrm>
                <a:off x="7560602" y="1175410"/>
                <a:ext cx="1089854" cy="1017037"/>
                <a:chOff x="7560602" y="1175410"/>
                <a:chExt cx="1089854" cy="1017037"/>
              </a:xfrm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FCFA0394-7F65-21E3-FEF7-DB9A7A793FA2}"/>
                    </a:ext>
                  </a:extLst>
                </p:cNvPr>
                <p:cNvSpPr/>
                <p:nvPr/>
              </p:nvSpPr>
              <p:spPr>
                <a:xfrm>
                  <a:off x="7560602" y="1175410"/>
                  <a:ext cx="1089854" cy="563198"/>
                </a:xfrm>
                <a:prstGeom prst="rect">
                  <a:avLst/>
                </a:prstGeom>
                <a:solidFill>
                  <a:srgbClr val="00B050"/>
                </a:solidFill>
                <a:ln w="6350">
                  <a:noFill/>
                  <a:prstDash val="solid"/>
                </a:ln>
                <a:effectLst/>
              </p:spPr>
              <p:style>
                <a:lnRef idx="1">
                  <a:schemeClr val="accent2"/>
                </a:lnRef>
                <a:fillRef idx="2">
                  <a:schemeClr val="accent2"/>
                </a:fillRef>
                <a:effectRef idx="1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8" name="Rectangle 47">
                  <a:extLst>
                    <a:ext uri="{FF2B5EF4-FFF2-40B4-BE49-F238E27FC236}">
                      <a16:creationId xmlns:a16="http://schemas.microsoft.com/office/drawing/2014/main" id="{C360D158-DC39-C8D9-8CD5-655E134A21CC}"/>
                    </a:ext>
                  </a:extLst>
                </p:cNvPr>
                <p:cNvSpPr/>
                <p:nvPr/>
              </p:nvSpPr>
              <p:spPr>
                <a:xfrm>
                  <a:off x="7736056" y="1451263"/>
                  <a:ext cx="914400" cy="741184"/>
                </a:xfrm>
                <a:prstGeom prst="rect">
                  <a:avLst/>
                </a:prstGeom>
                <a:solidFill>
                  <a:srgbClr val="00B050"/>
                </a:solidFill>
                <a:ln w="6350">
                  <a:noFill/>
                  <a:prstDash val="solid"/>
                </a:ln>
                <a:effectLst/>
              </p:spPr>
              <p:style>
                <a:lnRef idx="1">
                  <a:schemeClr val="accent2"/>
                </a:lnRef>
                <a:fillRef idx="2">
                  <a:schemeClr val="accent2"/>
                </a:fillRef>
                <a:effectRef idx="1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6" name="TextBox 45">
                    <a:extLst>
                      <a:ext uri="{FF2B5EF4-FFF2-40B4-BE49-F238E27FC236}">
                        <a16:creationId xmlns:a16="http://schemas.microsoft.com/office/drawing/2014/main" id="{D2D2571B-EDE6-1F26-8FBC-DFBE3C51AEB2}"/>
                      </a:ext>
                    </a:extLst>
                  </p:cNvPr>
                  <p:cNvSpPr txBox="1"/>
                  <p:nvPr/>
                </p:nvSpPr>
                <p:spPr>
                  <a:xfrm>
                    <a:off x="7755082" y="1491982"/>
                    <a:ext cx="808108" cy="36933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en-US" sz="1800" b="1" i="1" smtClean="0">
                              <a:latin typeface="Cambria Math" panose="02040503050406030204" pitchFamily="18" charset="0"/>
                            </a:rPr>
                            <m:t>𝑨</m:t>
                          </m:r>
                          <m:r>
                            <a:rPr lang="en-US" altLang="en-US" sz="1800" b="1" i="1" smtClean="0">
                              <a:latin typeface="Cambria Math" panose="02040503050406030204" pitchFamily="18" charset="0"/>
                            </a:rPr>
                            <m:t>∪</m:t>
                          </m:r>
                          <m:r>
                            <a:rPr lang="en-US" altLang="en-US" sz="1800" b="1" i="1" smtClean="0">
                              <a:latin typeface="Cambria Math" panose="02040503050406030204" pitchFamily="18" charset="0"/>
                            </a:rPr>
                            <m:t>𝑩</m:t>
                          </m:r>
                        </m:oMath>
                      </m:oMathPara>
                    </a14:m>
                    <a:endParaRPr lang="en-US" b="1" dirty="0"/>
                  </a:p>
                </p:txBody>
              </p:sp>
            </mc:Choice>
            <mc:Fallback xmlns="">
              <p:sp>
                <p:nvSpPr>
                  <p:cNvPr id="44" name="TextBox 43">
                    <a:extLst>
                      <a:ext uri="{FF2B5EF4-FFF2-40B4-BE49-F238E27FC236}">
                        <a16:creationId xmlns:a16="http://schemas.microsoft.com/office/drawing/2014/main" id="{B292FFFC-3AD3-93E3-4A08-2C5F6FCA2D9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755082" y="1491982"/>
                    <a:ext cx="808108" cy="369332"/>
                  </a:xfrm>
                  <a:prstGeom prst="rect">
                    <a:avLst/>
                  </a:prstGeom>
                  <a:blipFill>
                    <a:blip r:embed="rId19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</p:spTree>
    <p:extLst>
      <p:ext uri="{BB962C8B-B14F-4D97-AF65-F5344CB8AC3E}">
        <p14:creationId xmlns:p14="http://schemas.microsoft.com/office/powerpoint/2010/main" val="2617609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2"/>
          <p:cNvSpPr txBox="1">
            <a:spLocks/>
          </p:cNvSpPr>
          <p:nvPr/>
        </p:nvSpPr>
        <p:spPr>
          <a:xfrm>
            <a:off x="471489" y="69597"/>
            <a:ext cx="11153622" cy="5656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/>
              <a:t>Element-Based Versions of Set Definitions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3">
                <a:extLst>
                  <a:ext uri="{FF2B5EF4-FFF2-40B4-BE49-F238E27FC236}">
                    <a16:creationId xmlns:a16="http://schemas.microsoft.com/office/drawing/2014/main" id="{D2AD01C1-57BB-FCCA-3BF3-2D7EC9244B28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2069005" y="812801"/>
                <a:ext cx="8053989" cy="3013701"/>
              </a:xfrm>
              <a:prstGeom prst="rect">
                <a:avLst/>
              </a:prstGeom>
              <a:ln w="25400">
                <a:solidFill>
                  <a:schemeClr val="tx1"/>
                </a:solidFill>
              </a:ln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Clr>
                    <a:schemeClr val="accent3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Clr>
                    <a:schemeClr val="accent3"/>
                  </a:buClr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Clr>
                    <a:schemeClr val="accent3"/>
                  </a:buClr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Clr>
                    <a:schemeClr val="accent3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Clr>
                    <a:schemeClr val="accent3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just">
                  <a:spcBef>
                    <a:spcPts val="1800"/>
                  </a:spcBef>
                  <a:buNone/>
                </a:pPr>
                <a:r>
                  <a:rPr lang="en-US" altLang="en-US" sz="2000" b="1" i="1" dirty="0"/>
                  <a:t>Theorem. </a:t>
                </a:r>
                <a:r>
                  <a:rPr lang="en-US" altLang="en-US" sz="2000" dirty="0"/>
                  <a:t>Let </a:t>
                </a:r>
                <a14:m>
                  <m:oMath xmlns:m="http://schemas.openxmlformats.org/officeDocument/2006/math">
                    <m:r>
                      <a:rPr lang="en-US" altLang="en-US" sz="2000" b="0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altLang="en-US" sz="2000" dirty="0"/>
                  <a:t> and </a:t>
                </a:r>
                <a14:m>
                  <m:oMath xmlns:m="http://schemas.openxmlformats.org/officeDocument/2006/math"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altLang="en-US" sz="2000" dirty="0"/>
                  <a:t> be subsets of a universal set </a:t>
                </a:r>
                <a14:m>
                  <m:oMath xmlns:m="http://schemas.openxmlformats.org/officeDocument/2006/math"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en-US" altLang="en-US" sz="2000" dirty="0"/>
                  <a:t> and suppose </a:t>
                </a:r>
                <a14:m>
                  <m:oMath xmlns:m="http://schemas.openxmlformats.org/officeDocument/2006/math"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en-US" altLang="en-US" sz="2000" dirty="0"/>
                  <a:t>.</a:t>
                </a:r>
              </a:p>
              <a:p>
                <a:pPr marL="0" indent="0" algn="ctr">
                  <a:spcBef>
                    <a:spcPts val="0"/>
                  </a:spcBef>
                  <a:buNone/>
                </a:pPr>
                <a:endParaRPr lang="en-US" altLang="en-US" sz="2000" b="0" i="1" dirty="0">
                  <a:latin typeface="Cambria Math" panose="02040503050406030204" pitchFamily="18" charset="0"/>
                </a:endParaRPr>
              </a:p>
              <a:p>
                <a:pPr lvl="2">
                  <a:spcBef>
                    <a:spcPts val="0"/>
                  </a:spcBef>
                </a:pPr>
                <a14:m>
                  <m:oMath xmlns:m="http://schemas.openxmlformats.org/officeDocument/2006/math">
                    <m:r>
                      <a:rPr lang="en-US" altLang="en-US" sz="1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en-US" sz="18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en-US" sz="18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en-US" sz="1800" b="0" i="1" smtClean="0">
                        <a:latin typeface="Cambria Math" panose="02040503050406030204" pitchFamily="18" charset="0"/>
                      </a:rPr>
                      <m:t>∪</m:t>
                    </m:r>
                    <m:r>
                      <a:rPr lang="en-US" altLang="en-US" sz="1800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⇔</m:t>
                    </m:r>
                    <m:r>
                      <a:rPr lang="en-US" alt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alt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alt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  <m:r>
                      <a:rPr lang="en-US" alt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en-US" sz="18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or</m:t>
                    </m:r>
                    <m:r>
                      <a:rPr lang="en-US" alt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alt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alt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</m:oMath>
                </a14:m>
                <a:endParaRPr lang="en-US" altLang="en-US" sz="1800" dirty="0"/>
              </a:p>
              <a:p>
                <a:pPr lvl="2">
                  <a:spcBef>
                    <a:spcPts val="1800"/>
                  </a:spcBef>
                </a:pPr>
                <a14:m>
                  <m:oMath xmlns:m="http://schemas.openxmlformats.org/officeDocument/2006/math">
                    <m:r>
                      <a:rPr lang="en-US" altLang="en-US" sz="18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en-US" sz="18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en-US" sz="18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en-US" sz="1800" i="1">
                        <a:latin typeface="Cambria Math" panose="02040503050406030204" pitchFamily="18" charset="0"/>
                      </a:rPr>
                      <m:t>∩</m:t>
                    </m:r>
                    <m:r>
                      <a:rPr lang="en-US" altLang="en-US" sz="1800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⇔</m:t>
                    </m:r>
                    <m:r>
                      <a:rPr lang="en-US" alt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alt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alt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  <m:r>
                      <a:rPr lang="en-US" alt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en-US" sz="18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and</m:t>
                    </m:r>
                    <m:r>
                      <a:rPr lang="en-US" alt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alt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alt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</m:oMath>
                </a14:m>
                <a:endParaRPr lang="en-US" altLang="en-US" sz="1800" dirty="0"/>
              </a:p>
              <a:p>
                <a:pPr lvl="2">
                  <a:spcBef>
                    <a:spcPts val="1800"/>
                  </a:spcBef>
                </a:pPr>
                <a14:m>
                  <m:oMath xmlns:m="http://schemas.openxmlformats.org/officeDocument/2006/math">
                    <m:r>
                      <a:rPr lang="en-US" altLang="en-US" sz="18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en-US" sz="18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en-US" sz="18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en-US" sz="18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en-US" sz="1800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⇔</m:t>
                    </m:r>
                    <m:r>
                      <a:rPr lang="en-US" alt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alt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alt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  <m:r>
                      <a:rPr lang="en-US" alt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en-US" sz="18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and</m:t>
                    </m:r>
                    <m:r>
                      <a:rPr lang="en-US" alt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alt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∉</m:t>
                    </m:r>
                    <m:r>
                      <a:rPr lang="en-US" alt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</m:oMath>
                </a14:m>
                <a:endParaRPr lang="en-US" altLang="en-US" sz="1800" dirty="0"/>
              </a:p>
              <a:p>
                <a:pPr lvl="2">
                  <a:spcBef>
                    <a:spcPts val="1800"/>
                  </a:spcBef>
                </a:pPr>
                <a14:m>
                  <m:oMath xmlns:m="http://schemas.openxmlformats.org/officeDocument/2006/math">
                    <m:r>
                      <a:rPr lang="en-US" altLang="en-US" sz="1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en-US" sz="1800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altLang="en-US" sz="1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18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en-US" sz="1800" b="0" i="0" smtClean="0">
                            <a:latin typeface="Cambria Math" panose="02040503050406030204" pitchFamily="18" charset="0"/>
                          </a:rPr>
                          <m:t>C</m:t>
                        </m:r>
                      </m:sup>
                    </m:sSup>
                    <m:r>
                      <a:rPr lang="en-US" alt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⇔</m:t>
                    </m:r>
                    <m:r>
                      <a:rPr lang="en-US" alt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alt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∉</m:t>
                    </m:r>
                    <m:r>
                      <a:rPr lang="en-US" alt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</m:oMath>
                </a14:m>
                <a:endParaRPr lang="en-US" altLang="en-US" sz="1800" dirty="0"/>
              </a:p>
              <a:p>
                <a:pPr lvl="2">
                  <a:spcBef>
                    <a:spcPts val="1800"/>
                  </a:spcBef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alt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sz="1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en-US" sz="1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en-US" sz="18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altLang="en-US" sz="18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altLang="en-US" sz="1800" b="0" i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altLang="en-US" sz="1800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en-US" sz="1800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⇔</m:t>
                    </m:r>
                    <m:r>
                      <a:rPr lang="en-US" alt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alt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alt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  <m:r>
                      <a:rPr lang="en-US" alt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en-US" sz="18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and</m:t>
                    </m:r>
                    <m:r>
                      <a:rPr lang="en-US" alt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alt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alt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</m:oMath>
                </a14:m>
                <a:endParaRPr lang="en-US" altLang="en-US" sz="1800" dirty="0"/>
              </a:p>
            </p:txBody>
          </p:sp>
        </mc:Choice>
        <mc:Fallback xmlns="">
          <p:sp>
            <p:nvSpPr>
              <p:cNvPr id="3" name="Rectangle 3">
                <a:extLst>
                  <a:ext uri="{FF2B5EF4-FFF2-40B4-BE49-F238E27FC236}">
                    <a16:creationId xmlns:a16="http://schemas.microsoft.com/office/drawing/2014/main" id="{D2AD01C1-57BB-FCCA-3BF3-2D7EC9244B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9005" y="812801"/>
                <a:ext cx="8053989" cy="3013701"/>
              </a:xfrm>
              <a:prstGeom prst="rect">
                <a:avLst/>
              </a:prstGeom>
              <a:blipFill>
                <a:blip r:embed="rId2"/>
                <a:stretch>
                  <a:fillRect l="-603" t="-1603"/>
                </a:stretch>
              </a:blipFill>
              <a:ln w="254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B9EDA03-3B00-ABDF-8B35-85D84B79AE8E}"/>
                  </a:ext>
                </a:extLst>
              </p:cNvPr>
              <p:cNvSpPr txBox="1"/>
              <p:nvPr/>
            </p:nvSpPr>
            <p:spPr>
              <a:xfrm>
                <a:off x="372532" y="3993591"/>
                <a:ext cx="5014857" cy="40011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2000" i="1" dirty="0"/>
                  <a:t>Problem. </a:t>
                </a:r>
                <a:r>
                  <a:rPr lang="en-US" sz="2000" dirty="0"/>
                  <a:t>For sets</a:t>
                </a:r>
                <a:r>
                  <a:rPr lang="en-US" sz="2000" i="1" dirty="0"/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i="1" dirty="0"/>
                  <a:t> </a:t>
                </a:r>
                <a:r>
                  <a:rPr lang="en-US" sz="2000" dirty="0"/>
                  <a:t>and</a:t>
                </a:r>
                <a:r>
                  <a:rPr lang="en-US" sz="2000" i="1" dirty="0"/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000" i="1" dirty="0"/>
                  <a:t>, </a:t>
                </a:r>
                <a:r>
                  <a:rPr lang="en-US" sz="2000" dirty="0"/>
                  <a:t>show</a:t>
                </a:r>
                <a:r>
                  <a:rPr lang="en-US" sz="2000" i="1" dirty="0"/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∩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i="1" dirty="0">
                    <a:effectLst/>
                  </a:rPr>
                  <a:t>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B9EDA03-3B00-ABDF-8B35-85D84B79AE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532" y="3993591"/>
                <a:ext cx="5014857" cy="400110"/>
              </a:xfrm>
              <a:prstGeom prst="rect">
                <a:avLst/>
              </a:prstGeom>
              <a:blipFill>
                <a:blip r:embed="rId3"/>
                <a:stretch>
                  <a:fillRect l="-1215" t="-7576" b="-25758"/>
                </a:stretch>
              </a:blipFill>
              <a:ln w="254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40646F7-BCB1-451E-C44B-7AD2010ECF42}"/>
                  </a:ext>
                </a:extLst>
              </p:cNvPr>
              <p:cNvSpPr txBox="1"/>
              <p:nvPr/>
            </p:nvSpPr>
            <p:spPr>
              <a:xfrm>
                <a:off x="721985" y="4793811"/>
                <a:ext cx="2265832" cy="40011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2000" dirty="0"/>
                  <a:t>Suppose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∩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000" dirty="0">
                    <a:effectLst/>
                  </a:rPr>
                  <a:t>.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40646F7-BCB1-451E-C44B-7AD2010ECF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985" y="4793811"/>
                <a:ext cx="2265832" cy="400110"/>
              </a:xfrm>
              <a:prstGeom prst="rect">
                <a:avLst/>
              </a:prstGeom>
              <a:blipFill>
                <a:blip r:embed="rId4"/>
                <a:stretch>
                  <a:fillRect l="-2688" t="-7576" r="-2151" b="-25758"/>
                </a:stretch>
              </a:blipFill>
              <a:ln w="254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BEF99E3D-904C-6512-3704-57EC4FBD7205}"/>
              </a:ext>
            </a:extLst>
          </p:cNvPr>
          <p:cNvSpPr txBox="1"/>
          <p:nvPr/>
        </p:nvSpPr>
        <p:spPr>
          <a:xfrm>
            <a:off x="372533" y="4393701"/>
            <a:ext cx="879672" cy="400110"/>
          </a:xfrm>
          <a:prstGeom prst="rect">
            <a:avLst/>
          </a:prstGeom>
          <a:noFill/>
          <a:ln w="25400">
            <a:noFill/>
          </a:ln>
        </p:spPr>
        <p:txBody>
          <a:bodyPr wrap="square">
            <a:spAutoFit/>
          </a:bodyPr>
          <a:lstStyle/>
          <a:p>
            <a:pPr algn="just"/>
            <a:r>
              <a:rPr lang="en-US" sz="2000" i="1" dirty="0"/>
              <a:t>Proof.</a:t>
            </a:r>
            <a:endParaRPr lang="en-US" sz="2000" i="1" dirty="0">
              <a:effectLst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229BBAE-D8DF-7E31-625C-38F7FC77DF9D}"/>
                  </a:ext>
                </a:extLst>
              </p:cNvPr>
              <p:cNvSpPr txBox="1"/>
              <p:nvPr/>
            </p:nvSpPr>
            <p:spPr>
              <a:xfrm>
                <a:off x="721984" y="5329774"/>
                <a:ext cx="5504089" cy="40011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2000" dirty="0"/>
                  <a:t>By definition of intersection,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dirty="0">
                    <a:effectLst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effectLst/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b="0" i="1" smtClean="0">
                        <a:effectLst/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000" b="0" i="1" smtClean="0">
                        <a:effectLst/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000" dirty="0">
                    <a:effectLst/>
                  </a:rPr>
                  <a:t>. 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229BBAE-D8DF-7E31-625C-38F7FC77DF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984" y="5329774"/>
                <a:ext cx="5504089" cy="400110"/>
              </a:xfrm>
              <a:prstGeom prst="rect">
                <a:avLst/>
              </a:prstGeom>
              <a:blipFill>
                <a:blip r:embed="rId5"/>
                <a:stretch>
                  <a:fillRect l="-1107" t="-7576" b="-25758"/>
                </a:stretch>
              </a:blipFill>
              <a:ln w="254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D120470-14F6-0DBD-588B-6DB7C5542C1A}"/>
                  </a:ext>
                </a:extLst>
              </p:cNvPr>
              <p:cNvSpPr txBox="1"/>
              <p:nvPr/>
            </p:nvSpPr>
            <p:spPr>
              <a:xfrm>
                <a:off x="721984" y="5865737"/>
                <a:ext cx="6744645" cy="40011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2000" dirty="0"/>
                  <a:t>Thus every element of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∩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000" dirty="0"/>
                  <a:t> is in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dirty="0"/>
                  <a:t> and it follows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∩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dirty="0">
                    <a:effectLst/>
                  </a:rPr>
                  <a:t>.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D120470-14F6-0DBD-588B-6DB7C5542C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984" y="5865737"/>
                <a:ext cx="6744645" cy="400110"/>
              </a:xfrm>
              <a:prstGeom prst="rect">
                <a:avLst/>
              </a:prstGeom>
              <a:blipFill>
                <a:blip r:embed="rId6"/>
                <a:stretch>
                  <a:fillRect l="-903" t="-7576" b="-25758"/>
                </a:stretch>
              </a:blipFill>
              <a:ln w="254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004A437-0E82-0476-F602-516B19A85BE5}"/>
                  </a:ext>
                </a:extLst>
              </p:cNvPr>
              <p:cNvSpPr txBox="1"/>
              <p:nvPr/>
            </p:nvSpPr>
            <p:spPr>
              <a:xfrm>
                <a:off x="7081073" y="5976888"/>
                <a:ext cx="512530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∎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004A437-0E82-0476-F602-516B19A85B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1073" y="5976888"/>
                <a:ext cx="512530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55818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2" grpId="0"/>
      <p:bldP spid="13" grpId="0"/>
      <p:bldP spid="14" grpId="0"/>
      <p:bldP spid="15" grpId="0"/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2"/>
          <p:cNvSpPr txBox="1">
            <a:spLocks/>
          </p:cNvSpPr>
          <p:nvPr/>
        </p:nvSpPr>
        <p:spPr>
          <a:xfrm>
            <a:off x="471489" y="69597"/>
            <a:ext cx="11153622" cy="5656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/>
              <a:t>Exercise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FB65ED7-6EBD-BE1E-5FF0-69C83BB4F678}"/>
                  </a:ext>
                </a:extLst>
              </p:cNvPr>
              <p:cNvSpPr txBox="1"/>
              <p:nvPr/>
            </p:nvSpPr>
            <p:spPr>
              <a:xfrm>
                <a:off x="347134" y="712385"/>
                <a:ext cx="4830584" cy="40011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2000" dirty="0"/>
                  <a:t>For all sets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000" dirty="0"/>
                  <a:t>, if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000" dirty="0">
                    <a:effectLst/>
                  </a:rPr>
                  <a:t>, then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effectLst/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US" sz="2000" b="0" i="1" smtClean="0">
                            <a:effectLst/>
                            <a:latin typeface="Cambria Math" panose="02040503050406030204" pitchFamily="18" charset="0"/>
                          </a:rPr>
                          <m:t>𝐶</m:t>
                        </m:r>
                      </m:sup>
                    </m:sSup>
                    <m:r>
                      <a:rPr lang="en-US" sz="2000" b="0" i="1" smtClean="0">
                        <a:effectLst/>
                        <a:latin typeface="Cambria Math" panose="02040503050406030204" pitchFamily="18" charset="0"/>
                      </a:rPr>
                      <m:t>⊆</m:t>
                    </m:r>
                    <m:sSup>
                      <m:sSupPr>
                        <m:ctrlPr>
                          <a:rPr lang="en-US" sz="2000" b="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effectLst/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sz="2000" b="0" i="1" smtClean="0">
                            <a:effectLst/>
                            <a:latin typeface="Cambria Math" panose="02040503050406030204" pitchFamily="18" charset="0"/>
                          </a:rPr>
                          <m:t>𝐶</m:t>
                        </m:r>
                      </m:sup>
                    </m:sSup>
                  </m:oMath>
                </a14:m>
                <a:r>
                  <a:rPr lang="en-US" sz="2000" dirty="0">
                    <a:effectLst/>
                  </a:rPr>
                  <a:t>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FB65ED7-6EBD-BE1E-5FF0-69C83BB4F6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134" y="712385"/>
                <a:ext cx="4830584" cy="400110"/>
              </a:xfrm>
              <a:prstGeom prst="rect">
                <a:avLst/>
              </a:prstGeom>
              <a:blipFill>
                <a:blip r:embed="rId2"/>
                <a:stretch>
                  <a:fillRect l="-1389" t="-7692" r="-1010" b="-29231"/>
                </a:stretch>
              </a:blipFill>
              <a:ln w="254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3A2E2107-3725-456E-9E13-FD5C78BF8CF7}"/>
              </a:ext>
            </a:extLst>
          </p:cNvPr>
          <p:cNvSpPr txBox="1"/>
          <p:nvPr/>
        </p:nvSpPr>
        <p:spPr>
          <a:xfrm>
            <a:off x="347134" y="1293467"/>
            <a:ext cx="868134" cy="400110"/>
          </a:xfrm>
          <a:prstGeom prst="rect">
            <a:avLst/>
          </a:prstGeom>
          <a:noFill/>
          <a:ln w="25400">
            <a:noFill/>
          </a:ln>
        </p:spPr>
        <p:txBody>
          <a:bodyPr wrap="square">
            <a:spAutoFit/>
          </a:bodyPr>
          <a:lstStyle/>
          <a:p>
            <a:pPr algn="just"/>
            <a:r>
              <a:rPr lang="en-US" sz="2000" i="1" dirty="0"/>
              <a:t>Proof.</a:t>
            </a:r>
            <a:endParaRPr lang="en-US" sz="2000" i="1" dirty="0">
              <a:effectLst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5DB1E4-7CD0-5402-6B46-81F2F86FC2D9}"/>
              </a:ext>
            </a:extLst>
          </p:cNvPr>
          <p:cNvSpPr txBox="1"/>
          <p:nvPr/>
        </p:nvSpPr>
        <p:spPr>
          <a:xfrm>
            <a:off x="347134" y="1848069"/>
            <a:ext cx="5727885" cy="400110"/>
          </a:xfrm>
          <a:prstGeom prst="rect">
            <a:avLst/>
          </a:prstGeom>
          <a:noFill/>
          <a:ln w="25400">
            <a:noFill/>
          </a:ln>
        </p:spPr>
        <p:txBody>
          <a:bodyPr wrap="square">
            <a:spAutoFit/>
          </a:bodyPr>
          <a:lstStyle/>
          <a:p>
            <a:pPr algn="just"/>
            <a:r>
              <a:rPr lang="en-US" sz="2000" dirty="0">
                <a:effectLst/>
              </a:rPr>
              <a:t>We </a:t>
            </a:r>
            <a:r>
              <a:rPr lang="en-US" sz="2000" dirty="0"/>
              <a:t>use</a:t>
            </a:r>
            <a:r>
              <a:rPr lang="en-US" sz="2000" dirty="0">
                <a:effectLst/>
              </a:rPr>
              <a:t> an element-based approach to our argument.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534D79E-124B-E29A-139D-D7F82869C97C}"/>
                  </a:ext>
                </a:extLst>
              </p:cNvPr>
              <p:cNvSpPr txBox="1"/>
              <p:nvPr/>
            </p:nvSpPr>
            <p:spPr>
              <a:xfrm>
                <a:off x="347135" y="2474288"/>
                <a:ext cx="1959251" cy="40011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2000" dirty="0">
                    <a:effectLst/>
                  </a:rPr>
                  <a:t>Suppose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effectLst/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b="0" i="1" smtClean="0">
                        <a:effectLst/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000" b="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effectLst/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US" sz="2000" b="0" i="1" smtClean="0">
                            <a:effectLst/>
                            <a:latin typeface="Cambria Math" panose="02040503050406030204" pitchFamily="18" charset="0"/>
                          </a:rPr>
                          <m:t>𝐶</m:t>
                        </m:r>
                      </m:sup>
                    </m:sSup>
                  </m:oMath>
                </a14:m>
                <a:r>
                  <a:rPr lang="en-US" sz="2000" dirty="0">
                    <a:effectLst/>
                  </a:rPr>
                  <a:t>. </a:t>
                </a: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534D79E-124B-E29A-139D-D7F82869C9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135" y="2474288"/>
                <a:ext cx="1959251" cy="400110"/>
              </a:xfrm>
              <a:prstGeom prst="rect">
                <a:avLst/>
              </a:prstGeom>
              <a:blipFill>
                <a:blip r:embed="rId3"/>
                <a:stretch>
                  <a:fillRect l="-3427" t="-7576" r="-1869" b="-27273"/>
                </a:stretch>
              </a:blipFill>
              <a:ln w="254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236D6030-6B2B-CF6D-8573-1F88E0EB7150}"/>
                  </a:ext>
                </a:extLst>
              </p:cNvPr>
              <p:cNvSpPr txBox="1"/>
              <p:nvPr/>
            </p:nvSpPr>
            <p:spPr>
              <a:xfrm>
                <a:off x="347135" y="3028890"/>
                <a:ext cx="1481666" cy="40011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2000" dirty="0"/>
                  <a:t>Then</a:t>
                </a:r>
                <a:r>
                  <a:rPr lang="en-US" sz="2000" dirty="0">
                    <a:effectLst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effectLst/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b="0" i="1" smtClean="0">
                        <a:effectLst/>
                        <a:latin typeface="Cambria Math" panose="02040503050406030204" pitchFamily="18" charset="0"/>
                      </a:rPr>
                      <m:t>∉</m:t>
                    </m:r>
                    <m:r>
                      <a:rPr lang="en-US" sz="2000" b="0" i="1" smtClean="0">
                        <a:effectLst/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000" dirty="0">
                    <a:effectLst/>
                  </a:rPr>
                  <a:t>.</a:t>
                </a: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236D6030-6B2B-CF6D-8573-1F88E0EB71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135" y="3028890"/>
                <a:ext cx="1481666" cy="400110"/>
              </a:xfrm>
              <a:prstGeom prst="rect">
                <a:avLst/>
              </a:prstGeom>
              <a:blipFill>
                <a:blip r:embed="rId4"/>
                <a:stretch>
                  <a:fillRect l="-4527" t="-9091" r="-1646" b="-25758"/>
                </a:stretch>
              </a:blipFill>
              <a:ln w="254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B9D2824A-A47C-5FDB-95F3-23AC2C773126}"/>
                  </a:ext>
                </a:extLst>
              </p:cNvPr>
              <p:cNvSpPr txBox="1"/>
              <p:nvPr/>
            </p:nvSpPr>
            <p:spPr>
              <a:xfrm>
                <a:off x="347135" y="3583492"/>
                <a:ext cx="5075200" cy="40011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2000" dirty="0"/>
                  <a:t>Since we assumed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000" dirty="0"/>
                  <a:t>, it follows that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effectLst/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b="0" i="1" smtClean="0">
                        <a:effectLst/>
                        <a:latin typeface="Cambria Math" panose="02040503050406030204" pitchFamily="18" charset="0"/>
                      </a:rPr>
                      <m:t>∉</m:t>
                    </m:r>
                    <m:r>
                      <a:rPr lang="en-US" sz="2000" b="0" i="1" smtClean="0">
                        <a:effectLst/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dirty="0">
                    <a:effectLst/>
                  </a:rPr>
                  <a:t>.</a:t>
                </a: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B9D2824A-A47C-5FDB-95F3-23AC2C7731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135" y="3583492"/>
                <a:ext cx="5075200" cy="400110"/>
              </a:xfrm>
              <a:prstGeom prst="rect">
                <a:avLst/>
              </a:prstGeom>
              <a:blipFill>
                <a:blip r:embed="rId5"/>
                <a:stretch>
                  <a:fillRect l="-1322" t="-9231" r="-1082" b="-27692"/>
                </a:stretch>
              </a:blipFill>
              <a:ln w="254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D34F9A27-0B2A-BC41-5780-C6DBFDA799DB}"/>
                  </a:ext>
                </a:extLst>
              </p:cNvPr>
              <p:cNvSpPr txBox="1"/>
              <p:nvPr/>
            </p:nvSpPr>
            <p:spPr>
              <a:xfrm>
                <a:off x="347135" y="4138094"/>
                <a:ext cx="2966838" cy="40011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2000" dirty="0"/>
                  <a:t>We then conclude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effectLst/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b="0" i="1" smtClean="0">
                        <a:effectLst/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000" b="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effectLst/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sz="2000" b="0" i="1" smtClean="0">
                            <a:effectLst/>
                            <a:latin typeface="Cambria Math" panose="02040503050406030204" pitchFamily="18" charset="0"/>
                          </a:rPr>
                          <m:t>𝐶</m:t>
                        </m:r>
                      </m:sup>
                    </m:sSup>
                  </m:oMath>
                </a14:m>
                <a:r>
                  <a:rPr lang="en-US" sz="2000" dirty="0">
                    <a:effectLst/>
                  </a:rPr>
                  <a:t>.</a:t>
                </a: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D34F9A27-0B2A-BC41-5780-C6DBFDA799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135" y="4138094"/>
                <a:ext cx="2966838" cy="400110"/>
              </a:xfrm>
              <a:prstGeom prst="rect">
                <a:avLst/>
              </a:prstGeom>
              <a:blipFill>
                <a:blip r:embed="rId6"/>
                <a:stretch>
                  <a:fillRect l="-2259" t="-7692" b="-29231"/>
                </a:stretch>
              </a:blipFill>
              <a:ln w="254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EC8205D3-437A-D7F0-8837-07FC0480BBB1}"/>
                  </a:ext>
                </a:extLst>
              </p:cNvPr>
              <p:cNvSpPr txBox="1"/>
              <p:nvPr/>
            </p:nvSpPr>
            <p:spPr>
              <a:xfrm>
                <a:off x="2837845" y="2474288"/>
                <a:ext cx="2747567" cy="3702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lang="en-US" sz="1800" dirty="0">
                    <a:effectLst/>
                  </a:rPr>
                  <a:t>(We wish to show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p>
                    </m:sSup>
                  </m:oMath>
                </a14:m>
                <a:r>
                  <a:rPr lang="en-US" sz="1800" dirty="0">
                    <a:effectLst/>
                  </a:rPr>
                  <a:t>.)</a:t>
                </a:r>
                <a:endParaRPr lang="en-US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EC8205D3-437A-D7F0-8837-07FC0480BB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7845" y="2474288"/>
                <a:ext cx="2747567" cy="370230"/>
              </a:xfrm>
              <a:prstGeom prst="rect">
                <a:avLst/>
              </a:prstGeom>
              <a:blipFill>
                <a:blip r:embed="rId7"/>
                <a:stretch>
                  <a:fillRect l="-2000" t="-8197" b="-2623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39F90F60-B930-43CD-0994-196A2DC8A168}"/>
              </a:ext>
            </a:extLst>
          </p:cNvPr>
          <p:cNvCxnSpPr>
            <a:cxnSpLocks/>
          </p:cNvCxnSpPr>
          <p:nvPr/>
        </p:nvCxnSpPr>
        <p:spPr>
          <a:xfrm flipH="1" flipV="1">
            <a:off x="6116983" y="821213"/>
            <a:ext cx="110548" cy="5725191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781A37F-AC63-6008-90AD-8B7E6BC7C4DE}"/>
                  </a:ext>
                </a:extLst>
              </p:cNvPr>
              <p:cNvSpPr txBox="1"/>
              <p:nvPr/>
            </p:nvSpPr>
            <p:spPr>
              <a:xfrm>
                <a:off x="6346065" y="712385"/>
                <a:ext cx="4830584" cy="709938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2000" dirty="0"/>
                  <a:t>For all sets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dirty="0"/>
                  <a:t>,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000" dirty="0"/>
                  <a:t>, and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2000" dirty="0"/>
                  <a:t>, if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000" dirty="0">
                    <a:effectLst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⊆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p>
                    </m:sSup>
                  </m:oMath>
                </a14:m>
                <a:r>
                  <a:rPr lang="en-US" sz="2000" dirty="0">
                    <a:effectLst/>
                  </a:rPr>
                  <a:t>, then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effectLst/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000" b="0" i="1" smtClean="0">
                        <a:effectLst/>
                        <a:latin typeface="Cambria Math" panose="02040503050406030204" pitchFamily="18" charset="0"/>
                      </a:rPr>
                      <m:t>∩</m:t>
                    </m:r>
                    <m:r>
                      <a:rPr lang="en-US" sz="2000" b="0" i="1" smtClean="0">
                        <a:effectLst/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2000" b="0" i="1" smtClean="0">
                        <a:effectLst/>
                        <a:latin typeface="Cambria Math" panose="02040503050406030204" pitchFamily="18" charset="0"/>
                      </a:rPr>
                      <m:t>=∅</m:t>
                    </m:r>
                  </m:oMath>
                </a14:m>
                <a:r>
                  <a:rPr lang="en-US" sz="2000" dirty="0">
                    <a:effectLst/>
                  </a:rPr>
                  <a:t>.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781A37F-AC63-6008-90AD-8B7E6BC7C4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6065" y="712385"/>
                <a:ext cx="4830584" cy="709938"/>
              </a:xfrm>
              <a:prstGeom prst="rect">
                <a:avLst/>
              </a:prstGeom>
              <a:blipFill>
                <a:blip r:embed="rId8"/>
                <a:stretch>
                  <a:fillRect l="-1263" t="-5172" b="-15517"/>
                </a:stretch>
              </a:blipFill>
              <a:ln w="254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BDD15303-60A8-95A3-7FF4-FDD62B845AD2}"/>
              </a:ext>
            </a:extLst>
          </p:cNvPr>
          <p:cNvSpPr txBox="1"/>
          <p:nvPr/>
        </p:nvSpPr>
        <p:spPr>
          <a:xfrm>
            <a:off x="6346064" y="1422323"/>
            <a:ext cx="898345" cy="400110"/>
          </a:xfrm>
          <a:prstGeom prst="rect">
            <a:avLst/>
          </a:prstGeom>
          <a:noFill/>
          <a:ln w="25400">
            <a:noFill/>
          </a:ln>
        </p:spPr>
        <p:txBody>
          <a:bodyPr wrap="square">
            <a:spAutoFit/>
          </a:bodyPr>
          <a:lstStyle/>
          <a:p>
            <a:pPr algn="just"/>
            <a:r>
              <a:rPr lang="en-US" sz="2000" i="1" dirty="0"/>
              <a:t>Proof.</a:t>
            </a:r>
            <a:endParaRPr lang="en-US" sz="2000" i="1" dirty="0">
              <a:effectLst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B72FDD8-0860-489D-C530-0023FF9585BD}"/>
                  </a:ext>
                </a:extLst>
              </p:cNvPr>
              <p:cNvSpPr txBox="1"/>
              <p:nvPr/>
            </p:nvSpPr>
            <p:spPr>
              <a:xfrm>
                <a:off x="6346065" y="1899550"/>
                <a:ext cx="4830584" cy="707886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2000" dirty="0"/>
                  <a:t>Suppose not. That is, suppose there exists an element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/>
                  <a:t> such that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00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∩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2000" dirty="0">
                    <a:effectLst/>
                  </a:rPr>
                  <a:t>.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B72FDD8-0860-489D-C530-0023FF9585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6065" y="1899550"/>
                <a:ext cx="4830584" cy="707886"/>
              </a:xfrm>
              <a:prstGeom prst="rect">
                <a:avLst/>
              </a:prstGeom>
              <a:blipFill>
                <a:blip r:embed="rId9"/>
                <a:stretch>
                  <a:fillRect l="-1263" t="-5172" r="-1389" b="-14655"/>
                </a:stretch>
              </a:blipFill>
              <a:ln w="254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0C4177C-217A-95F0-6612-9409FABC1295}"/>
                  </a:ext>
                </a:extLst>
              </p:cNvPr>
              <p:cNvSpPr txBox="1"/>
              <p:nvPr/>
            </p:nvSpPr>
            <p:spPr>
              <a:xfrm>
                <a:off x="6346065" y="2730720"/>
                <a:ext cx="4830584" cy="40011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2000" dirty="0"/>
                  <a:t>Then both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dirty="0">
                    <a:effectLst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effectLst/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b="0" i="1" smtClean="0">
                        <a:effectLst/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000" b="0" i="1" smtClean="0">
                        <a:effectLst/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2000" dirty="0">
                    <a:effectLst/>
                  </a:rPr>
                  <a:t>.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0C4177C-217A-95F0-6612-9409FABC12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6065" y="2730720"/>
                <a:ext cx="4830584" cy="400110"/>
              </a:xfrm>
              <a:prstGeom prst="rect">
                <a:avLst/>
              </a:prstGeom>
              <a:blipFill>
                <a:blip r:embed="rId10"/>
                <a:stretch>
                  <a:fillRect l="-1263" t="-9091" b="-25758"/>
                </a:stretch>
              </a:blipFill>
              <a:ln w="254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6A144FB-87E4-F3CF-C59A-1D9929983B52}"/>
                  </a:ext>
                </a:extLst>
              </p:cNvPr>
              <p:cNvSpPr txBox="1"/>
              <p:nvPr/>
            </p:nvSpPr>
            <p:spPr>
              <a:xfrm>
                <a:off x="6346065" y="3318645"/>
                <a:ext cx="4830584" cy="708912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2000" dirty="0"/>
                  <a:t>It follows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∉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p>
                    </m:sSup>
                  </m:oMath>
                </a14:m>
                <a:r>
                  <a:rPr lang="en-US" sz="2000" dirty="0"/>
                  <a:t>. This is a contradiction 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⊆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p>
                    </m:sSup>
                  </m:oMath>
                </a14:m>
                <a:r>
                  <a:rPr lang="en-US" sz="2000" dirty="0">
                    <a:effectLst/>
                  </a:rPr>
                  <a:t>.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6A144FB-87E4-F3CF-C59A-1D9929983B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6065" y="3318645"/>
                <a:ext cx="4830584" cy="708912"/>
              </a:xfrm>
              <a:prstGeom prst="rect">
                <a:avLst/>
              </a:prstGeom>
              <a:blipFill>
                <a:blip r:embed="rId11"/>
                <a:stretch>
                  <a:fillRect l="-1263" t="-3419" r="-1389" b="-14530"/>
                </a:stretch>
              </a:blipFill>
              <a:ln w="254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31E2462-FD29-1606-8236-E1050845671F}"/>
                  </a:ext>
                </a:extLst>
              </p:cNvPr>
              <p:cNvSpPr txBox="1"/>
              <p:nvPr/>
            </p:nvSpPr>
            <p:spPr>
              <a:xfrm>
                <a:off x="3057707" y="4247099"/>
                <a:ext cx="512530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∎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31E2462-FD29-1606-8236-E105084567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7707" y="4247099"/>
                <a:ext cx="512530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17A7D66-82A9-10AD-A160-3F9364745A52}"/>
                  </a:ext>
                </a:extLst>
              </p:cNvPr>
              <p:cNvSpPr txBox="1"/>
              <p:nvPr/>
            </p:nvSpPr>
            <p:spPr>
              <a:xfrm>
                <a:off x="8666416" y="3768762"/>
                <a:ext cx="512530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∎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17A7D66-82A9-10AD-A160-3F9364745A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66416" y="3768762"/>
                <a:ext cx="512530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77854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3" grpId="0"/>
      <p:bldP spid="25" grpId="0"/>
      <p:bldP spid="26" grpId="0"/>
      <p:bldP spid="27" grpId="0"/>
      <p:bldP spid="29" grpId="0"/>
      <p:bldP spid="12" grpId="0"/>
      <p:bldP spid="13" grpId="0"/>
      <p:bldP spid="14" grpId="0"/>
      <p:bldP spid="15" grpId="0"/>
      <p:bldP spid="16" grpId="0"/>
      <p:bldP spid="17" grpId="0"/>
      <p:bldP spid="1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2"/>
          <p:cNvSpPr txBox="1">
            <a:spLocks/>
          </p:cNvSpPr>
          <p:nvPr/>
        </p:nvSpPr>
        <p:spPr>
          <a:xfrm>
            <a:off x="471489" y="69597"/>
            <a:ext cx="11153622" cy="5656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/>
              <a:t>Set Identities 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3">
                <a:extLst>
                  <a:ext uri="{FF2B5EF4-FFF2-40B4-BE49-F238E27FC236}">
                    <a16:creationId xmlns:a16="http://schemas.microsoft.com/office/drawing/2014/main" id="{D2AD01C1-57BB-FCCA-3BF3-2D7EC9244B28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443524" y="812801"/>
                <a:ext cx="11316675" cy="5687010"/>
              </a:xfrm>
              <a:prstGeom prst="rect">
                <a:avLst/>
              </a:prstGeom>
              <a:ln w="25400">
                <a:solidFill>
                  <a:schemeClr val="tx1"/>
                </a:solidFill>
              </a:ln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Clr>
                    <a:schemeClr val="accent3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Clr>
                    <a:schemeClr val="accent3"/>
                  </a:buClr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Clr>
                    <a:schemeClr val="accent3"/>
                  </a:buClr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Clr>
                    <a:schemeClr val="accent3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Clr>
                    <a:schemeClr val="accent3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just">
                  <a:spcBef>
                    <a:spcPts val="1800"/>
                  </a:spcBef>
                  <a:buNone/>
                </a:pPr>
                <a:r>
                  <a:rPr lang="en-US" altLang="en-US" sz="2000" b="1" i="1" dirty="0"/>
                  <a:t>Theorem </a:t>
                </a:r>
                <a:r>
                  <a:rPr lang="en-US" altLang="en-US" sz="2000" dirty="0"/>
                  <a:t>[Set Identities]</a:t>
                </a:r>
                <a:r>
                  <a:rPr lang="en-US" altLang="en-US" sz="2000" b="1" i="1" dirty="0"/>
                  <a:t>. </a:t>
                </a:r>
                <a:r>
                  <a:rPr lang="en-US" altLang="en-US" sz="2000" dirty="0"/>
                  <a:t>Let all sets referred to below be subsets of a universal set </a:t>
                </a:r>
                <a14:m>
                  <m:oMath xmlns:m="http://schemas.openxmlformats.org/officeDocument/2006/math">
                    <m:r>
                      <a:rPr lang="en-US" altLang="en-US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en-US" altLang="en-US" sz="2000" dirty="0"/>
                  <a:t>.</a:t>
                </a:r>
              </a:p>
              <a:p>
                <a:pPr marL="0" indent="0" algn="just">
                  <a:spcBef>
                    <a:spcPts val="1800"/>
                  </a:spcBef>
                  <a:buNone/>
                </a:pPr>
                <a:r>
                  <a:rPr lang="en-US" altLang="en-US" sz="2000" b="1" i="1" dirty="0"/>
                  <a:t>Commutativity Laws:</a:t>
                </a:r>
                <a:r>
                  <a:rPr lang="en-US" altLang="en-US" sz="2000" dirty="0"/>
                  <a:t> For all sets </a:t>
                </a:r>
                <a14:m>
                  <m:oMath xmlns:m="http://schemas.openxmlformats.org/officeDocument/2006/math"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altLang="en-US" sz="2000" dirty="0"/>
                  <a:t> and </a:t>
                </a:r>
                <a14:m>
                  <m:oMath xmlns:m="http://schemas.openxmlformats.org/officeDocument/2006/math"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altLang="en-US" sz="2000" dirty="0"/>
                  <a:t>,</a:t>
                </a:r>
              </a:p>
              <a:p>
                <a:pPr marL="0" indent="0" algn="just">
                  <a:spcBef>
                    <a:spcPts val="1800"/>
                  </a:spcBef>
                  <a:buNone/>
                </a:pPr>
                <a:r>
                  <a:rPr lang="en-US" altLang="en-US" sz="2000" dirty="0"/>
                  <a:t>	</a:t>
                </a:r>
                <a14:m>
                  <m:oMath xmlns:m="http://schemas.openxmlformats.org/officeDocument/2006/math"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US" altLang="en-US" sz="2000" b="0" i="1" smtClean="0"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∪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altLang="en-US" sz="2000" dirty="0"/>
                  <a:t> 			and 		</a:t>
                </a:r>
                <a14:m>
                  <m:oMath xmlns:m="http://schemas.openxmlformats.org/officeDocument/2006/math">
                    <m:r>
                      <a:rPr lang="en-US" altLang="en-US" sz="20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∩</m:t>
                    </m:r>
                    <m:r>
                      <m:rPr>
                        <m:sty m:val="p"/>
                      </m:rPr>
                      <a:rPr lang="en-US" altLang="en-US" sz="2000" i="1"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altLang="en-US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en-US" sz="2000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∩</m:t>
                    </m:r>
                    <m:r>
                      <a:rPr lang="en-US" altLang="en-US" sz="20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altLang="en-US" sz="2000" dirty="0"/>
                  <a:t>.</a:t>
                </a:r>
              </a:p>
              <a:p>
                <a:pPr marL="0" indent="0" algn="just">
                  <a:spcBef>
                    <a:spcPts val="1800"/>
                  </a:spcBef>
                  <a:buNone/>
                </a:pPr>
                <a:r>
                  <a:rPr lang="en-US" altLang="en-US" sz="2000" b="1" i="1" dirty="0"/>
                  <a:t>Associative Laws: </a:t>
                </a:r>
                <a:r>
                  <a:rPr lang="en-US" altLang="en-US" sz="2000" dirty="0"/>
                  <a:t>For all sets </a:t>
                </a:r>
                <a14:m>
                  <m:oMath xmlns:m="http://schemas.openxmlformats.org/officeDocument/2006/math"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altLang="en-US" sz="2000" dirty="0"/>
                  <a:t>, </a:t>
                </a:r>
                <a14:m>
                  <m:oMath xmlns:m="http://schemas.openxmlformats.org/officeDocument/2006/math"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altLang="en-US" sz="2000" dirty="0"/>
                  <a:t>, and </a:t>
                </a:r>
                <a14:m>
                  <m:oMath xmlns:m="http://schemas.openxmlformats.org/officeDocument/2006/math"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altLang="en-US" sz="2000" dirty="0"/>
                  <a:t>, </a:t>
                </a:r>
              </a:p>
              <a:p>
                <a:pPr marL="0" indent="0" algn="just">
                  <a:spcBef>
                    <a:spcPts val="1800"/>
                  </a:spcBef>
                  <a:buNone/>
                </a:pPr>
                <a:r>
                  <a:rPr lang="en-US" altLang="en-US" sz="2000" dirty="0"/>
                  <a:t>	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sz="2000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altLang="en-US" sz="2000" i="1">
                            <a:latin typeface="Cambria Math" panose="02040503050406030204" pitchFamily="18" charset="0"/>
                          </a:rPr>
                          <m:t>∪</m:t>
                        </m:r>
                        <m:r>
                          <m:rPr>
                            <m:sty m:val="p"/>
                          </m:rPr>
                          <a:rPr lang="en-US" altLang="en-US" sz="2000" i="1">
                            <a:latin typeface="Cambria Math" panose="02040503050406030204" pitchFamily="18" charset="0"/>
                          </a:rPr>
                          <m:t>B</m:t>
                        </m:r>
                      </m:e>
                    </m:d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∪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∪</m:t>
                    </m:r>
                    <m:d>
                      <m:dPr>
                        <m:ctrlPr>
                          <a:rPr lang="en-US" alt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altLang="en-US" sz="2000" i="1">
                            <a:latin typeface="Cambria Math" panose="02040503050406030204" pitchFamily="18" charset="0"/>
                          </a:rPr>
                          <m:t>∪</m:t>
                        </m:r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</m:oMath>
                </a14:m>
                <a:r>
                  <a:rPr lang="en-US" altLang="en-US" sz="2000" dirty="0"/>
                  <a:t> 	and 		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sz="2000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∩</m:t>
                        </m:r>
                        <m:r>
                          <m:rPr>
                            <m:sty m:val="p"/>
                          </m:rPr>
                          <a:rPr lang="en-US" altLang="en-US" sz="2000" i="1">
                            <a:latin typeface="Cambria Math" panose="02040503050406030204" pitchFamily="18" charset="0"/>
                          </a:rPr>
                          <m:t>B</m:t>
                        </m:r>
                      </m:e>
                    </m:d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∩</m:t>
                    </m:r>
                    <m:r>
                      <a:rPr lang="en-US" altLang="en-US" sz="2000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en-US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en-US" sz="20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∩</m:t>
                    </m:r>
                    <m:d>
                      <m:dPr>
                        <m:ctrlPr>
                          <a:rPr lang="en-US" alt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sz="2000" i="1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∩</m:t>
                        </m:r>
                        <m:r>
                          <a:rPr lang="en-US" altLang="en-US" sz="20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</m:oMath>
                </a14:m>
                <a:r>
                  <a:rPr lang="en-US" altLang="en-US" sz="2000" dirty="0"/>
                  <a:t>.</a:t>
                </a:r>
              </a:p>
              <a:p>
                <a:pPr marL="0" indent="0" algn="just">
                  <a:spcBef>
                    <a:spcPts val="1800"/>
                  </a:spcBef>
                  <a:buNone/>
                </a:pPr>
                <a:r>
                  <a:rPr lang="en-US" altLang="en-US" sz="2000" b="1" i="1" dirty="0"/>
                  <a:t>Distributive Laws: </a:t>
                </a:r>
                <a:r>
                  <a:rPr lang="en-US" altLang="en-US" sz="2000" dirty="0"/>
                  <a:t>For all sets </a:t>
                </a:r>
                <a14:m>
                  <m:oMath xmlns:m="http://schemas.openxmlformats.org/officeDocument/2006/math"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altLang="en-US" sz="2000" dirty="0"/>
                  <a:t>, </a:t>
                </a:r>
                <a14:m>
                  <m:oMath xmlns:m="http://schemas.openxmlformats.org/officeDocument/2006/math"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altLang="en-US" sz="2000" dirty="0"/>
                  <a:t>, and </a:t>
                </a:r>
                <a14:m>
                  <m:oMath xmlns:m="http://schemas.openxmlformats.org/officeDocument/2006/math"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altLang="en-US" sz="2000" dirty="0"/>
                  <a:t>, </a:t>
                </a:r>
              </a:p>
              <a:p>
                <a:pPr marL="0" indent="0" algn="just">
                  <a:spcBef>
                    <a:spcPts val="1800"/>
                  </a:spcBef>
                  <a:buNone/>
                </a:pPr>
                <a:r>
                  <a:rPr lang="en-US" altLang="en-US" sz="2000" dirty="0"/>
                  <a:t>	</a:t>
                </a:r>
                <a14:m>
                  <m:oMath xmlns:m="http://schemas.openxmlformats.org/officeDocument/2006/math"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∪</m:t>
                    </m:r>
                    <m:d>
                      <m:dPr>
                        <m:ctrlP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∩</m:t>
                        </m:r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altLang="en-US" sz="2000" i="1">
                            <a:latin typeface="Cambria Math" panose="02040503050406030204" pitchFamily="18" charset="0"/>
                          </a:rPr>
                          <m:t>∪</m:t>
                        </m:r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∩</m:t>
                    </m:r>
                    <m:d>
                      <m:dPr>
                        <m:ctrlPr>
                          <a:rPr lang="en-US" alt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sz="2000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altLang="en-US" sz="2000" i="1">
                            <a:latin typeface="Cambria Math" panose="02040503050406030204" pitchFamily="18" charset="0"/>
                          </a:rPr>
                          <m:t>∪</m:t>
                        </m:r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</m:oMath>
                </a14:m>
                <a:r>
                  <a:rPr lang="en-US" altLang="en-US" sz="2000" dirty="0"/>
                  <a:t>	and 		</a:t>
                </a:r>
                <a14:m>
                  <m:oMath xmlns:m="http://schemas.openxmlformats.org/officeDocument/2006/math">
                    <m:r>
                      <a:rPr lang="en-US" altLang="en-US" sz="20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∩</m:t>
                    </m:r>
                    <m:d>
                      <m:dPr>
                        <m:ctrlPr>
                          <a:rPr lang="en-US" alt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sz="2000" i="1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∪</m:t>
                        </m:r>
                        <m:r>
                          <a:rPr lang="en-US" altLang="en-US" sz="20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  <m:r>
                      <a:rPr lang="en-US" altLang="en-US" sz="20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sz="2000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∩</m:t>
                        </m:r>
                        <m:r>
                          <a:rPr lang="en-US" altLang="en-US" sz="20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∪</m:t>
                    </m:r>
                    <m:d>
                      <m:dPr>
                        <m:ctrlPr>
                          <a:rPr lang="en-US" alt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sz="2000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∩</m:t>
                        </m:r>
                        <m:r>
                          <a:rPr lang="en-US" altLang="en-US" sz="20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</m:oMath>
                </a14:m>
                <a:r>
                  <a:rPr lang="en-US" altLang="en-US" sz="2000" dirty="0"/>
                  <a:t>.</a:t>
                </a:r>
              </a:p>
              <a:p>
                <a:pPr marL="0" indent="0" algn="just">
                  <a:spcBef>
                    <a:spcPts val="1800"/>
                  </a:spcBef>
                  <a:buNone/>
                </a:pPr>
                <a:r>
                  <a:rPr lang="en-US" altLang="en-US" sz="2000" b="1" i="1" dirty="0"/>
                  <a:t>Identity Laws: </a:t>
                </a:r>
                <a:r>
                  <a:rPr lang="en-US" altLang="en-US" sz="2000" dirty="0"/>
                  <a:t>For every set </a:t>
                </a:r>
                <a14:m>
                  <m:oMath xmlns:m="http://schemas.openxmlformats.org/officeDocument/2006/math"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altLang="en-US" sz="2000" dirty="0"/>
                  <a:t>, </a:t>
                </a:r>
              </a:p>
              <a:p>
                <a:pPr marL="0" indent="0" algn="just">
                  <a:spcBef>
                    <a:spcPts val="1800"/>
                  </a:spcBef>
                  <a:buNone/>
                </a:pPr>
                <a:r>
                  <a:rPr lang="en-US" altLang="en-US" sz="2000" dirty="0"/>
                  <a:t>	</a:t>
                </a:r>
                <a14:m>
                  <m:oMath xmlns:m="http://schemas.openxmlformats.org/officeDocument/2006/math"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∪∅=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altLang="en-US" sz="2000" dirty="0"/>
                  <a:t>	and 		</a:t>
                </a:r>
                <a14:m>
                  <m:oMath xmlns:m="http://schemas.openxmlformats.org/officeDocument/2006/math">
                    <m:r>
                      <a:rPr lang="en-US" altLang="en-US" sz="20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∩</m:t>
                    </m:r>
                    <m:r>
                      <a:rPr lang="en-US" altLang="en-US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altLang="en-US" sz="2000" dirty="0"/>
                  <a:t>.</a:t>
                </a:r>
              </a:p>
              <a:p>
                <a:pPr marL="0" indent="0" algn="just">
                  <a:spcBef>
                    <a:spcPts val="1800"/>
                  </a:spcBef>
                  <a:buNone/>
                </a:pPr>
                <a:r>
                  <a:rPr lang="en-US" altLang="en-US" sz="2000" b="1" i="1" dirty="0"/>
                  <a:t>Complement Laws: </a:t>
                </a:r>
                <a:r>
                  <a:rPr lang="en-US" altLang="en-US" sz="2000" dirty="0"/>
                  <a:t>For every set </a:t>
                </a:r>
                <a14:m>
                  <m:oMath xmlns:m="http://schemas.openxmlformats.org/officeDocument/2006/math"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altLang="en-US" sz="2000" dirty="0"/>
                  <a:t>, </a:t>
                </a:r>
              </a:p>
              <a:p>
                <a:pPr marL="0" indent="0" algn="just">
                  <a:spcBef>
                    <a:spcPts val="1800"/>
                  </a:spcBef>
                  <a:buNone/>
                </a:pPr>
                <a:r>
                  <a:rPr lang="en-US" altLang="en-US" sz="2000" dirty="0"/>
                  <a:t>	</a:t>
                </a:r>
                <a14:m>
                  <m:oMath xmlns:m="http://schemas.openxmlformats.org/officeDocument/2006/math"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∪</m:t>
                    </m:r>
                    <m:sSup>
                      <m:sSupPr>
                        <m:ctrlP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p>
                    </m:sSup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en-US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en-US" altLang="en-US" sz="2000" dirty="0"/>
                  <a:t>	and 		 </a:t>
                </a:r>
                <a14:m>
                  <m:oMath xmlns:m="http://schemas.openxmlformats.org/officeDocument/2006/math">
                    <m:r>
                      <a:rPr lang="en-US" altLang="en-US" sz="20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∩</m:t>
                    </m:r>
                    <m:sSup>
                      <m:sSupPr>
                        <m:ctrlPr>
                          <a:rPr lang="en-US" alt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20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altLang="en-US" sz="2000" i="1">
                            <a:latin typeface="Cambria Math" panose="02040503050406030204" pitchFamily="18" charset="0"/>
                          </a:rPr>
                          <m:t>𝐶</m:t>
                        </m:r>
                      </m:sup>
                    </m:sSup>
                    <m:r>
                      <a:rPr lang="en-US" altLang="en-US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∅</m:t>
                    </m:r>
                  </m:oMath>
                </a14:m>
                <a:r>
                  <a:rPr lang="en-US" altLang="en-US" sz="2000" dirty="0"/>
                  <a:t> </a:t>
                </a:r>
              </a:p>
              <a:p>
                <a:pPr marL="0" indent="0" algn="just">
                  <a:spcBef>
                    <a:spcPts val="1800"/>
                  </a:spcBef>
                  <a:buNone/>
                </a:pPr>
                <a:endParaRPr lang="en-US" altLang="en-US" sz="2000" dirty="0"/>
              </a:p>
              <a:p>
                <a:pPr marL="0" indent="0" algn="ctr">
                  <a:spcBef>
                    <a:spcPts val="0"/>
                  </a:spcBef>
                  <a:buNone/>
                </a:pPr>
                <a:endParaRPr lang="en-US" altLang="en-US" sz="2000" b="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Rectangle 3">
                <a:extLst>
                  <a:ext uri="{FF2B5EF4-FFF2-40B4-BE49-F238E27FC236}">
                    <a16:creationId xmlns:a16="http://schemas.microsoft.com/office/drawing/2014/main" id="{D2AD01C1-57BB-FCCA-3BF3-2D7EC9244B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524" y="812801"/>
                <a:ext cx="11316675" cy="5687010"/>
              </a:xfrm>
              <a:prstGeom prst="rect">
                <a:avLst/>
              </a:prstGeom>
              <a:blipFill>
                <a:blip r:embed="rId2"/>
                <a:stretch>
                  <a:fillRect l="-484" t="-854"/>
                </a:stretch>
              </a:blipFill>
              <a:ln w="254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136969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2"/>
          <p:cNvSpPr txBox="1">
            <a:spLocks/>
          </p:cNvSpPr>
          <p:nvPr/>
        </p:nvSpPr>
        <p:spPr>
          <a:xfrm>
            <a:off x="471489" y="69597"/>
            <a:ext cx="11153622" cy="5656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/>
              <a:t>Set Identities II (continued)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3">
                <a:extLst>
                  <a:ext uri="{FF2B5EF4-FFF2-40B4-BE49-F238E27FC236}">
                    <a16:creationId xmlns:a16="http://schemas.microsoft.com/office/drawing/2014/main" id="{D2AD01C1-57BB-FCCA-3BF3-2D7EC9244B28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443524" y="812801"/>
                <a:ext cx="11316675" cy="5687010"/>
              </a:xfrm>
              <a:prstGeom prst="rect">
                <a:avLst/>
              </a:prstGeom>
              <a:ln w="25400">
                <a:solidFill>
                  <a:schemeClr val="tx1"/>
                </a:solidFill>
              </a:ln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Clr>
                    <a:schemeClr val="accent3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Clr>
                    <a:schemeClr val="accent3"/>
                  </a:buClr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Clr>
                    <a:schemeClr val="accent3"/>
                  </a:buClr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Clr>
                    <a:schemeClr val="accent3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Clr>
                    <a:schemeClr val="accent3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just">
                  <a:spcBef>
                    <a:spcPts val="1500"/>
                  </a:spcBef>
                  <a:buNone/>
                </a:pPr>
                <a:r>
                  <a:rPr lang="en-US" altLang="en-US" sz="2000" b="1" i="1" dirty="0"/>
                  <a:t>Double-Complement Laws: </a:t>
                </a:r>
                <a:r>
                  <a:rPr lang="en-US" altLang="en-US" sz="2000" dirty="0"/>
                  <a:t>For every set </a:t>
                </a:r>
                <a14:m>
                  <m:oMath xmlns:m="http://schemas.openxmlformats.org/officeDocument/2006/math"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altLang="en-US" sz="2000" dirty="0"/>
                  <a:t>, </a:t>
                </a:r>
              </a:p>
              <a:p>
                <a:pPr marL="0" indent="0" algn="just">
                  <a:spcBef>
                    <a:spcPts val="1500"/>
                  </a:spcBef>
                  <a:buNone/>
                </a:pPr>
                <a:r>
                  <a:rPr lang="en-US" altLang="en-US" sz="2000" dirty="0"/>
                  <a:t>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en-US" sz="2000" i="1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p>
                                <m:r>
                                  <a:rPr lang="en-US" altLang="en-US" sz="2000" i="1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p>
                    </m:sSup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altLang="en-US" sz="2000" dirty="0"/>
                  <a:t> </a:t>
                </a:r>
              </a:p>
              <a:p>
                <a:pPr marL="0" indent="0" algn="just">
                  <a:spcBef>
                    <a:spcPts val="1500"/>
                  </a:spcBef>
                  <a:buNone/>
                </a:pPr>
                <a:r>
                  <a:rPr lang="en-US" altLang="en-US" sz="2000" b="1" i="1" dirty="0"/>
                  <a:t>Idempotent Laws:</a:t>
                </a:r>
                <a:r>
                  <a:rPr lang="en-US" altLang="en-US" sz="2000" dirty="0"/>
                  <a:t> For all sets </a:t>
                </a:r>
                <a14:m>
                  <m:oMath xmlns:m="http://schemas.openxmlformats.org/officeDocument/2006/math"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altLang="en-US" sz="2000" dirty="0"/>
                  <a:t>,</a:t>
                </a:r>
              </a:p>
              <a:p>
                <a:pPr marL="0" indent="0" algn="just">
                  <a:spcBef>
                    <a:spcPts val="1500"/>
                  </a:spcBef>
                  <a:buNone/>
                </a:pPr>
                <a:r>
                  <a:rPr lang="en-US" altLang="en-US" sz="2000" dirty="0"/>
                  <a:t>	</a:t>
                </a:r>
                <a14:m>
                  <m:oMath xmlns:m="http://schemas.openxmlformats.org/officeDocument/2006/math"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∪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altLang="en-US" sz="2000" dirty="0"/>
                  <a:t> 		and 		</a:t>
                </a:r>
                <a14:m>
                  <m:oMath xmlns:m="http://schemas.openxmlformats.org/officeDocument/2006/math">
                    <m:r>
                      <a:rPr lang="en-US" altLang="en-US" sz="20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∩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en-US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en-US" sz="20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altLang="en-US" sz="2000" dirty="0"/>
                  <a:t>.</a:t>
                </a:r>
              </a:p>
              <a:p>
                <a:pPr marL="0" indent="0" algn="just">
                  <a:spcBef>
                    <a:spcPts val="1500"/>
                  </a:spcBef>
                  <a:buNone/>
                </a:pPr>
                <a:r>
                  <a:rPr lang="en-US" altLang="en-US" sz="2000" b="1" i="1" dirty="0"/>
                  <a:t>Universal Bound Laws: </a:t>
                </a:r>
                <a:r>
                  <a:rPr lang="en-US" altLang="en-US" sz="2000" dirty="0"/>
                  <a:t>For every set </a:t>
                </a:r>
                <a14:m>
                  <m:oMath xmlns:m="http://schemas.openxmlformats.org/officeDocument/2006/math"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altLang="en-US" sz="2000" dirty="0"/>
                  <a:t>, </a:t>
                </a:r>
              </a:p>
              <a:p>
                <a:pPr marL="0" indent="0" algn="just">
                  <a:spcBef>
                    <a:spcPts val="1500"/>
                  </a:spcBef>
                  <a:buNone/>
                </a:pPr>
                <a:r>
                  <a:rPr lang="en-US" altLang="en-US" sz="2000" dirty="0"/>
                  <a:t>	</a:t>
                </a:r>
                <a14:m>
                  <m:oMath xmlns:m="http://schemas.openxmlformats.org/officeDocument/2006/math">
                    <m:r>
                      <a:rPr lang="en-US" altLang="en-US" sz="20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en-US" sz="2000" i="1">
                        <a:latin typeface="Cambria Math" panose="02040503050406030204" pitchFamily="18" charset="0"/>
                      </a:rPr>
                      <m:t>∪</m:t>
                    </m:r>
                    <m:r>
                      <a:rPr lang="en-US" altLang="en-US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en-US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en-US" altLang="en-US" sz="2000" dirty="0"/>
                  <a:t>		and 		</a:t>
                </a:r>
                <a14:m>
                  <m:oMath xmlns:m="http://schemas.openxmlformats.org/officeDocument/2006/math">
                    <m:r>
                      <a:rPr lang="en-US" altLang="en-US" sz="20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en-US" sz="2000" i="1">
                        <a:latin typeface="Cambria Math" panose="02040503050406030204" pitchFamily="18" charset="0"/>
                      </a:rPr>
                      <m:t>∩∅=∅</m:t>
                    </m:r>
                  </m:oMath>
                </a14:m>
                <a:r>
                  <a:rPr lang="en-US" altLang="en-US" sz="2000" dirty="0"/>
                  <a:t>.</a:t>
                </a:r>
              </a:p>
              <a:p>
                <a:pPr marL="0" indent="0" algn="just">
                  <a:spcBef>
                    <a:spcPts val="1500"/>
                  </a:spcBef>
                  <a:buNone/>
                </a:pPr>
                <a:r>
                  <a:rPr lang="en-US" altLang="en-US" sz="2000" b="1" i="1" dirty="0" err="1"/>
                  <a:t>Absorbtion</a:t>
                </a:r>
                <a:r>
                  <a:rPr lang="en-US" altLang="en-US" sz="2000" b="1" i="1" dirty="0"/>
                  <a:t> Laws: </a:t>
                </a:r>
                <a:r>
                  <a:rPr lang="en-US" altLang="en-US" sz="2000" dirty="0"/>
                  <a:t>For all sets </a:t>
                </a:r>
                <a14:m>
                  <m:oMath xmlns:m="http://schemas.openxmlformats.org/officeDocument/2006/math"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altLang="en-US" sz="2000" dirty="0"/>
                  <a:t> and </a:t>
                </a:r>
                <a14:m>
                  <m:oMath xmlns:m="http://schemas.openxmlformats.org/officeDocument/2006/math"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altLang="en-US" sz="2000" dirty="0"/>
                  <a:t>, </a:t>
                </a:r>
              </a:p>
              <a:p>
                <a:pPr marL="0" indent="0" algn="just">
                  <a:spcBef>
                    <a:spcPts val="1500"/>
                  </a:spcBef>
                  <a:buNone/>
                </a:pPr>
                <a:r>
                  <a:rPr lang="en-US" altLang="en-US" sz="2000" dirty="0"/>
                  <a:t>	</a:t>
                </a:r>
                <a14:m>
                  <m:oMath xmlns:m="http://schemas.openxmlformats.org/officeDocument/2006/math"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∪</m:t>
                    </m:r>
                    <m:d>
                      <m:dPr>
                        <m:ctrlP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∩</m:t>
                        </m:r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altLang="en-US" sz="2000" dirty="0"/>
                  <a:t>		and 		</a:t>
                </a:r>
                <a14:m>
                  <m:oMath xmlns:m="http://schemas.openxmlformats.org/officeDocument/2006/math">
                    <m:r>
                      <a:rPr lang="en-US" altLang="en-US" sz="20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∩</m:t>
                    </m:r>
                    <m:d>
                      <m:dPr>
                        <m:ctrlPr>
                          <a:rPr lang="en-US" alt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∪</m:t>
                        </m:r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altLang="en-US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altLang="en-US" sz="2000" dirty="0"/>
                  <a:t>.</a:t>
                </a:r>
              </a:p>
              <a:p>
                <a:pPr marL="0" indent="0" algn="just">
                  <a:spcBef>
                    <a:spcPts val="1500"/>
                  </a:spcBef>
                  <a:buNone/>
                </a:pPr>
                <a:r>
                  <a:rPr lang="en-US" altLang="en-US" sz="2000" b="1" i="1" dirty="0"/>
                  <a:t>Complements of </a:t>
                </a:r>
                <a14:m>
                  <m:oMath xmlns:m="http://schemas.openxmlformats.org/officeDocument/2006/math">
                    <m:r>
                      <a:rPr lang="en-US" altLang="en-US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en-US" altLang="en-US" sz="2000" b="1" i="1" dirty="0"/>
                  <a:t> and </a:t>
                </a:r>
                <a14:m>
                  <m:oMath xmlns:m="http://schemas.openxmlformats.org/officeDocument/2006/math">
                    <m:r>
                      <a:rPr lang="en-US" altLang="en-US" sz="2000" b="1" i="1" smtClean="0">
                        <a:latin typeface="Cambria Math" panose="02040503050406030204" pitchFamily="18" charset="0"/>
                      </a:rPr>
                      <m:t>∅</m:t>
                    </m:r>
                  </m:oMath>
                </a14:m>
                <a:r>
                  <a:rPr lang="en-US" altLang="en-US" sz="2000" b="1" i="1" dirty="0"/>
                  <a:t>:</a:t>
                </a:r>
                <a:r>
                  <a:rPr lang="en-US" altLang="en-US" sz="2000" dirty="0"/>
                  <a:t> </a:t>
                </a:r>
              </a:p>
              <a:p>
                <a:pPr marL="0" indent="0" algn="just">
                  <a:spcBef>
                    <a:spcPts val="1500"/>
                  </a:spcBef>
                  <a:buNone/>
                </a:pPr>
                <a:r>
                  <a:rPr lang="en-US" altLang="en-US" sz="2000" dirty="0"/>
                  <a:t>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p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p>
                    </m:sSup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∅</m:t>
                    </m:r>
                  </m:oMath>
                </a14:m>
                <a:r>
                  <a:rPr lang="en-US" altLang="en-US" sz="2000" dirty="0"/>
                  <a:t>			and 	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2000" i="1">
                            <a:latin typeface="Cambria Math" panose="02040503050406030204" pitchFamily="18" charset="0"/>
                          </a:rPr>
                          <m:t>∅</m:t>
                        </m:r>
                      </m:e>
                      <m:sup>
                        <m:r>
                          <a:rPr lang="en-US" altLang="en-US" sz="2000" i="1">
                            <a:latin typeface="Cambria Math" panose="02040503050406030204" pitchFamily="18" charset="0"/>
                          </a:rPr>
                          <m:t>𝐶</m:t>
                        </m:r>
                      </m:sup>
                    </m:sSup>
                    <m:r>
                      <a:rPr lang="en-US" altLang="en-US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en-US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en-US" altLang="en-US" sz="2000" dirty="0"/>
                  <a:t>.</a:t>
                </a:r>
              </a:p>
              <a:p>
                <a:pPr marL="0" indent="0" algn="just">
                  <a:spcBef>
                    <a:spcPts val="1500"/>
                  </a:spcBef>
                  <a:buNone/>
                </a:pPr>
                <a:r>
                  <a:rPr lang="en-US" altLang="en-US" sz="2000" b="1" i="1" dirty="0"/>
                  <a:t>Set Difference Law:</a:t>
                </a:r>
                <a:r>
                  <a:rPr lang="en-US" altLang="en-US" sz="2000" dirty="0"/>
                  <a:t> For all sets </a:t>
                </a:r>
                <a14:m>
                  <m:oMath xmlns:m="http://schemas.openxmlformats.org/officeDocument/2006/math"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altLang="en-US" sz="2000" dirty="0"/>
                  <a:t> and </a:t>
                </a:r>
                <a14:m>
                  <m:oMath xmlns:m="http://schemas.openxmlformats.org/officeDocument/2006/math"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altLang="en-US" sz="2000" dirty="0"/>
                  <a:t>, </a:t>
                </a:r>
              </a:p>
              <a:p>
                <a:pPr marL="0" indent="0" algn="just">
                  <a:spcBef>
                    <a:spcPts val="1500"/>
                  </a:spcBef>
                  <a:buNone/>
                </a:pPr>
                <a:r>
                  <a:rPr lang="en-US" altLang="en-US" sz="2000" dirty="0"/>
                  <a:t>				</a:t>
                </a:r>
                <a:r>
                  <a:rPr lang="en-US" altLang="en-US" sz="2000" b="0" dirty="0"/>
                  <a:t> </a:t>
                </a:r>
                <a14:m>
                  <m:oMath xmlns:m="http://schemas.openxmlformats.org/officeDocument/2006/math"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∩</m:t>
                    </m:r>
                    <m:sSup>
                      <m:sSupPr>
                        <m:ctrlP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p>
                    </m:sSup>
                  </m:oMath>
                </a14:m>
                <a:r>
                  <a:rPr lang="en-US" altLang="en-US" sz="2000" dirty="0"/>
                  <a:t>.</a:t>
                </a:r>
              </a:p>
              <a:p>
                <a:pPr marL="0" indent="0" algn="just">
                  <a:spcBef>
                    <a:spcPts val="1800"/>
                  </a:spcBef>
                  <a:buNone/>
                </a:pPr>
                <a:endParaRPr lang="en-US" altLang="en-US" sz="2000" dirty="0"/>
              </a:p>
              <a:p>
                <a:pPr marL="0" indent="0" algn="ctr">
                  <a:spcBef>
                    <a:spcPts val="0"/>
                  </a:spcBef>
                  <a:buNone/>
                </a:pPr>
                <a:endParaRPr lang="en-US" altLang="en-US" sz="2000" b="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Rectangle 3">
                <a:extLst>
                  <a:ext uri="{FF2B5EF4-FFF2-40B4-BE49-F238E27FC236}">
                    <a16:creationId xmlns:a16="http://schemas.microsoft.com/office/drawing/2014/main" id="{D2AD01C1-57BB-FCCA-3BF3-2D7EC9244B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524" y="812801"/>
                <a:ext cx="11316675" cy="5687010"/>
              </a:xfrm>
              <a:prstGeom prst="rect">
                <a:avLst/>
              </a:prstGeom>
              <a:blipFill>
                <a:blip r:embed="rId2"/>
                <a:stretch>
                  <a:fillRect l="-484" t="-854"/>
                </a:stretch>
              </a:blipFill>
              <a:ln w="254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89550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2"/>
          <p:cNvSpPr txBox="1">
            <a:spLocks/>
          </p:cNvSpPr>
          <p:nvPr/>
        </p:nvSpPr>
        <p:spPr>
          <a:xfrm>
            <a:off x="471489" y="69597"/>
            <a:ext cx="11153622" cy="5656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/>
              <a:t>Algebraic Proof Exercise 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FB65ED7-6EBD-BE1E-5FF0-69C83BB4F678}"/>
                  </a:ext>
                </a:extLst>
              </p:cNvPr>
              <p:cNvSpPr txBox="1"/>
              <p:nvPr/>
            </p:nvSpPr>
            <p:spPr>
              <a:xfrm>
                <a:off x="347133" y="712385"/>
                <a:ext cx="11191671" cy="40011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2000" dirty="0"/>
                  <a:t>For all sets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000" dirty="0"/>
                  <a:t>,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en-US" sz="2000" dirty="0"/>
                  <a:t>, show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∪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∪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</m:d>
                  </m:oMath>
                </a14:m>
                <a:r>
                  <a:rPr lang="en-US" sz="2000" dirty="0">
                    <a:effectLst/>
                  </a:rPr>
                  <a:t>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FB65ED7-6EBD-BE1E-5FF0-69C83BB4F6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133" y="712385"/>
                <a:ext cx="11191671" cy="400110"/>
              </a:xfrm>
              <a:prstGeom prst="rect">
                <a:avLst/>
              </a:prstGeom>
              <a:blipFill>
                <a:blip r:embed="rId2"/>
                <a:stretch>
                  <a:fillRect l="-599" t="-9231" b="-27692"/>
                </a:stretch>
              </a:blipFill>
              <a:ln w="254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3A2E2107-3725-456E-9E13-FD5C78BF8CF7}"/>
              </a:ext>
            </a:extLst>
          </p:cNvPr>
          <p:cNvSpPr txBox="1"/>
          <p:nvPr/>
        </p:nvSpPr>
        <p:spPr>
          <a:xfrm>
            <a:off x="347133" y="1293467"/>
            <a:ext cx="11191671" cy="400110"/>
          </a:xfrm>
          <a:prstGeom prst="rect">
            <a:avLst/>
          </a:prstGeom>
          <a:noFill/>
          <a:ln w="25400">
            <a:noFill/>
          </a:ln>
        </p:spPr>
        <p:txBody>
          <a:bodyPr wrap="square">
            <a:spAutoFit/>
          </a:bodyPr>
          <a:lstStyle/>
          <a:p>
            <a:pPr algn="just"/>
            <a:r>
              <a:rPr lang="en-US" sz="2000" i="1" dirty="0"/>
              <a:t>Proof.</a:t>
            </a:r>
            <a:endParaRPr lang="en-US" sz="2000" i="1" dirty="0">
              <a:effectLst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5DB1E4-7CD0-5402-6B46-81F2F86FC2D9}"/>
              </a:ext>
            </a:extLst>
          </p:cNvPr>
          <p:cNvSpPr txBox="1"/>
          <p:nvPr/>
        </p:nvSpPr>
        <p:spPr>
          <a:xfrm>
            <a:off x="347134" y="1789309"/>
            <a:ext cx="9961708" cy="400110"/>
          </a:xfrm>
          <a:prstGeom prst="rect">
            <a:avLst/>
          </a:prstGeom>
          <a:noFill/>
          <a:ln w="25400">
            <a:noFill/>
          </a:ln>
        </p:spPr>
        <p:txBody>
          <a:bodyPr wrap="square">
            <a:spAutoFit/>
          </a:bodyPr>
          <a:lstStyle/>
          <a:p>
            <a:pPr algn="just"/>
            <a:r>
              <a:rPr lang="en-US" sz="2000" dirty="0">
                <a:effectLst/>
              </a:rPr>
              <a:t>It suffices to show that the LHS of the equation can be reduced to the RHS using Set Identities.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2796E2C-D184-6E9B-FA10-D2D2B71701DC}"/>
                  </a:ext>
                </a:extLst>
              </p:cNvPr>
              <p:cNvSpPr txBox="1"/>
              <p:nvPr/>
            </p:nvSpPr>
            <p:spPr>
              <a:xfrm>
                <a:off x="1884724" y="2685262"/>
                <a:ext cx="3124092" cy="40011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squar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∪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𝑍</m:t>
                      </m:r>
                    </m:oMath>
                  </m:oMathPara>
                </a14:m>
                <a:endParaRPr lang="en-US" sz="2000" dirty="0">
                  <a:effectLst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2796E2C-D184-6E9B-FA10-D2D2B71701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4724" y="2685262"/>
                <a:ext cx="3124092" cy="400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254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43709E5-9CA8-1434-2C95-6EDAE9445358}"/>
                  </a:ext>
                </a:extLst>
              </p:cNvPr>
              <p:cNvSpPr txBox="1"/>
              <p:nvPr/>
            </p:nvSpPr>
            <p:spPr>
              <a:xfrm>
                <a:off x="4478813" y="2685262"/>
                <a:ext cx="4228372" cy="401135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squar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∪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∩</m:t>
                      </m:r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p>
                      </m:sSup>
                    </m:oMath>
                  </m:oMathPara>
                </a14:m>
                <a:endParaRPr lang="en-US" sz="2000" dirty="0">
                  <a:effectLst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43709E5-9CA8-1434-2C95-6EDAE94453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8813" y="2685262"/>
                <a:ext cx="4228372" cy="40113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254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3FB1D04-4F2D-A869-D622-30D2216886A8}"/>
                  </a:ext>
                </a:extLst>
              </p:cNvPr>
              <p:cNvSpPr txBox="1"/>
              <p:nvPr/>
            </p:nvSpPr>
            <p:spPr>
              <a:xfrm>
                <a:off x="4478813" y="3199908"/>
                <a:ext cx="4228372" cy="401135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squar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𝐶</m:t>
                          </m:r>
                        </m:sup>
                      </m:sSup>
                      <m:r>
                        <a:rPr lang="en-US" sz="2000" i="1">
                          <a:latin typeface="Cambria Math" panose="02040503050406030204" pitchFamily="18" charset="0"/>
                        </a:rPr>
                        <m:t>∩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∪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</m:oMath>
                  </m:oMathPara>
                </a14:m>
                <a:endParaRPr lang="en-US" sz="2000" dirty="0">
                  <a:effectLst/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3FB1D04-4F2D-A869-D622-30D2216886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8813" y="3199908"/>
                <a:ext cx="4228372" cy="40113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254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1FA38512-566D-249B-C5AF-422EA4E0CA0A}"/>
              </a:ext>
            </a:extLst>
          </p:cNvPr>
          <p:cNvSpPr txBox="1"/>
          <p:nvPr/>
        </p:nvSpPr>
        <p:spPr>
          <a:xfrm>
            <a:off x="4143921" y="2468987"/>
            <a:ext cx="1729789" cy="338554"/>
          </a:xfrm>
          <a:prstGeom prst="rect">
            <a:avLst/>
          </a:prstGeom>
          <a:noFill/>
          <a:ln w="25400">
            <a:noFill/>
          </a:ln>
        </p:spPr>
        <p:txBody>
          <a:bodyPr wrap="square">
            <a:spAutoFit/>
          </a:bodyPr>
          <a:lstStyle/>
          <a:p>
            <a:pPr algn="just"/>
            <a:r>
              <a:rPr lang="en-US" sz="1600" dirty="0">
                <a:solidFill>
                  <a:srgbClr val="7030A0"/>
                </a:solidFill>
                <a:effectLst/>
              </a:rPr>
              <a:t>Set Difference Law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D0C22DAB-B628-49DE-ED40-4B588807B7B3}"/>
                  </a:ext>
                </a:extLst>
              </p:cNvPr>
              <p:cNvSpPr txBox="1"/>
              <p:nvPr/>
            </p:nvSpPr>
            <p:spPr>
              <a:xfrm>
                <a:off x="8231919" y="2916095"/>
                <a:ext cx="2548682" cy="338554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1600" dirty="0">
                    <a:solidFill>
                      <a:srgbClr val="7030A0"/>
                    </a:solidFill>
                    <a:effectLst/>
                  </a:rPr>
                  <a:t>Commutative Law for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rgbClr val="7030A0"/>
                        </a:solidFill>
                        <a:effectLst/>
                        <a:latin typeface="Cambria Math" panose="02040503050406030204" pitchFamily="18" charset="0"/>
                      </a:rPr>
                      <m:t>∩</m:t>
                    </m:r>
                  </m:oMath>
                </a14:m>
                <a:endParaRPr lang="en-US" sz="1600" dirty="0">
                  <a:solidFill>
                    <a:srgbClr val="7030A0"/>
                  </a:solidFill>
                  <a:effectLst/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D0C22DAB-B628-49DE-ED40-4B588807B7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1919" y="2916095"/>
                <a:ext cx="2548682" cy="338554"/>
              </a:xfrm>
              <a:prstGeom prst="rect">
                <a:avLst/>
              </a:prstGeom>
              <a:blipFill>
                <a:blip r:embed="rId6"/>
                <a:stretch>
                  <a:fillRect l="-1196" t="-5357" b="-21429"/>
                </a:stretch>
              </a:blipFill>
              <a:ln w="254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1EC40FE0-7AC7-3E27-27EA-89E2E8E6AB76}"/>
                  </a:ext>
                </a:extLst>
              </p:cNvPr>
              <p:cNvSpPr txBox="1"/>
              <p:nvPr/>
            </p:nvSpPr>
            <p:spPr>
              <a:xfrm>
                <a:off x="4874859" y="3713248"/>
                <a:ext cx="4228372" cy="401135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squar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p>
                          </m:s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∩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∪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p>
                          </m:s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∩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</m:oMath>
                  </m:oMathPara>
                </a14:m>
                <a:endParaRPr lang="en-US" sz="2000" dirty="0">
                  <a:effectLst/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1EC40FE0-7AC7-3E27-27EA-89E2E8E6AB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4859" y="3713248"/>
                <a:ext cx="4228372" cy="40113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254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Box 27">
            <a:extLst>
              <a:ext uri="{FF2B5EF4-FFF2-40B4-BE49-F238E27FC236}">
                <a16:creationId xmlns:a16="http://schemas.microsoft.com/office/drawing/2014/main" id="{D13BEC7C-BB92-1CFA-C96E-07A46F32D375}"/>
              </a:ext>
            </a:extLst>
          </p:cNvPr>
          <p:cNvSpPr txBox="1"/>
          <p:nvPr/>
        </p:nvSpPr>
        <p:spPr>
          <a:xfrm>
            <a:off x="8231919" y="3462343"/>
            <a:ext cx="2548682" cy="338554"/>
          </a:xfrm>
          <a:prstGeom prst="rect">
            <a:avLst/>
          </a:prstGeom>
          <a:noFill/>
          <a:ln w="25400">
            <a:noFill/>
          </a:ln>
        </p:spPr>
        <p:txBody>
          <a:bodyPr wrap="square">
            <a:spAutoFit/>
          </a:bodyPr>
          <a:lstStyle/>
          <a:p>
            <a:pPr algn="just"/>
            <a:r>
              <a:rPr lang="en-US" sz="1600" dirty="0">
                <a:solidFill>
                  <a:srgbClr val="7030A0"/>
                </a:solidFill>
              </a:rPr>
              <a:t>Distributive </a:t>
            </a:r>
            <a:r>
              <a:rPr lang="en-US" sz="1600" dirty="0">
                <a:solidFill>
                  <a:srgbClr val="7030A0"/>
                </a:solidFill>
                <a:effectLst/>
              </a:rPr>
              <a:t>Law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179A4DDE-3B35-1562-37A7-AD48AF9410C2}"/>
                  </a:ext>
                </a:extLst>
              </p:cNvPr>
              <p:cNvSpPr txBox="1"/>
              <p:nvPr/>
            </p:nvSpPr>
            <p:spPr>
              <a:xfrm>
                <a:off x="4874859" y="4226588"/>
                <a:ext cx="4228372" cy="401135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squar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∩</m:t>
                          </m:r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p>
                          </m:sSup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∪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∩</m:t>
                          </m:r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2000" dirty="0">
                  <a:effectLst/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179A4DDE-3B35-1562-37A7-AD48AF9410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4859" y="4226588"/>
                <a:ext cx="4228372" cy="40113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254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8B6DBC96-C889-9E9E-93FC-1C2D8EE8FF8C}"/>
                  </a:ext>
                </a:extLst>
              </p:cNvPr>
              <p:cNvSpPr txBox="1"/>
              <p:nvPr/>
            </p:nvSpPr>
            <p:spPr>
              <a:xfrm>
                <a:off x="8231919" y="4049227"/>
                <a:ext cx="2548682" cy="338554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1600" dirty="0">
                    <a:solidFill>
                      <a:srgbClr val="7030A0"/>
                    </a:solidFill>
                    <a:effectLst/>
                  </a:rPr>
                  <a:t>Commutative Law for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rgbClr val="7030A0"/>
                        </a:solidFill>
                        <a:effectLst/>
                        <a:latin typeface="Cambria Math" panose="02040503050406030204" pitchFamily="18" charset="0"/>
                      </a:rPr>
                      <m:t>∩</m:t>
                    </m:r>
                  </m:oMath>
                </a14:m>
                <a:endParaRPr lang="en-US" sz="1600" dirty="0">
                  <a:solidFill>
                    <a:srgbClr val="7030A0"/>
                  </a:solidFill>
                  <a:effectLst/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8B6DBC96-C889-9E9E-93FC-1C2D8EE8FF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1919" y="4049227"/>
                <a:ext cx="2548682" cy="338554"/>
              </a:xfrm>
              <a:prstGeom prst="rect">
                <a:avLst/>
              </a:prstGeom>
              <a:blipFill>
                <a:blip r:embed="rId9"/>
                <a:stretch>
                  <a:fillRect l="-1196" t="-5357" b="-21429"/>
                </a:stretch>
              </a:blipFill>
              <a:ln w="254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342526B7-F5B2-1432-9F8B-1BAAC44102B1}"/>
                  </a:ext>
                </a:extLst>
              </p:cNvPr>
              <p:cNvSpPr txBox="1"/>
              <p:nvPr/>
            </p:nvSpPr>
            <p:spPr>
              <a:xfrm>
                <a:off x="4764199" y="4739928"/>
                <a:ext cx="4228372" cy="401135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squar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∪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</m:d>
                    </m:oMath>
                  </m:oMathPara>
                </a14:m>
                <a:endParaRPr lang="en-US" sz="2000" dirty="0">
                  <a:effectLst/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342526B7-F5B2-1432-9F8B-1BAAC44102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4199" y="4739928"/>
                <a:ext cx="4228372" cy="40113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 w="254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>
            <a:extLst>
              <a:ext uri="{FF2B5EF4-FFF2-40B4-BE49-F238E27FC236}">
                <a16:creationId xmlns:a16="http://schemas.microsoft.com/office/drawing/2014/main" id="{946D3E09-E6DD-548C-9CC3-58B151B6E246}"/>
              </a:ext>
            </a:extLst>
          </p:cNvPr>
          <p:cNvSpPr txBox="1"/>
          <p:nvPr/>
        </p:nvSpPr>
        <p:spPr>
          <a:xfrm>
            <a:off x="8231919" y="4620998"/>
            <a:ext cx="2548682" cy="338554"/>
          </a:xfrm>
          <a:prstGeom prst="rect">
            <a:avLst/>
          </a:prstGeom>
          <a:noFill/>
          <a:ln w="25400">
            <a:noFill/>
          </a:ln>
        </p:spPr>
        <p:txBody>
          <a:bodyPr wrap="square">
            <a:spAutoFit/>
          </a:bodyPr>
          <a:lstStyle/>
          <a:p>
            <a:pPr algn="just"/>
            <a:r>
              <a:rPr lang="en-US" sz="1600" dirty="0">
                <a:solidFill>
                  <a:srgbClr val="7030A0"/>
                </a:solidFill>
                <a:effectLst/>
              </a:rPr>
              <a:t>Set Difference Law</a:t>
            </a:r>
          </a:p>
        </p:txBody>
      </p:sp>
    </p:spTree>
    <p:extLst>
      <p:ext uri="{BB962C8B-B14F-4D97-AF65-F5344CB8AC3E}">
        <p14:creationId xmlns:p14="http://schemas.microsoft.com/office/powerpoint/2010/main" val="2033511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" grpId="0"/>
      <p:bldP spid="7" grpId="0"/>
      <p:bldP spid="23" grpId="0"/>
      <p:bldP spid="24" grpId="0"/>
      <p:bldP spid="25" grpId="0"/>
      <p:bldP spid="27" grpId="0"/>
      <p:bldP spid="28" grpId="0"/>
      <p:bldP spid="29" grpId="0"/>
      <p:bldP spid="30" grpId="0"/>
      <p:bldP spid="31" grpId="0"/>
      <p:bldP spid="3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3">
                <a:extLst>
                  <a:ext uri="{FF2B5EF4-FFF2-40B4-BE49-F238E27FC236}">
                    <a16:creationId xmlns:a16="http://schemas.microsoft.com/office/drawing/2014/main" id="{D2AD01C1-57BB-FCCA-3BF3-2D7EC9244B28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443524" y="139701"/>
                <a:ext cx="11316675" cy="2693971"/>
              </a:xfrm>
              <a:prstGeom prst="rect">
                <a:avLst/>
              </a:prstGeom>
              <a:ln w="25400">
                <a:solidFill>
                  <a:schemeClr val="tx1"/>
                </a:solidFill>
              </a:ln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Clr>
                    <a:schemeClr val="accent3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Clr>
                    <a:schemeClr val="accent3"/>
                  </a:buClr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Clr>
                    <a:schemeClr val="accent3"/>
                  </a:buClr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Clr>
                    <a:schemeClr val="accent3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Clr>
                    <a:schemeClr val="accent3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just">
                  <a:spcBef>
                    <a:spcPts val="1500"/>
                  </a:spcBef>
                  <a:buNone/>
                </a:pPr>
                <a:r>
                  <a:rPr lang="en-US" altLang="en-US" sz="2000" b="1" i="1" dirty="0" err="1"/>
                  <a:t>DeMorgan’s</a:t>
                </a:r>
                <a:r>
                  <a:rPr lang="en-US" altLang="en-US" sz="2000" b="1" i="1" dirty="0"/>
                  <a:t> Law for Sets.</a:t>
                </a:r>
                <a:r>
                  <a:rPr lang="en-US" altLang="en-US" sz="2000" dirty="0"/>
                  <a:t> For all sets </a:t>
                </a:r>
                <a14:m>
                  <m:oMath xmlns:m="http://schemas.openxmlformats.org/officeDocument/2006/math"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altLang="en-US" sz="2000" dirty="0"/>
                  <a:t> and </a:t>
                </a:r>
                <a14:m>
                  <m:oMath xmlns:m="http://schemas.openxmlformats.org/officeDocument/2006/math"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altLang="en-US" sz="2000" dirty="0"/>
                  <a:t>, </a:t>
                </a:r>
              </a:p>
              <a:p>
                <a:pPr marL="0" indent="0" algn="just">
                  <a:spcBef>
                    <a:spcPts val="15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en-US" sz="24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altLang="en-US" sz="2400" b="0" i="1" smtClean="0">
                                  <a:latin typeface="Cambria Math" panose="02040503050406030204" pitchFamily="18" charset="0"/>
                                </a:rPr>
                                <m:t>∪</m:t>
                              </m:r>
                              <m:r>
                                <a:rPr lang="en-US" altLang="en-US" sz="24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d>
                        </m:e>
                        <m:sup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p>
                      </m:sSup>
                      <m:r>
                        <a:rPr lang="en-US" alt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p>
                      </m:sSup>
                      <m:r>
                        <a:rPr lang="en-US" altLang="en-US" sz="2400" b="0" i="1" smtClean="0">
                          <a:latin typeface="Cambria Math" panose="02040503050406030204" pitchFamily="18" charset="0"/>
                        </a:rPr>
                        <m:t>∩</m:t>
                      </m:r>
                      <m:sSup>
                        <m:sSupPr>
                          <m:ctrlP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p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p>
                      </m:sSup>
                    </m:oMath>
                  </m:oMathPara>
                </a14:m>
                <a:endParaRPr lang="en-US" altLang="en-US" sz="2000" b="0" i="1" dirty="0">
                  <a:latin typeface="Cambria Math" panose="02040503050406030204" pitchFamily="18" charset="0"/>
                </a:endParaRPr>
              </a:p>
              <a:p>
                <a:pPr marL="0" indent="0" algn="just">
                  <a:spcBef>
                    <a:spcPts val="1500"/>
                  </a:spcBef>
                  <a:buNone/>
                </a:pPr>
                <a:endParaRPr lang="en-US" altLang="en-US" sz="2000" i="1" dirty="0">
                  <a:latin typeface="Cambria Math" panose="02040503050406030204" pitchFamily="18" charset="0"/>
                </a:endParaRPr>
              </a:p>
              <a:p>
                <a:pPr marL="0" indent="0" algn="just">
                  <a:spcBef>
                    <a:spcPts val="1500"/>
                  </a:spcBef>
                  <a:buNone/>
                </a:pPr>
                <a:endParaRPr lang="en-US" altLang="en-US" sz="2000" b="0" i="1" dirty="0">
                  <a:latin typeface="Cambria Math" panose="02040503050406030204" pitchFamily="18" charset="0"/>
                </a:endParaRPr>
              </a:p>
              <a:p>
                <a:pPr marL="0" indent="0" algn="just">
                  <a:spcBef>
                    <a:spcPts val="1500"/>
                  </a:spcBef>
                  <a:buNone/>
                </a:pPr>
                <a:endParaRPr lang="en-US" altLang="en-US" sz="2000" i="1" dirty="0">
                  <a:latin typeface="Cambria Math" panose="02040503050406030204" pitchFamily="18" charset="0"/>
                </a:endParaRPr>
              </a:p>
              <a:p>
                <a:pPr marL="0" indent="0" algn="just">
                  <a:spcBef>
                    <a:spcPts val="1500"/>
                  </a:spcBef>
                  <a:buNone/>
                </a:pPr>
                <a:endParaRPr lang="en-US" altLang="en-US" sz="200" b="0" i="1" dirty="0">
                  <a:latin typeface="Cambria Math" panose="02040503050406030204" pitchFamily="18" charset="0"/>
                </a:endParaRPr>
              </a:p>
              <a:p>
                <a:pPr marL="0" indent="0" algn="just">
                  <a:spcBef>
                    <a:spcPts val="15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en-US" sz="24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altLang="en-US" sz="2400" b="0" i="1" smtClean="0">
                                  <a:latin typeface="Cambria Math" panose="02040503050406030204" pitchFamily="18" charset="0"/>
                                </a:rPr>
                                <m:t>∩</m:t>
                              </m:r>
                              <m:r>
                                <a:rPr lang="en-US" altLang="en-US" sz="24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d>
                        </m:e>
                        <m:sup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p>
                      </m:sSup>
                      <m:r>
                        <a:rPr lang="en-US" alt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p>
                      </m:sSup>
                      <m:r>
                        <a:rPr lang="en-US" altLang="en-US" sz="2400" b="0" i="1" smtClean="0">
                          <a:latin typeface="Cambria Math" panose="02040503050406030204" pitchFamily="18" charset="0"/>
                        </a:rPr>
                        <m:t>∪</m:t>
                      </m:r>
                      <m:sSup>
                        <m:sSupPr>
                          <m:ctrlP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p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p>
                      </m:sSup>
                    </m:oMath>
                  </m:oMathPara>
                </a14:m>
                <a:endParaRPr lang="en-US" altLang="en-US" sz="2000" b="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Rectangle 3">
                <a:extLst>
                  <a:ext uri="{FF2B5EF4-FFF2-40B4-BE49-F238E27FC236}">
                    <a16:creationId xmlns:a16="http://schemas.microsoft.com/office/drawing/2014/main" id="{D2AD01C1-57BB-FCCA-3BF3-2D7EC9244B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524" y="139701"/>
                <a:ext cx="11316675" cy="2693971"/>
              </a:xfrm>
              <a:prstGeom prst="rect">
                <a:avLst/>
              </a:prstGeom>
              <a:blipFill>
                <a:blip r:embed="rId2"/>
                <a:stretch>
                  <a:fillRect l="-484" t="-2018"/>
                </a:stretch>
              </a:blipFill>
              <a:ln w="254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roup 1">
            <a:extLst>
              <a:ext uri="{FF2B5EF4-FFF2-40B4-BE49-F238E27FC236}">
                <a16:creationId xmlns:a16="http://schemas.microsoft.com/office/drawing/2014/main" id="{7612CC12-E621-307C-18EA-E234E903FA74}"/>
              </a:ext>
            </a:extLst>
          </p:cNvPr>
          <p:cNvGrpSpPr/>
          <p:nvPr/>
        </p:nvGrpSpPr>
        <p:grpSpPr>
          <a:xfrm>
            <a:off x="810151" y="951780"/>
            <a:ext cx="1507764" cy="1211008"/>
            <a:chOff x="5352184" y="1653696"/>
            <a:chExt cx="1507764" cy="1211008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194DF002-DB40-0B3B-C1A6-F7BC565B969F}"/>
                </a:ext>
              </a:extLst>
            </p:cNvPr>
            <p:cNvSpPr/>
            <p:nvPr/>
          </p:nvSpPr>
          <p:spPr>
            <a:xfrm>
              <a:off x="5352184" y="1653696"/>
              <a:ext cx="1507764" cy="1211008"/>
            </a:xfrm>
            <a:prstGeom prst="rect">
              <a:avLst/>
            </a:prstGeom>
            <a:solidFill>
              <a:srgbClr val="FFC000">
                <a:alpha val="0"/>
              </a:srgbClr>
            </a:solidFill>
            <a:ln w="12700">
              <a:solidFill>
                <a:schemeClr val="tx1"/>
              </a:solidFill>
            </a:ln>
            <a:effectLst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C41B0435-82BE-1437-B509-061A25706E6A}"/>
                    </a:ext>
                  </a:extLst>
                </p:cNvPr>
                <p:cNvSpPr txBox="1"/>
                <p:nvPr/>
              </p:nvSpPr>
              <p:spPr>
                <a:xfrm>
                  <a:off x="5934513" y="1815842"/>
                  <a:ext cx="339740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en-US" sz="1800" b="1" i="1" smtClean="0">
                            <a:latin typeface="Cambria Math" panose="02040503050406030204" pitchFamily="18" charset="0"/>
                          </a:rPr>
                          <m:t>𝑨</m:t>
                        </m:r>
                      </m:oMath>
                    </m:oMathPara>
                  </a14:m>
                  <a:endParaRPr lang="en-US" b="1" dirty="0"/>
                </a:p>
              </p:txBody>
            </p:sp>
          </mc:Choice>
          <mc:Fallback xmlns="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8B01A770-B208-CBFB-025E-6D139132D8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34513" y="1815842"/>
                  <a:ext cx="339740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51B0E951-7D04-BEC9-BCC1-285F1E3E5CCE}"/>
                    </a:ext>
                  </a:extLst>
                </p:cNvPr>
                <p:cNvSpPr txBox="1"/>
                <p:nvPr/>
              </p:nvSpPr>
              <p:spPr>
                <a:xfrm>
                  <a:off x="5976300" y="2185174"/>
                  <a:ext cx="380510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en-US" sz="1800" b="1" i="1" smtClean="0">
                            <a:latin typeface="Cambria Math" panose="02040503050406030204" pitchFamily="18" charset="0"/>
                          </a:rPr>
                          <m:t>𝑩</m:t>
                        </m:r>
                      </m:oMath>
                    </m:oMathPara>
                  </a14:m>
                  <a:endParaRPr lang="en-US" b="1" dirty="0"/>
                </a:p>
              </p:txBody>
            </p:sp>
          </mc:Choice>
          <mc:Fallback xmlns="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FF6FAE5E-D2B2-968C-B2C8-4CB4EB22CE3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76300" y="2185174"/>
                  <a:ext cx="380510" cy="369332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493CD6A-9FD1-4373-8C9E-A36132202B31}"/>
                </a:ext>
              </a:extLst>
            </p:cNvPr>
            <p:cNvSpPr/>
            <p:nvPr/>
          </p:nvSpPr>
          <p:spPr>
            <a:xfrm>
              <a:off x="5551073" y="1753505"/>
              <a:ext cx="1089854" cy="563198"/>
            </a:xfrm>
            <a:prstGeom prst="rect">
              <a:avLst/>
            </a:prstGeom>
            <a:solidFill>
              <a:srgbClr val="00B0F0">
                <a:alpha val="36000"/>
              </a:srgbClr>
            </a:solidFill>
            <a:ln w="6350">
              <a:solidFill>
                <a:schemeClr val="tx1"/>
              </a:solidFill>
              <a:prstDash val="solid"/>
            </a:ln>
            <a:effectLst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9368322-4AEB-1498-5ADB-BB400658EF23}"/>
                </a:ext>
              </a:extLst>
            </p:cNvPr>
            <p:cNvSpPr/>
            <p:nvPr/>
          </p:nvSpPr>
          <p:spPr>
            <a:xfrm>
              <a:off x="5726527" y="2029358"/>
              <a:ext cx="914400" cy="741184"/>
            </a:xfrm>
            <a:prstGeom prst="rect">
              <a:avLst/>
            </a:prstGeom>
            <a:solidFill>
              <a:srgbClr val="FF0000">
                <a:alpha val="40000"/>
              </a:srgbClr>
            </a:solidFill>
            <a:ln w="6350">
              <a:solidFill>
                <a:schemeClr val="tx1"/>
              </a:solidFill>
              <a:prstDash val="solid"/>
            </a:ln>
            <a:effectLst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36A5B9A2-3D07-82A6-6240-1FE244C00A38}"/>
              </a:ext>
            </a:extLst>
          </p:cNvPr>
          <p:cNvGrpSpPr/>
          <p:nvPr/>
        </p:nvGrpSpPr>
        <p:grpSpPr>
          <a:xfrm>
            <a:off x="2482909" y="951780"/>
            <a:ext cx="1507764" cy="1211008"/>
            <a:chOff x="7319150" y="4004216"/>
            <a:chExt cx="1507764" cy="1211008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A07FEA2-6269-C3E7-22B4-B474E57F6035}"/>
                </a:ext>
              </a:extLst>
            </p:cNvPr>
            <p:cNvSpPr/>
            <p:nvPr/>
          </p:nvSpPr>
          <p:spPr>
            <a:xfrm>
              <a:off x="7319150" y="4004216"/>
              <a:ext cx="1507764" cy="1211008"/>
            </a:xfrm>
            <a:prstGeom prst="rect">
              <a:avLst/>
            </a:prstGeom>
            <a:solidFill>
              <a:srgbClr val="FFC000">
                <a:alpha val="0"/>
              </a:srgbClr>
            </a:solidFill>
            <a:ln w="12700">
              <a:solidFill>
                <a:schemeClr val="tx1"/>
              </a:solidFill>
            </a:ln>
            <a:effectLst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FDA4317-3AB0-4E3C-6F12-C44D21DB62BD}"/>
                </a:ext>
              </a:extLst>
            </p:cNvPr>
            <p:cNvGrpSpPr/>
            <p:nvPr/>
          </p:nvGrpSpPr>
          <p:grpSpPr>
            <a:xfrm>
              <a:off x="7528105" y="4104025"/>
              <a:ext cx="1089854" cy="1017037"/>
              <a:chOff x="7560602" y="1175410"/>
              <a:chExt cx="1089854" cy="1017037"/>
            </a:xfrm>
          </p:grpSpPr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5675329E-FA04-D513-F10D-ACE472312587}"/>
                  </a:ext>
                </a:extLst>
              </p:cNvPr>
              <p:cNvGrpSpPr/>
              <p:nvPr/>
            </p:nvGrpSpPr>
            <p:grpSpPr>
              <a:xfrm>
                <a:off x="7560602" y="1175410"/>
                <a:ext cx="1089854" cy="1017037"/>
                <a:chOff x="7560602" y="1175410"/>
                <a:chExt cx="1089854" cy="1017037"/>
              </a:xfrm>
            </p:grpSpPr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BFECFF09-19DD-51F6-DEFD-00C4996DAD04}"/>
                    </a:ext>
                  </a:extLst>
                </p:cNvPr>
                <p:cNvSpPr/>
                <p:nvPr/>
              </p:nvSpPr>
              <p:spPr>
                <a:xfrm>
                  <a:off x="7560602" y="1175410"/>
                  <a:ext cx="1089854" cy="563198"/>
                </a:xfrm>
                <a:prstGeom prst="rect">
                  <a:avLst/>
                </a:prstGeom>
                <a:solidFill>
                  <a:srgbClr val="00B050"/>
                </a:solidFill>
                <a:ln w="6350">
                  <a:noFill/>
                  <a:prstDash val="solid"/>
                </a:ln>
                <a:effectLst/>
              </p:spPr>
              <p:style>
                <a:lnRef idx="1">
                  <a:schemeClr val="accent2"/>
                </a:lnRef>
                <a:fillRef idx="2">
                  <a:schemeClr val="accent2"/>
                </a:fillRef>
                <a:effectRef idx="1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FCED8E53-ADF7-9A8F-A90A-C7E9603CD957}"/>
                    </a:ext>
                  </a:extLst>
                </p:cNvPr>
                <p:cNvSpPr/>
                <p:nvPr/>
              </p:nvSpPr>
              <p:spPr>
                <a:xfrm>
                  <a:off x="7736056" y="1451263"/>
                  <a:ext cx="914400" cy="741184"/>
                </a:xfrm>
                <a:prstGeom prst="rect">
                  <a:avLst/>
                </a:prstGeom>
                <a:solidFill>
                  <a:srgbClr val="00B050"/>
                </a:solidFill>
                <a:ln w="6350">
                  <a:noFill/>
                  <a:prstDash val="solid"/>
                </a:ln>
                <a:effectLst/>
              </p:spPr>
              <p:style>
                <a:lnRef idx="1">
                  <a:schemeClr val="accent2"/>
                </a:lnRef>
                <a:fillRef idx="2">
                  <a:schemeClr val="accent2"/>
                </a:fillRef>
                <a:effectRef idx="1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" name="TextBox 13">
                    <a:extLst>
                      <a:ext uri="{FF2B5EF4-FFF2-40B4-BE49-F238E27FC236}">
                        <a16:creationId xmlns:a16="http://schemas.microsoft.com/office/drawing/2014/main" id="{60961227-78DA-8AFE-9B91-0364D661F4CB}"/>
                      </a:ext>
                    </a:extLst>
                  </p:cNvPr>
                  <p:cNvSpPr txBox="1"/>
                  <p:nvPr/>
                </p:nvSpPr>
                <p:spPr>
                  <a:xfrm>
                    <a:off x="7755082" y="1491982"/>
                    <a:ext cx="808108" cy="36933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en-US" sz="1800" b="1" i="1" smtClean="0">
                              <a:latin typeface="Cambria Math" panose="02040503050406030204" pitchFamily="18" charset="0"/>
                            </a:rPr>
                            <m:t>𝑨</m:t>
                          </m:r>
                          <m:r>
                            <a:rPr lang="en-US" altLang="en-US" sz="1800" b="1" i="1" smtClean="0">
                              <a:latin typeface="Cambria Math" panose="02040503050406030204" pitchFamily="18" charset="0"/>
                            </a:rPr>
                            <m:t>∪</m:t>
                          </m:r>
                          <m:r>
                            <a:rPr lang="en-US" altLang="en-US" sz="1800" b="1" i="1" smtClean="0">
                              <a:latin typeface="Cambria Math" panose="02040503050406030204" pitchFamily="18" charset="0"/>
                            </a:rPr>
                            <m:t>𝑩</m:t>
                          </m:r>
                        </m:oMath>
                      </m:oMathPara>
                    </a14:m>
                    <a:endParaRPr lang="en-US" b="1" dirty="0"/>
                  </a:p>
                </p:txBody>
              </p:sp>
            </mc:Choice>
            <mc:Fallback xmlns="">
              <p:sp>
                <p:nvSpPr>
                  <p:cNvPr id="44" name="TextBox 43">
                    <a:extLst>
                      <a:ext uri="{FF2B5EF4-FFF2-40B4-BE49-F238E27FC236}">
                        <a16:creationId xmlns:a16="http://schemas.microsoft.com/office/drawing/2014/main" id="{B292FFFC-3AD3-93E3-4A08-2C5F6FCA2D9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755082" y="1491982"/>
                    <a:ext cx="808108" cy="369332"/>
                  </a:xfrm>
                  <a:prstGeom prst="rect">
                    <a:avLst/>
                  </a:prstGeom>
                  <a:blipFill>
                    <a:blip r:embed="rId19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95D44FD3-8315-4D24-6360-DDFC9B3AE906}"/>
              </a:ext>
            </a:extLst>
          </p:cNvPr>
          <p:cNvGrpSpPr/>
          <p:nvPr/>
        </p:nvGrpSpPr>
        <p:grpSpPr>
          <a:xfrm>
            <a:off x="4156895" y="918195"/>
            <a:ext cx="1584262" cy="1244594"/>
            <a:chOff x="4802592" y="1704545"/>
            <a:chExt cx="1584262" cy="1244594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4B052D31-7209-9579-5DE6-5FFE7F170DDF}"/>
                </a:ext>
              </a:extLst>
            </p:cNvPr>
            <p:cNvSpPr/>
            <p:nvPr/>
          </p:nvSpPr>
          <p:spPr>
            <a:xfrm>
              <a:off x="4803086" y="1738130"/>
              <a:ext cx="1507764" cy="1211008"/>
            </a:xfrm>
            <a:prstGeom prst="rect">
              <a:avLst/>
            </a:prstGeom>
            <a:solidFill>
              <a:srgbClr val="FFC000">
                <a:alpha val="0"/>
              </a:srgbClr>
            </a:solidFill>
            <a:ln w="19050">
              <a:solidFill>
                <a:schemeClr val="tx1"/>
              </a:solidFill>
            </a:ln>
            <a:effectLst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A7CC99AB-6764-F8BD-91F2-6BDD35E6FB43}"/>
                </a:ext>
              </a:extLst>
            </p:cNvPr>
            <p:cNvGrpSpPr/>
            <p:nvPr/>
          </p:nvGrpSpPr>
          <p:grpSpPr>
            <a:xfrm>
              <a:off x="4802592" y="1738130"/>
              <a:ext cx="1507764" cy="1211009"/>
              <a:chOff x="4803086" y="1738130"/>
              <a:chExt cx="1507764" cy="1211009"/>
            </a:xfrm>
          </p:grpSpPr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EA923723-7A61-5297-6EA9-472C7F116805}"/>
                  </a:ext>
                </a:extLst>
              </p:cNvPr>
              <p:cNvSpPr/>
              <p:nvPr/>
            </p:nvSpPr>
            <p:spPr>
              <a:xfrm>
                <a:off x="4803086" y="2399519"/>
                <a:ext cx="384409" cy="549620"/>
              </a:xfrm>
              <a:prstGeom prst="rect">
                <a:avLst/>
              </a:prstGeom>
              <a:solidFill>
                <a:srgbClr val="7030A0"/>
              </a:solidFill>
              <a:ln w="6350">
                <a:noFill/>
                <a:prstDash val="solid"/>
              </a:ln>
              <a:effectLst/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7030A0"/>
                  </a:solidFill>
                </a:endParaRPr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AA56035D-53B1-FB18-9A6C-14091F64C4CC}"/>
                  </a:ext>
                </a:extLst>
              </p:cNvPr>
              <p:cNvSpPr/>
              <p:nvPr/>
            </p:nvSpPr>
            <p:spPr>
              <a:xfrm>
                <a:off x="5187495" y="2854976"/>
                <a:ext cx="1123355" cy="94162"/>
              </a:xfrm>
              <a:prstGeom prst="rect">
                <a:avLst/>
              </a:prstGeom>
              <a:solidFill>
                <a:srgbClr val="7030A0"/>
              </a:solidFill>
              <a:ln w="6350">
                <a:noFill/>
                <a:prstDash val="solid"/>
              </a:ln>
              <a:effectLst/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7030A0"/>
                  </a:solidFill>
                </a:endParaRPr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477F9CE4-7666-1C38-3F2B-86C06992AD20}"/>
                  </a:ext>
                </a:extLst>
              </p:cNvPr>
              <p:cNvSpPr/>
              <p:nvPr/>
            </p:nvSpPr>
            <p:spPr>
              <a:xfrm>
                <a:off x="6096000" y="1738130"/>
                <a:ext cx="214850" cy="1116846"/>
              </a:xfrm>
              <a:prstGeom prst="rect">
                <a:avLst/>
              </a:prstGeom>
              <a:solidFill>
                <a:srgbClr val="7030A0"/>
              </a:solidFill>
              <a:ln w="6350">
                <a:noFill/>
                <a:prstDash val="solid"/>
              </a:ln>
              <a:effectLst/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7030A0"/>
                  </a:solidFill>
                </a:endParaRPr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65984F5B-AB80-6DA9-356B-FEC02A41BDAD}"/>
                  </a:ext>
                </a:extLst>
              </p:cNvPr>
              <p:cNvSpPr/>
              <p:nvPr/>
            </p:nvSpPr>
            <p:spPr>
              <a:xfrm>
                <a:off x="4803086" y="1738130"/>
                <a:ext cx="1292914" cy="108145"/>
              </a:xfrm>
              <a:prstGeom prst="rect">
                <a:avLst/>
              </a:prstGeom>
              <a:solidFill>
                <a:srgbClr val="7030A0"/>
              </a:solidFill>
              <a:ln w="6350">
                <a:noFill/>
                <a:prstDash val="solid"/>
              </a:ln>
              <a:effectLst/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7030A0"/>
                  </a:solidFill>
                </a:endParaRPr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55E6379F-C87F-A13B-0567-807DE7825DAC}"/>
                  </a:ext>
                </a:extLst>
              </p:cNvPr>
              <p:cNvSpPr/>
              <p:nvPr/>
            </p:nvSpPr>
            <p:spPr>
              <a:xfrm>
                <a:off x="4803580" y="1828065"/>
                <a:ext cx="208462" cy="571453"/>
              </a:xfrm>
              <a:prstGeom prst="rect">
                <a:avLst/>
              </a:prstGeom>
              <a:solidFill>
                <a:srgbClr val="7030A0"/>
              </a:solidFill>
              <a:ln w="6350">
                <a:noFill/>
                <a:prstDash val="solid"/>
              </a:ln>
              <a:effectLst/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7030A0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805C5580-BCC6-F736-A748-6A26FF64484D}"/>
                    </a:ext>
                  </a:extLst>
                </p:cNvPr>
                <p:cNvSpPr txBox="1"/>
                <p:nvPr/>
              </p:nvSpPr>
              <p:spPr>
                <a:xfrm rot="5400000">
                  <a:off x="5672650" y="2080195"/>
                  <a:ext cx="1089854" cy="33855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sSup>
                        <m:sSupPr>
                          <m:ctrlPr>
                            <a:rPr lang="en-US" altLang="en-US" sz="16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en-US" sz="16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en-US" sz="16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altLang="en-US" sz="16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∪</m:t>
                              </m:r>
                              <m:r>
                                <a:rPr lang="en-US" altLang="en-US" sz="16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d>
                        </m:e>
                        <m:sup>
                          <m:r>
                            <a:rPr lang="en-US" altLang="en-US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p>
                      </m:sSup>
                    </m:oMath>
                  </a14:m>
                  <a:r>
                    <a:rPr lang="en-US" sz="1600" dirty="0">
                      <a:solidFill>
                        <a:schemeClr val="bg1"/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805C5580-BCC6-F736-A748-6A26FF64484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5672650" y="2080195"/>
                  <a:ext cx="1089854" cy="338554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1AAC0D48-F8A1-6AC5-38C0-A0EC7CE63FEA}"/>
              </a:ext>
            </a:extLst>
          </p:cNvPr>
          <p:cNvGrpSpPr/>
          <p:nvPr/>
        </p:nvGrpSpPr>
        <p:grpSpPr>
          <a:xfrm>
            <a:off x="6541240" y="918196"/>
            <a:ext cx="1562071" cy="1244593"/>
            <a:chOff x="4802098" y="1704546"/>
            <a:chExt cx="1562071" cy="1244593"/>
          </a:xfrm>
        </p:grpSpPr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79860108-54B7-14E1-3F14-48714BED59CA}"/>
                </a:ext>
              </a:extLst>
            </p:cNvPr>
            <p:cNvSpPr/>
            <p:nvPr/>
          </p:nvSpPr>
          <p:spPr>
            <a:xfrm>
              <a:off x="4803086" y="1738130"/>
              <a:ext cx="1507764" cy="1211008"/>
            </a:xfrm>
            <a:prstGeom prst="rect">
              <a:avLst/>
            </a:prstGeom>
            <a:solidFill>
              <a:srgbClr val="FFC000">
                <a:alpha val="0"/>
              </a:srgbClr>
            </a:solidFill>
            <a:ln w="19050">
              <a:solidFill>
                <a:schemeClr val="tx1"/>
              </a:solidFill>
            </a:ln>
            <a:effectLst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CF45E2BC-D900-5D9C-5D94-668A2E59813A}"/>
                </a:ext>
              </a:extLst>
            </p:cNvPr>
            <p:cNvGrpSpPr/>
            <p:nvPr/>
          </p:nvGrpSpPr>
          <p:grpSpPr>
            <a:xfrm>
              <a:off x="4802098" y="1738130"/>
              <a:ext cx="1508258" cy="1211009"/>
              <a:chOff x="4802592" y="1738130"/>
              <a:chExt cx="1508258" cy="1211009"/>
            </a:xfrm>
          </p:grpSpPr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3EF370D9-07AF-1886-6CD4-6BF7FD1BCB83}"/>
                  </a:ext>
                </a:extLst>
              </p:cNvPr>
              <p:cNvSpPr/>
              <p:nvPr/>
            </p:nvSpPr>
            <p:spPr>
              <a:xfrm>
                <a:off x="4803086" y="2399519"/>
                <a:ext cx="384409" cy="549620"/>
              </a:xfrm>
              <a:prstGeom prst="rect">
                <a:avLst/>
              </a:prstGeom>
              <a:solidFill>
                <a:srgbClr val="FF99FF"/>
              </a:solidFill>
              <a:ln w="6350">
                <a:noFill/>
                <a:prstDash val="solid"/>
              </a:ln>
              <a:effectLst/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7030A0"/>
                  </a:solidFill>
                </a:endParaRPr>
              </a:p>
            </p:txBody>
          </p:sp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2E812668-6AE3-00F8-AE4B-FC2A3A869CAD}"/>
                  </a:ext>
                </a:extLst>
              </p:cNvPr>
              <p:cNvSpPr/>
              <p:nvPr/>
            </p:nvSpPr>
            <p:spPr>
              <a:xfrm>
                <a:off x="5187495" y="2854976"/>
                <a:ext cx="1123355" cy="94162"/>
              </a:xfrm>
              <a:prstGeom prst="rect">
                <a:avLst/>
              </a:prstGeom>
              <a:solidFill>
                <a:srgbClr val="FF99FF"/>
              </a:solidFill>
              <a:ln w="6350">
                <a:noFill/>
                <a:prstDash val="solid"/>
              </a:ln>
              <a:effectLst/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7030A0"/>
                  </a:solidFill>
                </a:endParaRPr>
              </a:p>
            </p:txBody>
          </p:sp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019E28F8-FB88-5485-C53F-18EADFE821FA}"/>
                  </a:ext>
                </a:extLst>
              </p:cNvPr>
              <p:cNvSpPr/>
              <p:nvPr/>
            </p:nvSpPr>
            <p:spPr>
              <a:xfrm>
                <a:off x="6096000" y="1738130"/>
                <a:ext cx="214850" cy="1116846"/>
              </a:xfrm>
              <a:prstGeom prst="rect">
                <a:avLst/>
              </a:prstGeom>
              <a:solidFill>
                <a:srgbClr val="FF99FF"/>
              </a:solidFill>
              <a:ln w="6350">
                <a:noFill/>
                <a:prstDash val="solid"/>
              </a:ln>
              <a:effectLst/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7030A0"/>
                  </a:solidFill>
                </a:endParaRPr>
              </a:p>
            </p:txBody>
          </p:sp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687A5E1F-2AEF-1A97-4B82-0AF242032BB3}"/>
                  </a:ext>
                </a:extLst>
              </p:cNvPr>
              <p:cNvSpPr/>
              <p:nvPr/>
            </p:nvSpPr>
            <p:spPr>
              <a:xfrm>
                <a:off x="4803086" y="1738130"/>
                <a:ext cx="1292914" cy="108145"/>
              </a:xfrm>
              <a:prstGeom prst="rect">
                <a:avLst/>
              </a:prstGeom>
              <a:solidFill>
                <a:srgbClr val="FF99FF"/>
              </a:solidFill>
              <a:ln w="6350">
                <a:noFill/>
                <a:prstDash val="solid"/>
              </a:ln>
              <a:effectLst/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7030A0"/>
                  </a:solidFill>
                </a:endParaRPr>
              </a:p>
            </p:txBody>
          </p:sp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0F9FF974-59F1-9BFA-36B1-EC2CE651074E}"/>
                  </a:ext>
                </a:extLst>
              </p:cNvPr>
              <p:cNvSpPr/>
              <p:nvPr/>
            </p:nvSpPr>
            <p:spPr>
              <a:xfrm>
                <a:off x="4802592" y="1828065"/>
                <a:ext cx="209450" cy="571453"/>
              </a:xfrm>
              <a:prstGeom prst="rect">
                <a:avLst/>
              </a:prstGeom>
              <a:solidFill>
                <a:srgbClr val="FF99FF"/>
              </a:solidFill>
              <a:ln w="6350">
                <a:noFill/>
                <a:prstDash val="solid"/>
              </a:ln>
              <a:effectLst/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7030A0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84600CC3-E2F9-FA0D-35D1-C0877BC433BC}"/>
                    </a:ext>
                  </a:extLst>
                </p:cNvPr>
                <p:cNvSpPr txBox="1"/>
                <p:nvPr/>
              </p:nvSpPr>
              <p:spPr>
                <a:xfrm rot="5400000">
                  <a:off x="5647176" y="2077406"/>
                  <a:ext cx="1089854" cy="3441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en-US" sz="16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en-US" sz="16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en-US" altLang="en-US" sz="16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p>
                        </m:sSup>
                        <m:r>
                          <a:rPr lang="en-US" altLang="en-US" sz="16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∩</m:t>
                        </m:r>
                        <m:sSup>
                          <m:sSupPr>
                            <m:ctrlPr>
                              <a:rPr lang="en-US" altLang="en-US" sz="16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en-US" sz="16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p>
                            <m:r>
                              <a:rPr lang="en-US" altLang="en-US" sz="16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p>
                        </m:sSup>
                      </m:oMath>
                    </m:oMathPara>
                  </a14:m>
                  <a:endParaRPr lang="en-US" sz="16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84600CC3-E2F9-FA0D-35D1-C0877BC433B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5647176" y="2077406"/>
                  <a:ext cx="1089854" cy="344133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49B1CB94-2347-E5C8-98D9-8BC19B236460}"/>
              </a:ext>
            </a:extLst>
          </p:cNvPr>
          <p:cNvGrpSpPr/>
          <p:nvPr/>
        </p:nvGrpSpPr>
        <p:grpSpPr>
          <a:xfrm>
            <a:off x="9889796" y="951780"/>
            <a:ext cx="1508284" cy="1212742"/>
            <a:chOff x="10064434" y="1878880"/>
            <a:chExt cx="1508284" cy="1212742"/>
          </a:xfrm>
        </p:grpSpPr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754B6F05-A0A7-FC53-2E36-07F2E941166C}"/>
                </a:ext>
              </a:extLst>
            </p:cNvPr>
            <p:cNvSpPr/>
            <p:nvPr/>
          </p:nvSpPr>
          <p:spPr>
            <a:xfrm>
              <a:off x="10064954" y="1878880"/>
              <a:ext cx="1507764" cy="1211008"/>
            </a:xfrm>
            <a:prstGeom prst="rect">
              <a:avLst/>
            </a:prstGeom>
            <a:solidFill>
              <a:srgbClr val="FFC000">
                <a:alpha val="0"/>
              </a:srgbClr>
            </a:solidFill>
            <a:ln w="12700">
              <a:solidFill>
                <a:schemeClr val="tx1"/>
              </a:solidFill>
            </a:ln>
            <a:effectLst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EEF38DEC-6E50-96E2-8234-D32799FDF748}"/>
                    </a:ext>
                  </a:extLst>
                </p:cNvPr>
                <p:cNvSpPr txBox="1"/>
                <p:nvPr/>
              </p:nvSpPr>
              <p:spPr>
                <a:xfrm>
                  <a:off x="10689070" y="2410358"/>
                  <a:ext cx="380510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en-US" sz="1800" b="1" i="1" smtClean="0">
                            <a:latin typeface="Cambria Math" panose="02040503050406030204" pitchFamily="18" charset="0"/>
                          </a:rPr>
                          <m:t>𝑩</m:t>
                        </m:r>
                      </m:oMath>
                    </m:oMathPara>
                  </a14:m>
                  <a:endParaRPr lang="en-US" b="1" dirty="0"/>
                </a:p>
              </p:txBody>
            </p:sp>
          </mc:Choice>
          <mc:Fallback xmlns="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EEF38DEC-6E50-96E2-8234-D32799FDF74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689070" y="2410358"/>
                  <a:ext cx="380510" cy="369332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9D6A9E9D-0221-75A5-5DDF-2204C5A9E95F}"/>
                </a:ext>
              </a:extLst>
            </p:cNvPr>
            <p:cNvSpPr/>
            <p:nvPr/>
          </p:nvSpPr>
          <p:spPr>
            <a:xfrm>
              <a:off x="10439297" y="2254542"/>
              <a:ext cx="914400" cy="741184"/>
            </a:xfrm>
            <a:prstGeom prst="rect">
              <a:avLst/>
            </a:prstGeom>
            <a:solidFill>
              <a:srgbClr val="FF0000">
                <a:alpha val="40000"/>
              </a:srgbClr>
            </a:solidFill>
            <a:ln w="6350">
              <a:solidFill>
                <a:schemeClr val="tx1"/>
              </a:solidFill>
              <a:prstDash val="solid"/>
            </a:ln>
            <a:effectLst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BB754D79-44CD-7549-4251-2B263A329DF9}"/>
                </a:ext>
              </a:extLst>
            </p:cNvPr>
            <p:cNvGrpSpPr/>
            <p:nvPr/>
          </p:nvGrpSpPr>
          <p:grpSpPr>
            <a:xfrm>
              <a:off x="10064434" y="1878880"/>
              <a:ext cx="1503808" cy="1212742"/>
              <a:chOff x="10064434" y="1878880"/>
              <a:chExt cx="1503808" cy="1212742"/>
            </a:xfrm>
          </p:grpSpPr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AA24A926-5901-26B8-C409-9D1DC151E8DD}"/>
                  </a:ext>
                </a:extLst>
              </p:cNvPr>
              <p:cNvSpPr/>
              <p:nvPr/>
            </p:nvSpPr>
            <p:spPr>
              <a:xfrm>
                <a:off x="10064434" y="1878880"/>
                <a:ext cx="377347" cy="1211009"/>
              </a:xfrm>
              <a:prstGeom prst="rect">
                <a:avLst/>
              </a:prstGeom>
              <a:solidFill>
                <a:srgbClr val="FF99FF"/>
              </a:solidFill>
              <a:ln w="6350">
                <a:noFill/>
                <a:prstDash val="solid"/>
              </a:ln>
              <a:effectLst/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7030A0"/>
                  </a:solidFill>
                </a:endParaRPr>
              </a:p>
            </p:txBody>
          </p:sp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48B6EA66-1D2D-ED14-077C-F335644FC4D1}"/>
                  </a:ext>
                </a:extLst>
              </p:cNvPr>
              <p:cNvSpPr/>
              <p:nvPr/>
            </p:nvSpPr>
            <p:spPr>
              <a:xfrm>
                <a:off x="11353697" y="1878880"/>
                <a:ext cx="214545" cy="1211009"/>
              </a:xfrm>
              <a:prstGeom prst="rect">
                <a:avLst/>
              </a:prstGeom>
              <a:solidFill>
                <a:srgbClr val="FF99FF"/>
              </a:solidFill>
              <a:ln w="6350">
                <a:noFill/>
                <a:prstDash val="solid"/>
              </a:ln>
              <a:effectLst/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7030A0"/>
                  </a:solidFill>
                </a:endParaRPr>
              </a:p>
            </p:txBody>
          </p:sp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5F01E8FD-EF56-2BF8-0997-EF536E9CBA85}"/>
                  </a:ext>
                </a:extLst>
              </p:cNvPr>
              <p:cNvSpPr/>
              <p:nvPr/>
            </p:nvSpPr>
            <p:spPr>
              <a:xfrm>
                <a:off x="10432611" y="1878880"/>
                <a:ext cx="921086" cy="375661"/>
              </a:xfrm>
              <a:prstGeom prst="rect">
                <a:avLst/>
              </a:prstGeom>
              <a:solidFill>
                <a:srgbClr val="FF99FF"/>
              </a:solidFill>
              <a:ln w="6350">
                <a:noFill/>
                <a:prstDash val="solid"/>
              </a:ln>
              <a:effectLst/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7030A0"/>
                  </a:solidFill>
                </a:endParaRPr>
              </a:p>
            </p:txBody>
          </p:sp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AEA7CB2B-C4B2-58DA-2ABE-FD4857423CC5}"/>
                  </a:ext>
                </a:extLst>
              </p:cNvPr>
              <p:cNvSpPr/>
              <p:nvPr/>
            </p:nvSpPr>
            <p:spPr>
              <a:xfrm>
                <a:off x="10432611" y="2995726"/>
                <a:ext cx="921086" cy="95896"/>
              </a:xfrm>
              <a:prstGeom prst="rect">
                <a:avLst/>
              </a:prstGeom>
              <a:solidFill>
                <a:srgbClr val="FF99FF"/>
              </a:solidFill>
              <a:ln w="6350">
                <a:noFill/>
                <a:prstDash val="solid"/>
              </a:ln>
              <a:effectLst/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7030A0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E5C86BE0-CB35-3FD8-8381-7A5C2D9B4D8F}"/>
                    </a:ext>
                  </a:extLst>
                </p:cNvPr>
                <p:cNvSpPr txBox="1"/>
                <p:nvPr/>
              </p:nvSpPr>
              <p:spPr>
                <a:xfrm>
                  <a:off x="10064434" y="1908675"/>
                  <a:ext cx="429062" cy="3441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en-US" sz="16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en-US" sz="16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p>
                            <m:r>
                              <a:rPr lang="en-US" altLang="en-US" sz="16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p>
                        </m:sSup>
                      </m:oMath>
                    </m:oMathPara>
                  </a14:m>
                  <a:endParaRPr lang="en-US" sz="16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E5C86BE0-CB35-3FD8-8381-7A5C2D9B4D8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64434" y="1908675"/>
                  <a:ext cx="429062" cy="344133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9F0F146E-5FC3-13F0-3338-5D7A0BCEBAE6}"/>
              </a:ext>
            </a:extLst>
          </p:cNvPr>
          <p:cNvGrpSpPr/>
          <p:nvPr/>
        </p:nvGrpSpPr>
        <p:grpSpPr>
          <a:xfrm>
            <a:off x="8208991" y="948313"/>
            <a:ext cx="1507764" cy="1214475"/>
            <a:chOff x="8326940" y="1875413"/>
            <a:chExt cx="1507764" cy="1214475"/>
          </a:xfrm>
        </p:grpSpPr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3F6F89EC-F589-643A-DDF9-5CFA91CB35C8}"/>
                </a:ext>
              </a:extLst>
            </p:cNvPr>
            <p:cNvSpPr/>
            <p:nvPr/>
          </p:nvSpPr>
          <p:spPr>
            <a:xfrm>
              <a:off x="8326940" y="1878880"/>
              <a:ext cx="1507764" cy="1211008"/>
            </a:xfrm>
            <a:prstGeom prst="rect">
              <a:avLst/>
            </a:prstGeom>
            <a:solidFill>
              <a:srgbClr val="FFC000">
                <a:alpha val="0"/>
              </a:srgbClr>
            </a:solidFill>
            <a:ln w="12700">
              <a:solidFill>
                <a:schemeClr val="tx1"/>
              </a:solidFill>
            </a:ln>
            <a:effectLst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41F43E35-2722-BDA5-D8DF-965F95D59AFF}"/>
                    </a:ext>
                  </a:extLst>
                </p:cNvPr>
                <p:cNvSpPr txBox="1"/>
                <p:nvPr/>
              </p:nvSpPr>
              <p:spPr>
                <a:xfrm>
                  <a:off x="8909269" y="2041026"/>
                  <a:ext cx="339740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en-US" sz="1800" b="1" i="1" smtClean="0">
                            <a:latin typeface="Cambria Math" panose="02040503050406030204" pitchFamily="18" charset="0"/>
                          </a:rPr>
                          <m:t>𝑨</m:t>
                        </m:r>
                      </m:oMath>
                    </m:oMathPara>
                  </a14:m>
                  <a:endParaRPr lang="en-US" b="1" dirty="0"/>
                </a:p>
              </p:txBody>
            </p:sp>
          </mc:Choice>
          <mc:Fallback xmlns="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41F43E35-2722-BDA5-D8DF-965F95D59AF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09269" y="2041026"/>
                  <a:ext cx="339740" cy="369332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75EA6117-3BEA-1751-73EC-57B41869B8BB}"/>
                </a:ext>
              </a:extLst>
            </p:cNvPr>
            <p:cNvSpPr/>
            <p:nvPr/>
          </p:nvSpPr>
          <p:spPr>
            <a:xfrm>
              <a:off x="8525829" y="1978689"/>
              <a:ext cx="1089854" cy="563198"/>
            </a:xfrm>
            <a:prstGeom prst="rect">
              <a:avLst/>
            </a:prstGeom>
            <a:solidFill>
              <a:srgbClr val="00B0F0">
                <a:alpha val="36000"/>
              </a:srgbClr>
            </a:solidFill>
            <a:ln w="6350">
              <a:solidFill>
                <a:schemeClr val="tx1"/>
              </a:solidFill>
              <a:prstDash val="solid"/>
            </a:ln>
            <a:effectLst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87B3F45A-5801-6E36-BC1B-8D0BB6411CF8}"/>
                </a:ext>
              </a:extLst>
            </p:cNvPr>
            <p:cNvGrpSpPr/>
            <p:nvPr/>
          </p:nvGrpSpPr>
          <p:grpSpPr>
            <a:xfrm>
              <a:off x="8330896" y="1875413"/>
              <a:ext cx="1503808" cy="1214475"/>
              <a:chOff x="8330896" y="1875413"/>
              <a:chExt cx="1503808" cy="1214475"/>
            </a:xfrm>
          </p:grpSpPr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969B23A8-97C4-F83F-9C29-69707FFE8A32}"/>
                  </a:ext>
                </a:extLst>
              </p:cNvPr>
              <p:cNvSpPr/>
              <p:nvPr/>
            </p:nvSpPr>
            <p:spPr>
              <a:xfrm>
                <a:off x="8330896" y="1877146"/>
                <a:ext cx="190457" cy="1211009"/>
              </a:xfrm>
              <a:prstGeom prst="rect">
                <a:avLst/>
              </a:prstGeom>
              <a:solidFill>
                <a:srgbClr val="FF99FF"/>
              </a:solidFill>
              <a:ln w="6350">
                <a:noFill/>
                <a:prstDash val="solid"/>
              </a:ln>
              <a:effectLst/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7030A0"/>
                  </a:solidFill>
                </a:endParaRPr>
              </a:p>
            </p:txBody>
          </p:sp>
          <p:sp>
            <p:nvSpPr>
              <p:cNvPr id="71" name="Rectangle 70">
                <a:extLst>
                  <a:ext uri="{FF2B5EF4-FFF2-40B4-BE49-F238E27FC236}">
                    <a16:creationId xmlns:a16="http://schemas.microsoft.com/office/drawing/2014/main" id="{002E665B-37F0-2B88-3E03-D66923629CF4}"/>
                  </a:ext>
                </a:extLst>
              </p:cNvPr>
              <p:cNvSpPr/>
              <p:nvPr/>
            </p:nvSpPr>
            <p:spPr>
              <a:xfrm>
                <a:off x="9620159" y="1877146"/>
                <a:ext cx="214545" cy="1211009"/>
              </a:xfrm>
              <a:prstGeom prst="rect">
                <a:avLst/>
              </a:prstGeom>
              <a:solidFill>
                <a:srgbClr val="FF99FF"/>
              </a:solidFill>
              <a:ln w="6350">
                <a:noFill/>
                <a:prstDash val="solid"/>
              </a:ln>
              <a:effectLst/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7030A0"/>
                  </a:solidFill>
                </a:endParaRPr>
              </a:p>
            </p:txBody>
          </p:sp>
          <p:sp>
            <p:nvSpPr>
              <p:cNvPr id="72" name="Rectangle 71">
                <a:extLst>
                  <a:ext uri="{FF2B5EF4-FFF2-40B4-BE49-F238E27FC236}">
                    <a16:creationId xmlns:a16="http://schemas.microsoft.com/office/drawing/2014/main" id="{48EDADD3-5691-8DB6-9B31-C1ECCEB4BD3E}"/>
                  </a:ext>
                </a:extLst>
              </p:cNvPr>
              <p:cNvSpPr/>
              <p:nvPr/>
            </p:nvSpPr>
            <p:spPr>
              <a:xfrm>
                <a:off x="8499981" y="1875413"/>
                <a:ext cx="1120178" cy="101544"/>
              </a:xfrm>
              <a:prstGeom prst="rect">
                <a:avLst/>
              </a:prstGeom>
              <a:solidFill>
                <a:srgbClr val="FF99FF"/>
              </a:solidFill>
              <a:ln w="6350">
                <a:noFill/>
                <a:prstDash val="solid"/>
              </a:ln>
              <a:effectLst/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7030A0"/>
                  </a:solidFill>
                </a:endParaRPr>
              </a:p>
            </p:txBody>
          </p:sp>
          <p:sp>
            <p:nvSpPr>
              <p:cNvPr id="73" name="Rectangle 72">
                <a:extLst>
                  <a:ext uri="{FF2B5EF4-FFF2-40B4-BE49-F238E27FC236}">
                    <a16:creationId xmlns:a16="http://schemas.microsoft.com/office/drawing/2014/main" id="{9842335B-983B-A8C4-0BDB-E51E5147219F}"/>
                  </a:ext>
                </a:extLst>
              </p:cNvPr>
              <p:cNvSpPr/>
              <p:nvPr/>
            </p:nvSpPr>
            <p:spPr>
              <a:xfrm>
                <a:off x="8521353" y="2540268"/>
                <a:ext cx="1098806" cy="549620"/>
              </a:xfrm>
              <a:prstGeom prst="rect">
                <a:avLst/>
              </a:prstGeom>
              <a:solidFill>
                <a:srgbClr val="FF99FF"/>
              </a:solidFill>
              <a:ln w="6350">
                <a:noFill/>
                <a:prstDash val="solid"/>
              </a:ln>
              <a:effectLst/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7030A0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" name="TextBox 74">
                  <a:extLst>
                    <a:ext uri="{FF2B5EF4-FFF2-40B4-BE49-F238E27FC236}">
                      <a16:creationId xmlns:a16="http://schemas.microsoft.com/office/drawing/2014/main" id="{835CE5F9-8D14-2126-A553-6FD7FA386689}"/>
                    </a:ext>
                  </a:extLst>
                </p:cNvPr>
                <p:cNvSpPr txBox="1"/>
                <p:nvPr/>
              </p:nvSpPr>
              <p:spPr>
                <a:xfrm>
                  <a:off x="8355056" y="2723680"/>
                  <a:ext cx="429062" cy="3441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en-US" sz="16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en-US" sz="16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en-US" altLang="en-US" sz="16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p>
                        </m:sSup>
                      </m:oMath>
                    </m:oMathPara>
                  </a14:m>
                  <a:endParaRPr lang="en-US" sz="16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75" name="TextBox 74">
                  <a:extLst>
                    <a:ext uri="{FF2B5EF4-FFF2-40B4-BE49-F238E27FC236}">
                      <a16:creationId xmlns:a16="http://schemas.microsoft.com/office/drawing/2014/main" id="{835CE5F9-8D14-2126-A553-6FD7FA38668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55056" y="2723680"/>
                  <a:ext cx="429062" cy="344133"/>
                </a:xfrm>
                <a:prstGeom prst="rect">
                  <a:avLst/>
                </a:prstGeom>
                <a:blipFill>
                  <a:blip r:embed="rId25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2385E5CC-5A3C-E714-D275-D00BED2DE572}"/>
                  </a:ext>
                </a:extLst>
              </p:cNvPr>
              <p:cNvSpPr txBox="1"/>
              <p:nvPr/>
            </p:nvSpPr>
            <p:spPr>
              <a:xfrm>
                <a:off x="347133" y="2916027"/>
                <a:ext cx="11191671" cy="40011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2000" dirty="0"/>
                  <a:t>For sets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000" dirty="0"/>
                  <a:t>, prove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∩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sz="2000" dirty="0">
                    <a:effectLst/>
                  </a:rPr>
                  <a:t>.</a:t>
                </a:r>
              </a:p>
            </p:txBody>
          </p:sp>
        </mc:Choice>
        <mc:Fallback xmlns="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2385E5CC-5A3C-E714-D275-D00BED2DE5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133" y="2916027"/>
                <a:ext cx="11191671" cy="400110"/>
              </a:xfrm>
              <a:prstGeom prst="rect">
                <a:avLst/>
              </a:prstGeom>
              <a:blipFill>
                <a:blip r:embed="rId26"/>
                <a:stretch>
                  <a:fillRect l="-599" t="-7576" b="-25758"/>
                </a:stretch>
              </a:blipFill>
              <a:ln w="254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9" name="TextBox 78">
            <a:extLst>
              <a:ext uri="{FF2B5EF4-FFF2-40B4-BE49-F238E27FC236}">
                <a16:creationId xmlns:a16="http://schemas.microsoft.com/office/drawing/2014/main" id="{896057DA-8595-01DB-25D5-23743BEA5ABD}"/>
              </a:ext>
            </a:extLst>
          </p:cNvPr>
          <p:cNvSpPr txBox="1"/>
          <p:nvPr/>
        </p:nvSpPr>
        <p:spPr>
          <a:xfrm>
            <a:off x="347133" y="3295904"/>
            <a:ext cx="11191671" cy="400110"/>
          </a:xfrm>
          <a:prstGeom prst="rect">
            <a:avLst/>
          </a:prstGeom>
          <a:noFill/>
          <a:ln w="25400">
            <a:noFill/>
          </a:ln>
        </p:spPr>
        <p:txBody>
          <a:bodyPr wrap="square">
            <a:spAutoFit/>
          </a:bodyPr>
          <a:lstStyle/>
          <a:p>
            <a:pPr algn="just"/>
            <a:r>
              <a:rPr lang="en-US" sz="2000" i="1" dirty="0"/>
              <a:t>Proof.</a:t>
            </a:r>
            <a:endParaRPr lang="en-US" sz="2000" i="1" dirty="0">
              <a:effectLst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7880AF5B-9CA1-E65D-86C4-EE111A451496}"/>
                  </a:ext>
                </a:extLst>
              </p:cNvPr>
              <p:cNvSpPr txBox="1"/>
              <p:nvPr/>
            </p:nvSpPr>
            <p:spPr>
              <a:xfrm>
                <a:off x="1814777" y="3574856"/>
                <a:ext cx="1751761" cy="40011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squar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∩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</m:oMath>
                  </m:oMathPara>
                </a14:m>
                <a:endParaRPr lang="en-US" sz="2000" dirty="0">
                  <a:effectLst/>
                </a:endParaRPr>
              </a:p>
            </p:txBody>
          </p:sp>
        </mc:Choice>
        <mc:Fallback xmlns="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7880AF5B-9CA1-E65D-86C4-EE111A4514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4777" y="3574856"/>
                <a:ext cx="1751761" cy="400110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  <a:ln w="254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2A3C5F9B-BC75-0581-652A-9674F58C49F0}"/>
                  </a:ext>
                </a:extLst>
              </p:cNvPr>
              <p:cNvSpPr txBox="1"/>
              <p:nvPr/>
            </p:nvSpPr>
            <p:spPr>
              <a:xfrm>
                <a:off x="4841233" y="3560987"/>
                <a:ext cx="2084910" cy="401135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squar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∩</m:t>
                      </m:r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∩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d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p>
                      </m:sSup>
                    </m:oMath>
                  </m:oMathPara>
                </a14:m>
                <a:endParaRPr lang="en-US" sz="2000" dirty="0">
                  <a:effectLst/>
                </a:endParaRPr>
              </a:p>
            </p:txBody>
          </p:sp>
        </mc:Choice>
        <mc:Fallback xmlns="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2A3C5F9B-BC75-0581-652A-9674F58C49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1233" y="3560987"/>
                <a:ext cx="2084910" cy="401135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  <a:ln w="254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2" name="TextBox 81">
            <a:extLst>
              <a:ext uri="{FF2B5EF4-FFF2-40B4-BE49-F238E27FC236}">
                <a16:creationId xmlns:a16="http://schemas.microsoft.com/office/drawing/2014/main" id="{8BAB6312-322F-7DA9-C568-A4230AD799C5}"/>
              </a:ext>
            </a:extLst>
          </p:cNvPr>
          <p:cNvSpPr txBox="1"/>
          <p:nvPr/>
        </p:nvSpPr>
        <p:spPr>
          <a:xfrm rot="19143334">
            <a:off x="3135104" y="3844238"/>
            <a:ext cx="1738113" cy="338554"/>
          </a:xfrm>
          <a:prstGeom prst="rect">
            <a:avLst/>
          </a:prstGeom>
          <a:noFill/>
          <a:ln w="25400">
            <a:noFill/>
          </a:ln>
        </p:spPr>
        <p:txBody>
          <a:bodyPr wrap="square">
            <a:spAutoFit/>
          </a:bodyPr>
          <a:lstStyle/>
          <a:p>
            <a:pPr algn="just"/>
            <a:r>
              <a:rPr lang="en-US" sz="1600" dirty="0">
                <a:solidFill>
                  <a:srgbClr val="7030A0"/>
                </a:solidFill>
                <a:effectLst/>
              </a:rPr>
              <a:t>Set Difference Law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F52A3B9-4D51-783E-40C2-3B403BF1D931}"/>
              </a:ext>
            </a:extLst>
          </p:cNvPr>
          <p:cNvSpPr txBox="1"/>
          <p:nvPr/>
        </p:nvSpPr>
        <p:spPr>
          <a:xfrm>
            <a:off x="7722281" y="3863375"/>
            <a:ext cx="2548682" cy="338554"/>
          </a:xfrm>
          <a:prstGeom prst="rect">
            <a:avLst/>
          </a:prstGeom>
          <a:noFill/>
          <a:ln w="25400">
            <a:noFill/>
          </a:ln>
        </p:spPr>
        <p:txBody>
          <a:bodyPr wrap="square">
            <a:spAutoFit/>
          </a:bodyPr>
          <a:lstStyle/>
          <a:p>
            <a:pPr algn="just"/>
            <a:r>
              <a:rPr lang="en-US" sz="1600" dirty="0" err="1">
                <a:solidFill>
                  <a:srgbClr val="7030A0"/>
                </a:solidFill>
                <a:effectLst/>
              </a:rPr>
              <a:t>DeMorgan’s</a:t>
            </a:r>
            <a:r>
              <a:rPr lang="en-US" sz="1600" dirty="0">
                <a:solidFill>
                  <a:srgbClr val="7030A0"/>
                </a:solidFill>
                <a:effectLst/>
              </a:rPr>
              <a:t> Law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916F7C3D-3278-2009-303A-F71B35F1AF0C}"/>
                  </a:ext>
                </a:extLst>
              </p:cNvPr>
              <p:cNvSpPr txBox="1"/>
              <p:nvPr/>
            </p:nvSpPr>
            <p:spPr>
              <a:xfrm>
                <a:off x="4931568" y="4110792"/>
                <a:ext cx="2045287" cy="401135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squar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∩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p>
                          </m:s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∪</m:t>
                          </m:r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2000" dirty="0">
                  <a:effectLst/>
                </a:endParaRPr>
              </a:p>
            </p:txBody>
          </p:sp>
        </mc:Choice>
        <mc:Fallback xmlns="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916F7C3D-3278-2009-303A-F71B35F1AF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1568" y="4110792"/>
                <a:ext cx="2045287" cy="401135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  <a:ln w="254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5" name="TextBox 84">
            <a:extLst>
              <a:ext uri="{FF2B5EF4-FFF2-40B4-BE49-F238E27FC236}">
                <a16:creationId xmlns:a16="http://schemas.microsoft.com/office/drawing/2014/main" id="{72EEBC40-3A1A-4212-9243-BAB6D5569FB9}"/>
              </a:ext>
            </a:extLst>
          </p:cNvPr>
          <p:cNvSpPr txBox="1"/>
          <p:nvPr/>
        </p:nvSpPr>
        <p:spPr>
          <a:xfrm>
            <a:off x="7722281" y="4372340"/>
            <a:ext cx="2548682" cy="338554"/>
          </a:xfrm>
          <a:prstGeom prst="rect">
            <a:avLst/>
          </a:prstGeom>
          <a:noFill/>
          <a:ln w="25400">
            <a:noFill/>
          </a:ln>
        </p:spPr>
        <p:txBody>
          <a:bodyPr wrap="square">
            <a:spAutoFit/>
          </a:bodyPr>
          <a:lstStyle/>
          <a:p>
            <a:pPr algn="just"/>
            <a:r>
              <a:rPr lang="en-US" sz="1600" dirty="0">
                <a:solidFill>
                  <a:srgbClr val="7030A0"/>
                </a:solidFill>
                <a:effectLst/>
              </a:rPr>
              <a:t>Distributive Law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DBAED2F0-FDC5-F4AB-0CF9-D76A8E0907E7}"/>
                  </a:ext>
                </a:extLst>
              </p:cNvPr>
              <p:cNvSpPr txBox="1"/>
              <p:nvPr/>
            </p:nvSpPr>
            <p:spPr>
              <a:xfrm>
                <a:off x="4841233" y="4660597"/>
                <a:ext cx="2872406" cy="401135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squar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∩</m:t>
                          </m:r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p>
                          </m:sSup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∪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∩</m:t>
                          </m:r>
                          <m:sSup>
                            <m:s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2000" dirty="0">
                  <a:effectLst/>
                </a:endParaRPr>
              </a:p>
            </p:txBody>
          </p:sp>
        </mc:Choice>
        <mc:Fallback xmlns="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DBAED2F0-FDC5-F4AB-0CF9-D76A8E0907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1233" y="4660597"/>
                <a:ext cx="2872406" cy="401135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  <a:ln w="254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8" name="TextBox 87">
            <a:extLst>
              <a:ext uri="{FF2B5EF4-FFF2-40B4-BE49-F238E27FC236}">
                <a16:creationId xmlns:a16="http://schemas.microsoft.com/office/drawing/2014/main" id="{AC8AAB22-2FDE-BA7F-5BDF-A967B5B1F69B}"/>
              </a:ext>
            </a:extLst>
          </p:cNvPr>
          <p:cNvSpPr txBox="1"/>
          <p:nvPr/>
        </p:nvSpPr>
        <p:spPr>
          <a:xfrm>
            <a:off x="7722281" y="4923055"/>
            <a:ext cx="2548682" cy="338554"/>
          </a:xfrm>
          <a:prstGeom prst="rect">
            <a:avLst/>
          </a:prstGeom>
          <a:noFill/>
          <a:ln w="25400">
            <a:noFill/>
          </a:ln>
        </p:spPr>
        <p:txBody>
          <a:bodyPr wrap="square">
            <a:spAutoFit/>
          </a:bodyPr>
          <a:lstStyle/>
          <a:p>
            <a:pPr algn="just"/>
            <a:r>
              <a:rPr lang="en-US" sz="1600" dirty="0">
                <a:solidFill>
                  <a:srgbClr val="7030A0"/>
                </a:solidFill>
                <a:effectLst/>
              </a:rPr>
              <a:t>Complement Law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6E0E842E-9E3A-1A64-62F7-199A9B385FE4}"/>
                  </a:ext>
                </a:extLst>
              </p:cNvPr>
              <p:cNvSpPr txBox="1"/>
              <p:nvPr/>
            </p:nvSpPr>
            <p:spPr>
              <a:xfrm>
                <a:off x="4931568" y="5157870"/>
                <a:ext cx="1861027" cy="401135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squar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=∅∪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∩</m:t>
                          </m:r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2000" dirty="0">
                  <a:effectLst/>
                </a:endParaRPr>
              </a:p>
            </p:txBody>
          </p:sp>
        </mc:Choice>
        <mc:Fallback xmlns="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6E0E842E-9E3A-1A64-62F7-199A9B385F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1568" y="5157870"/>
                <a:ext cx="1861027" cy="401135"/>
              </a:xfrm>
              <a:prstGeom prst="rect">
                <a:avLst/>
              </a:prstGeom>
              <a:blipFill>
                <a:blip r:embed="rId31"/>
                <a:stretch>
                  <a:fillRect b="-1515"/>
                </a:stretch>
              </a:blipFill>
              <a:ln w="254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73BB08DF-B2AE-F4DD-7659-F7CCD58547BD}"/>
                  </a:ext>
                </a:extLst>
              </p:cNvPr>
              <p:cNvSpPr txBox="1"/>
              <p:nvPr/>
            </p:nvSpPr>
            <p:spPr>
              <a:xfrm>
                <a:off x="7722281" y="5405520"/>
                <a:ext cx="3988948" cy="338554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1600" dirty="0">
                    <a:solidFill>
                      <a:srgbClr val="7030A0"/>
                    </a:solidFill>
                    <a:effectLst/>
                  </a:rPr>
                  <a:t>Commutativity of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rgbClr val="7030A0"/>
                        </a:solidFill>
                        <a:effectLst/>
                        <a:latin typeface="Cambria Math" panose="02040503050406030204" pitchFamily="18" charset="0"/>
                      </a:rPr>
                      <m:t>∪</m:t>
                    </m:r>
                  </m:oMath>
                </a14:m>
                <a:r>
                  <a:rPr lang="en-US" sz="1600" dirty="0">
                    <a:solidFill>
                      <a:srgbClr val="7030A0"/>
                    </a:solidFill>
                    <a:effectLst/>
                  </a:rPr>
                  <a:t> followed by Identity Law </a:t>
                </a:r>
              </a:p>
            </p:txBody>
          </p:sp>
        </mc:Choice>
        <mc:Fallback xmlns="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73BB08DF-B2AE-F4DD-7659-F7CCD58547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2281" y="5405520"/>
                <a:ext cx="3988948" cy="338554"/>
              </a:xfrm>
              <a:prstGeom prst="rect">
                <a:avLst/>
              </a:prstGeom>
              <a:blipFill>
                <a:blip r:embed="rId32"/>
                <a:stretch>
                  <a:fillRect l="-917" t="-5455" b="-23636"/>
                </a:stretch>
              </a:blipFill>
              <a:ln w="254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7308D11C-0271-BAAC-ACAC-561A6332F6EE}"/>
                  </a:ext>
                </a:extLst>
              </p:cNvPr>
              <p:cNvSpPr txBox="1"/>
              <p:nvPr/>
            </p:nvSpPr>
            <p:spPr>
              <a:xfrm>
                <a:off x="4823072" y="5644567"/>
                <a:ext cx="1429423" cy="401135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squar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∩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𝐶</m:t>
                          </m:r>
                        </m:sup>
                      </m:sSup>
                    </m:oMath>
                  </m:oMathPara>
                </a14:m>
                <a:endParaRPr lang="en-US" sz="2000" dirty="0">
                  <a:effectLst/>
                </a:endParaRPr>
              </a:p>
            </p:txBody>
          </p:sp>
        </mc:Choice>
        <mc:Fallback xmlns="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7308D11C-0271-BAAC-ACAC-561A6332F6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3072" y="5644567"/>
                <a:ext cx="1429423" cy="401135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  <a:ln w="254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3" name="TextBox 92">
            <a:extLst>
              <a:ext uri="{FF2B5EF4-FFF2-40B4-BE49-F238E27FC236}">
                <a16:creationId xmlns:a16="http://schemas.microsoft.com/office/drawing/2014/main" id="{0A148CCB-1533-70D2-D60D-F79F4F2E0401}"/>
              </a:ext>
            </a:extLst>
          </p:cNvPr>
          <p:cNvSpPr txBox="1"/>
          <p:nvPr/>
        </p:nvSpPr>
        <p:spPr>
          <a:xfrm>
            <a:off x="7722281" y="5895075"/>
            <a:ext cx="3988948" cy="338554"/>
          </a:xfrm>
          <a:prstGeom prst="rect">
            <a:avLst/>
          </a:prstGeom>
          <a:noFill/>
          <a:ln w="25400">
            <a:noFill/>
          </a:ln>
        </p:spPr>
        <p:txBody>
          <a:bodyPr wrap="square">
            <a:spAutoFit/>
          </a:bodyPr>
          <a:lstStyle/>
          <a:p>
            <a:pPr algn="just"/>
            <a:r>
              <a:rPr lang="en-US" sz="1600" dirty="0">
                <a:solidFill>
                  <a:srgbClr val="7030A0"/>
                </a:solidFill>
                <a:effectLst/>
              </a:rPr>
              <a:t>Set Difference Law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5AD7B5BD-9046-B0FD-3C5D-124CADF28180}"/>
                  </a:ext>
                </a:extLst>
              </p:cNvPr>
              <p:cNvSpPr txBox="1"/>
              <p:nvPr/>
            </p:nvSpPr>
            <p:spPr>
              <a:xfrm>
                <a:off x="4911271" y="6141840"/>
                <a:ext cx="1142541" cy="401135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squar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𝑌</m:t>
                      </m:r>
                    </m:oMath>
                  </m:oMathPara>
                </a14:m>
                <a:endParaRPr lang="en-US" sz="2000" dirty="0">
                  <a:effectLst/>
                </a:endParaRPr>
              </a:p>
            </p:txBody>
          </p:sp>
        </mc:Choice>
        <mc:Fallback xmlns="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5AD7B5BD-9046-B0FD-3C5D-124CADF281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1271" y="6141840"/>
                <a:ext cx="1142541" cy="401135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  <a:ln w="254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281619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" grpId="0"/>
      <p:bldP spid="79" grpId="0"/>
      <p:bldP spid="80" grpId="0"/>
      <p:bldP spid="81" grpId="0"/>
      <p:bldP spid="82" grpId="0"/>
      <p:bldP spid="83" grpId="0"/>
      <p:bldP spid="84" grpId="0"/>
      <p:bldP spid="85" grpId="0"/>
      <p:bldP spid="86" grpId="0"/>
      <p:bldP spid="88" grpId="0"/>
      <p:bldP spid="89" grpId="0"/>
      <p:bldP spid="91" grpId="0"/>
      <p:bldP spid="92" grpId="0"/>
      <p:bldP spid="93" grpId="0"/>
      <p:bldP spid="94" grpId="0"/>
    </p:bldLst>
  </p:timing>
</p:sld>
</file>

<file path=ppt/theme/theme1.xml><?xml version="1.0" encoding="utf-8"?>
<a:theme xmlns:a="http://schemas.openxmlformats.org/drawingml/2006/main" name="Cloud skipper design templat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mbria-Calibri">
      <a:majorFont>
        <a:latin typeface="Cambria" panose="02040503050406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9TopShadow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3975" dist="41275" dir="14700000" algn="t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dirty="0"/>
        </a:defPPr>
      </a:lstStyle>
      <a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a:style>
    </a:spDef>
    <a:lnDef>
      <a:spPr/>
      <a:bodyPr/>
      <a:lstStyle/>
      <a:style>
        <a:lnRef idx="1">
          <a:schemeClr val="accent2"/>
        </a:lnRef>
        <a:fillRef idx="0">
          <a:schemeClr val="accent2"/>
        </a:fillRef>
        <a:effectRef idx="0">
          <a:schemeClr val="accent2"/>
        </a:effectRef>
        <a:fontRef idx="minor">
          <a:schemeClr val="tx1"/>
        </a:fontRef>
      </a:style>
    </a:lnDef>
    <a:txDef>
      <a:spPr>
        <a:noFill/>
        <a:ln>
          <a:solidFill>
            <a:schemeClr val="bg2"/>
          </a:solidFill>
        </a:ln>
      </a:spPr>
      <a:bodyPr wrap="square" rtlCol="0" anchor="ctr" anchorCtr="1">
        <a:spAutoFit/>
      </a:bodyPr>
      <a:lstStyle>
        <a:defPPr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Cloud skipper design slides.potx" id="{E8493412-85DD-4641-9E8A-937B29FD6AA2}" vid="{77E91E09-5010-404D-ADF4-B79FA46D727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mbria-Calibri">
      <a:majorFont>
        <a:latin typeface="Cambria" panose="02040503050406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9TopShadow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3975" dist="41275" dir="14700000" algn="t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mbria-Calibri">
      <a:majorFont>
        <a:latin typeface="Cambria" panose="02040503050406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9TopShadow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3975" dist="41275" dir="14700000" algn="t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A3F7D94069FF64A86F7DFF56D60E3BE" ma:contentTypeVersion="6" ma:contentTypeDescription="Create a new document." ma:contentTypeScope="" ma:versionID="c32302c77d4085ecf495bdddb7f5e889">
  <xsd:schema xmlns:xsd="http://www.w3.org/2001/XMLSchema" xmlns:xs="http://www.w3.org/2001/XMLSchema" xmlns:p="http://schemas.microsoft.com/office/2006/metadata/properties" xmlns:ns2="a4f35948-e619-41b3-aa29-22878b09cfd2" xmlns:ns3="40262f94-9f35-4ac3-9a90-690165a166b7" targetNamespace="http://schemas.microsoft.com/office/2006/metadata/properties" ma:root="true" ma:fieldsID="4ab5ae46be95f9d0be6107e8200be7a2" ns2:_="" ns3:_="">
    <xsd:import namespace="a4f35948-e619-41b3-aa29-22878b09cfd2"/>
    <xsd:import namespace="40262f94-9f35-4ac3-9a90-690165a166b7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VSO_x0020_item_x0020_id" minOccurs="0"/>
                <xsd:element ref="ns3:Item_x0020_Details" minOccurs="0"/>
                <xsd:element ref="ns3:Template_x0020_details" minOccurs="0"/>
                <xsd:element ref="ns3:Assetid_x0020_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4f35948-e619-41b3-aa29-22878b09cfd2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0262f94-9f35-4ac3-9a90-690165a166b7" elementFormDefault="qualified">
    <xsd:import namespace="http://schemas.microsoft.com/office/2006/documentManagement/types"/>
    <xsd:import namespace="http://schemas.microsoft.com/office/infopath/2007/PartnerControls"/>
    <xsd:element name="VSO_x0020_item_x0020_id" ma:index="10" nillable="true" ma:displayName="VSO item id" ma:description="Please add the bug number to refer to VSO items." ma:internalName="VSO_x0020_item_x0020_id">
      <xsd:simpleType>
        <xsd:restriction base="dms:Text">
          <xsd:maxLength value="255"/>
        </xsd:restriction>
      </xsd:simpleType>
    </xsd:element>
    <xsd:element name="Item_x0020_Details" ma:index="11" nillable="true" ma:displayName="Item Details" ma:internalName="Item_x0020_Details">
      <xsd:simpleType>
        <xsd:restriction base="dms:Note">
          <xsd:maxLength value="255"/>
        </xsd:restriction>
      </xsd:simpleType>
    </xsd:element>
    <xsd:element name="Template_x0020_details" ma:index="12" nillable="true" ma:displayName="Template details" ma:internalName="Template_x0020_details">
      <xsd:simpleType>
        <xsd:restriction base="dms:Text"/>
      </xsd:simpleType>
    </xsd:element>
    <xsd:element name="Assetid_x0020_" ma:index="13" nillable="true" ma:displayName="Assetid " ma:internalName="Assetid_x0020_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VSO_x0020_item_x0020_id xmlns="40262f94-9f35-4ac3-9a90-690165a166b7" xsi:nil="true"/>
    <Assetid_x0020_ xmlns="40262f94-9f35-4ac3-9a90-690165a166b7" xsi:nil="true"/>
    <Item_x0020_Details xmlns="40262f94-9f35-4ac3-9a90-690165a166b7" xsi:nil="true"/>
    <Template_x0020_details xmlns="40262f94-9f35-4ac3-9a90-690165a166b7" xsi:nil="true"/>
  </documentManagement>
</p:properties>
</file>

<file path=customXml/itemProps1.xml><?xml version="1.0" encoding="utf-8"?>
<ds:datastoreItem xmlns:ds="http://schemas.openxmlformats.org/officeDocument/2006/customXml" ds:itemID="{6253D857-4181-4777-8893-6E45A690F9F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4f35948-e619-41b3-aa29-22878b09cfd2"/>
    <ds:schemaRef ds:uri="40262f94-9f35-4ac3-9a90-690165a166b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024FD56-CE1B-42FC-9E83-BFBF160724C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EDD01B8-816B-49B7-8C81-03AB51D87C54}">
  <ds:schemaRefs>
    <ds:schemaRef ds:uri="http://schemas.microsoft.com/office/2006/documentManagement/types"/>
    <ds:schemaRef ds:uri="http://purl.org/dc/dcmitype/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http://schemas.microsoft.com/office/2006/metadata/properties"/>
    <ds:schemaRef ds:uri="40262f94-9f35-4ac3-9a90-690165a166b7"/>
    <ds:schemaRef ds:uri="a4f35948-e619-41b3-aa29-22878b09cfd2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Cloud skipper design slides</Template>
  <TotalTime>14142</TotalTime>
  <Words>2382</Words>
  <Application>Microsoft Office PowerPoint</Application>
  <PresentationFormat>Widescreen</PresentationFormat>
  <Paragraphs>335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Calibri</vt:lpstr>
      <vt:lpstr>Cambria</vt:lpstr>
      <vt:lpstr>Cambria Math</vt:lpstr>
      <vt:lpstr>Consolas</vt:lpstr>
      <vt:lpstr>Cloud skipper design template</vt:lpstr>
      <vt:lpstr>Set Theory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Layout</dc:title>
  <dc:creator>Chris Alvin</dc:creator>
  <cp:lastModifiedBy>Chris Alvin</cp:lastModifiedBy>
  <cp:revision>781</cp:revision>
  <dcterms:created xsi:type="dcterms:W3CDTF">2018-04-18T20:21:45Z</dcterms:created>
  <dcterms:modified xsi:type="dcterms:W3CDTF">2023-09-12T16:48:59Z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Order">
    <vt:r8>74062900</vt:r8>
  </property>
  <property fmtid="{D5CDD505-2E9C-101B-9397-08002B2CF9AE}" pid="4" name="HiddenCategoryTags">
    <vt:lpwstr/>
  </property>
  <property fmtid="{D5CDD505-2E9C-101B-9397-08002B2CF9AE}" pid="5" name="InternalTags">
    <vt:lpwstr/>
  </property>
  <property fmtid="{D5CDD505-2E9C-101B-9397-08002B2CF9AE}" pid="6" name="FeatureTags">
    <vt:lpwstr/>
  </property>
  <property fmtid="{D5CDD505-2E9C-101B-9397-08002B2CF9AE}" pid="7" name="LocalizationTags">
    <vt:lpwstr/>
  </property>
  <property fmtid="{D5CDD505-2E9C-101B-9397-08002B2CF9AE}" pid="8" name="CategoryTags">
    <vt:lpwstr/>
  </property>
  <property fmtid="{D5CDD505-2E9C-101B-9397-08002B2CF9AE}" pid="9" name="Applications">
    <vt:lpwstr/>
  </property>
  <property fmtid="{D5CDD505-2E9C-101B-9397-08002B2CF9AE}" pid="10" name="CampaignTags">
    <vt:lpwstr/>
  </property>
  <property fmtid="{D5CDD505-2E9C-101B-9397-08002B2CF9AE}" pid="11" name="ScenarioTags">
    <vt:lpwstr/>
  </property>
</Properties>
</file>